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modernComment_120_0.xml" ContentType="application/vnd.ms-powerpoint.comment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omments/modernComment_113_5615AB18.xml" ContentType="application/vnd.ms-powerpoint.comments+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xml" ContentType="application/vnd.openxmlformats-officedocument.presentationml.notesSlide+xml"/>
  <Override PartName="/ppt/comments/modernComment_12E_817657EF.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1E_A57BFB30.xml" ContentType="application/vnd.ms-powerpoint.comments+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24_272A2031.xml" ContentType="application/vnd.ms-powerpoint.comments+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1.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2.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3.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4.xml" ContentType="application/vnd.openxmlformats-officedocument.presentationml.notesSlide+xml"/>
  <Override PartName="/ppt/comments/modernComment_123_7CE4B8.xml" ContentType="application/vnd.ms-powerpoint.comments+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5.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6.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17.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18.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7" r:id="rId4"/>
    <p:sldMasterId id="2147483704" r:id="rId5"/>
  </p:sldMasterIdLst>
  <p:notesMasterIdLst>
    <p:notesMasterId r:id="rId29"/>
  </p:notesMasterIdLst>
  <p:handoutMasterIdLst>
    <p:handoutMasterId r:id="rId30"/>
  </p:handoutMasterIdLst>
  <p:sldIdLst>
    <p:sldId id="288" r:id="rId6"/>
    <p:sldId id="271" r:id="rId7"/>
    <p:sldId id="308" r:id="rId8"/>
    <p:sldId id="276" r:id="rId9"/>
    <p:sldId id="275" r:id="rId10"/>
    <p:sldId id="302" r:id="rId11"/>
    <p:sldId id="305" r:id="rId12"/>
    <p:sldId id="286" r:id="rId13"/>
    <p:sldId id="319" r:id="rId14"/>
    <p:sldId id="289" r:id="rId15"/>
    <p:sldId id="292" r:id="rId16"/>
    <p:sldId id="293" r:id="rId17"/>
    <p:sldId id="311" r:id="rId18"/>
    <p:sldId id="312" r:id="rId19"/>
    <p:sldId id="298" r:id="rId20"/>
    <p:sldId id="294" r:id="rId21"/>
    <p:sldId id="300" r:id="rId22"/>
    <p:sldId id="291" r:id="rId23"/>
    <p:sldId id="320" r:id="rId24"/>
    <p:sldId id="321" r:id="rId25"/>
    <p:sldId id="322" r:id="rId26"/>
    <p:sldId id="323" r:id="rId27"/>
    <p:sldId id="31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9E823053-5FEF-3BA9-1AF2-FDE7C231B86E}" name="ktdao@wisc.edu" initials="kt" userId="S::urn:spo:guest#ktdao@wisc.edu::" providerId="AD"/>
  <p188:author id="{3209C5AA-CF0E-DB63-B968-1D3C8B25F24F}" name="Aryal, Krishna P" initials="KA" userId="S::karyal3@gatech.edu::37f5229d-e232-42c9-8990-fa46bc527df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0D8FF"/>
    <a:srgbClr val="84E291"/>
    <a:srgbClr val="D86ECC"/>
    <a:srgbClr val="A02B93"/>
    <a:srgbClr val="D1D1D1"/>
    <a:srgbClr val="747474"/>
    <a:srgbClr val="FF8888"/>
    <a:srgbClr val="C62828"/>
    <a:srgbClr val="156082"/>
    <a:srgbClr val="E15A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3DE97F-A638-27C6-ABB3-3C7E082357DE}" v="118" dt="2026-03-20T16:02:29.202"/>
    <p1510:client id="{48936DB6-6B7D-FCD2-D087-7FBE0B4CFE78}" v="62" dt="2026-03-20T16:24:47.210"/>
    <p1510:client id="{493FC45D-2CF9-355B-664E-1AE02739EA74}" v="6" dt="2026-03-20T16:07:19.549"/>
    <p1510:client id="{52AD9F01-0DE1-9892-E97A-F893DD56BCC5}" v="131" dt="2026-03-20T12:28:33.041"/>
    <p1510:client id="{5DBCA30A-1B98-4B4E-1801-C199F531587A}" v="23" dt="2026-03-20T22:23:15.661"/>
    <p1510:client id="{71726185-2C34-5B91-38A4-BE093AF1BA21}" v="10" dt="2026-03-20T01:32:13.688"/>
    <p1510:client id="{7BACDBCA-FE5C-2D18-C29D-F27266FC00BE}" v="76" dt="2026-03-20T14:20:49.482"/>
    <p1510:client id="{9765857B-9D11-FC27-8512-AA1FC4D1698A}" v="430" dt="2026-03-20T18:55:56.986"/>
    <p1510:client id="{AAE1A4C1-1BFF-3E0E-8933-D8143A55FEC0}" v="6" dt="2026-03-20T20:22:49.855"/>
    <p1510:client id="{CFCB7417-41C1-B23F-9304-B66DD75721E2}" v="343" dt="2026-03-19T23:24:59.086"/>
    <p1510:client id="{D130F532-99C7-EEF9-351A-FA6CCD457491}" v="210" dt="2026-03-20T15:06:29.838"/>
    <p1510:client id="{D39EDE92-8ED6-4627-8420-F64BE4319E40}" v="360" dt="2026-03-20T19:26:24.7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 Target="slides/slide3.xml"/></Relationships>
</file>

<file path=ppt/comments/modernComment_11E_A57BFB30.xml><?xml version="1.0" encoding="utf-8"?>
<p188:cmLst xmlns:a="http://schemas.openxmlformats.org/drawingml/2006/main" xmlns:r="http://schemas.openxmlformats.org/officeDocument/2006/relationships" xmlns:p188="http://schemas.microsoft.com/office/powerpoint/2018/8/main">
  <p188:cm id="{43B2763E-E8CA-427C-A0FD-259BC86E90E3}" authorId="{9E823053-5FEF-3BA9-1AF2-FDE7C231B86E}" created="2026-03-18T23:05:40.867">
    <ac:deMkLst xmlns:ac="http://schemas.microsoft.com/office/drawing/2013/main/command">
      <pc:docMk xmlns:pc="http://schemas.microsoft.com/office/powerpoint/2013/main/command"/>
      <pc:sldMk xmlns:pc="http://schemas.microsoft.com/office/powerpoint/2013/main/command" cId="2776365872" sldId="286"/>
      <ac:graphicFrameMk id="14" creationId="{7DF88A71-297D-CE4F-126A-5D97F95A4130}"/>
    </ac:deMkLst>
    <p188:txBody>
      <a:bodyPr/>
      <a:lstStyle/>
      <a:p>
        <a:r>
          <a:rPr lang="en-US"/>
          <a:t>Is there a way to remove the border here?</a:t>
        </a:r>
      </a:p>
    </p188:txBody>
  </p188:cm>
</p188:cmLst>
</file>

<file path=ppt/comments/modernComment_12E_817657EF.xml><?xml version="1.0" encoding="utf-8"?>
<p188:cmLst xmlns:a="http://schemas.openxmlformats.org/drawingml/2006/main" xmlns:r="http://schemas.openxmlformats.org/officeDocument/2006/relationships" xmlns:p188="http://schemas.microsoft.com/office/powerpoint/2018/8/main">
  <p188:cm id="{0DE3DABF-C071-4405-90F3-C9FD7FAF80A4}" authorId="{9E823053-5FEF-3BA9-1AF2-FDE7C231B86E}" created="2026-03-19T13:57:32.433">
    <ac:deMkLst xmlns:ac="http://schemas.microsoft.com/office/drawing/2013/main/command">
      <pc:docMk xmlns:pc="http://schemas.microsoft.com/office/powerpoint/2013/main/command"/>
      <pc:sldMk xmlns:pc="http://schemas.microsoft.com/office/powerpoint/2013/main/command" cId="2172016623" sldId="302"/>
      <ac:picMk id="7" creationId="{B7CF0FA1-749C-8624-C74C-A20FF785E559}"/>
    </ac:deMkLst>
    <p188:txBody>
      <a:bodyPr/>
      <a:lstStyle/>
      <a:p>
        <a:r>
          <a:rPr lang="en-US"/>
          <a:t>Is "seasonal, weather-aware models" language people actually use?
"Multiple seasonalities, holiday effects, and trend changes suggests models like Prophet may perform well."</a:t>
        </a:r>
      </a:p>
    </p188:txBody>
  </p188:cm>
</p188:cmLst>
</file>

<file path=ppt/comments/modernComment_113_5615AB18.xml><?xml version="1.0" encoding="utf-8"?>
<p188:cmLst xmlns:a="http://schemas.openxmlformats.org/drawingml/2006/main" xmlns:r="http://schemas.openxmlformats.org/officeDocument/2006/relationships" xmlns:p188="http://schemas.microsoft.com/office/powerpoint/2018/8/main">
  <p188:cm id="{2BC1A5FE-7269-4345-910B-008F7B446486}" authorId="{9E823053-5FEF-3BA9-1AF2-FDE7C231B86E}" created="2026-03-19T13:55:57.745">
    <ac:deMkLst xmlns:ac="http://schemas.microsoft.com/office/drawing/2013/main/command">
      <pc:docMk xmlns:pc="http://schemas.microsoft.com/office/powerpoint/2013/main/command"/>
      <pc:sldMk xmlns:pc="http://schemas.microsoft.com/office/powerpoint/2013/main/command" cId="1444260632" sldId="275"/>
      <ac:picMk id="9" creationId="{A6F56444-6878-C235-C9AF-6D9C4EAE4519}"/>
    </ac:deMkLst>
    <p188:txBody>
      <a:bodyPr/>
      <a:lstStyle/>
      <a:p>
        <a:r>
          <a:rPr lang="en-US"/>
          <a:t>Why do we have this plot appearing twice here and in the next slide?</a:t>
        </a:r>
      </a:p>
    </p188:txBody>
  </p188:cm>
</p188:cmLst>
</file>

<file path=ppt/comments/modernComment_120_0.xml><?xml version="1.0" encoding="utf-8"?>
<p188:cmLst xmlns:a="http://schemas.openxmlformats.org/drawingml/2006/main" xmlns:r="http://schemas.openxmlformats.org/officeDocument/2006/relationships" xmlns:p188="http://schemas.microsoft.com/office/powerpoint/2018/8/main">
  <p188:cm id="{797C19AB-148A-4677-B6B8-937E520EF689}" authorId="{9E823053-5FEF-3BA9-1AF2-FDE7C231B86E}" status="resolved" created="2026-03-18T22:30:16.706" complete="100000">
    <ac:deMkLst xmlns:ac="http://schemas.microsoft.com/office/drawing/2013/main/command">
      <pc:docMk xmlns:pc="http://schemas.microsoft.com/office/powerpoint/2013/main/command"/>
      <pc:sldMk xmlns:pc="http://schemas.microsoft.com/office/powerpoint/2013/main/command" cId="0" sldId="288"/>
      <ac:spMk id="6" creationId="{00000000-0000-0000-0000-000000000000}"/>
    </ac:deMkLst>
    <p188:txBody>
      <a:bodyPr/>
      <a:lstStyle/>
      <a:p>
        <a:r>
          <a:rPr lang="en-US"/>
          <a:t>We're not asking about the city's response time or if this would help response time.</a:t>
        </a:r>
      </a:p>
    </p188:txBody>
  </p188:cm>
  <p188:cm id="{77BFF213-3FAF-4B45-BBCD-BAD53865A6EA}" authorId="{9E823053-5FEF-3BA9-1AF2-FDE7C231B86E}" status="resolved" created="2026-03-18T22:30:32.909" complete="100000">
    <ac:deMkLst xmlns:ac="http://schemas.microsoft.com/office/drawing/2013/main/command">
      <pc:docMk xmlns:pc="http://schemas.microsoft.com/office/powerpoint/2013/main/command"/>
      <pc:sldMk xmlns:pc="http://schemas.microsoft.com/office/powerpoint/2013/main/command" cId="0" sldId="288"/>
      <ac:spMk id="11" creationId="{4C5A42C7-FA72-46EE-166F-9EEEB43DCEB3}"/>
    </ac:deMkLst>
    <p188:txBody>
      <a:bodyPr/>
      <a:lstStyle/>
      <a:p>
        <a:r>
          <a:rPr lang="en-US"/>
          <a:t>Also perhaps remove the borders?</a:t>
        </a:r>
      </a:p>
    </p188:txBody>
  </p188:cm>
</p188:cmLst>
</file>

<file path=ppt/comments/modernComment_123_7CE4B8.xml><?xml version="1.0" encoding="utf-8"?>
<p188:cmLst xmlns:a="http://schemas.openxmlformats.org/drawingml/2006/main" xmlns:r="http://schemas.openxmlformats.org/officeDocument/2006/relationships" xmlns:p188="http://schemas.microsoft.com/office/powerpoint/2018/8/main">
  <p188:cm id="{450342FF-C10E-4B5F-8918-0BF6EF25444F}" authorId="{9E823053-5FEF-3BA9-1AF2-FDE7C231B86E}" created="2026-03-19T14:00:47.402">
    <ac:deMkLst xmlns:ac="http://schemas.microsoft.com/office/drawing/2013/main/command">
      <pc:docMk xmlns:pc="http://schemas.microsoft.com/office/powerpoint/2013/main/command"/>
      <pc:sldMk xmlns:pc="http://schemas.microsoft.com/office/powerpoint/2013/main/command" cId="8185016" sldId="291"/>
      <ac:graphicFrameMk id="22" creationId="{A2014570-4AEA-9DCB-BAAF-3EE354245B2D}"/>
    </ac:deMkLst>
    <p188:txBody>
      <a:bodyPr/>
      <a:lstStyle/>
      <a:p>
        <a:r>
          <a:rPr lang="en-US"/>
          <a:t>We aren't using this slide right? Probably better to just delete now.</a:t>
        </a:r>
      </a:p>
    </p188:txBody>
  </p188:cm>
</p188:cmLst>
</file>

<file path=ppt/comments/modernComment_124_272A2031.xml><?xml version="1.0" encoding="utf-8"?>
<p188:cmLst xmlns:a="http://schemas.openxmlformats.org/drawingml/2006/main" xmlns:r="http://schemas.openxmlformats.org/officeDocument/2006/relationships" xmlns:p188="http://schemas.microsoft.com/office/powerpoint/2018/8/main">
  <p188:cm id="{1B485570-72CA-4BEB-A764-863FFA30CB68}" authorId="{9E823053-5FEF-3BA9-1AF2-FDE7C231B86E}" created="2026-03-18T23:06:00.461">
    <ac:deMkLst xmlns:ac="http://schemas.microsoft.com/office/drawing/2013/main/command">
      <pc:docMk xmlns:pc="http://schemas.microsoft.com/office/powerpoint/2013/main/command"/>
      <pc:sldMk xmlns:pc="http://schemas.microsoft.com/office/powerpoint/2013/main/command" cId="657072177" sldId="292"/>
      <ac:graphicFrameMk id="6" creationId="{151F59C6-CF1F-8F8D-742C-2EE226F7B898}"/>
    </ac:deMkLst>
    <p188:txBody>
      <a:bodyPr/>
      <a:lstStyle/>
      <a:p>
        <a:r>
          <a:rPr lang="en-US"/>
          <a:t>would like to remove the borders of these too</a:t>
        </a:r>
      </a:p>
    </p188:txBody>
  </p188:cm>
</p188:cmLst>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ata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svg"/></Relationships>
</file>

<file path=ppt/diagrams/_rels/data5.xml.rels><?xml version="1.0" encoding="UTF-8" standalone="yes"?>
<Relationships xmlns="http://schemas.openxmlformats.org/package/2006/relationships"><Relationship Id="rId1" Type="http://schemas.openxmlformats.org/officeDocument/2006/relationships/image" Target="../media/image10.svg"/></Relationships>
</file>

<file path=ppt/diagrams/_rels/data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ata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svg"/><Relationship Id="rId1" Type="http://schemas.openxmlformats.org/officeDocument/2006/relationships/image" Target="../media/image20.svg"/><Relationship Id="rId4" Type="http://schemas.openxmlformats.org/officeDocument/2006/relationships/image" Target="../media/image23.png"/></Relationships>
</file>

<file path=ppt/diagrams/_rels/data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image" Target="../media/image34.png"/><Relationship Id="rId4" Type="http://schemas.openxmlformats.org/officeDocument/2006/relationships/image" Target="../media/image37.png"/></Relationships>
</file>

<file path=ppt/diagrams/_rels/data2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image" Target="../media/image39.png"/></Relationships>
</file>

<file path=ppt/diagrams/_rels/data26.xml.rels><?xml version="1.0" encoding="UTF-8" standalone="yes"?>
<Relationships xmlns="http://schemas.openxmlformats.org/package/2006/relationships"><Relationship Id="rId3" Type="http://schemas.openxmlformats.org/officeDocument/2006/relationships/hyperlink" Target="https://github.com/Erdos-Projects/spring-2026-rat-activity-nyc" TargetMode="External"/><Relationship Id="rId2" Type="http://schemas.openxmlformats.org/officeDocument/2006/relationships/hyperlink" Target="https://open-meteo.com/" TargetMode="External"/><Relationship Id="rId1" Type="http://schemas.openxmlformats.org/officeDocument/2006/relationships/hyperlink" Target="https://data.cityofnewyork.us/Social-Services/Rat-Sightings/3q43-55fe/about_data" TargetMode="External"/></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rawing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svg"/></Relationships>
</file>

<file path=ppt/diagrams/_rels/drawing5.xml.rels><?xml version="1.0" encoding="UTF-8" standalone="yes"?>
<Relationships xmlns="http://schemas.openxmlformats.org/package/2006/relationships"><Relationship Id="rId1" Type="http://schemas.openxmlformats.org/officeDocument/2006/relationships/image" Target="../media/image1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svg"/><Relationship Id="rId1" Type="http://schemas.openxmlformats.org/officeDocument/2006/relationships/image" Target="../media/image20.svg"/><Relationship Id="rId4" Type="http://schemas.openxmlformats.org/officeDocument/2006/relationships/image" Target="../media/image23.png"/></Relationships>
</file>

<file path=ppt/diagrams/_rels/drawing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image" Target="../media/image34.png"/><Relationship Id="rId4" Type="http://schemas.openxmlformats.org/officeDocument/2006/relationships/image" Target="../media/image37.png"/></Relationships>
</file>

<file path=ppt/diagrams/_rels/drawing2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image" Target="../media/image39.png"/></Relationships>
</file>

<file path=ppt/diagrams/_rels/drawing26.xml.rels><?xml version="1.0" encoding="UTF-8" standalone="yes"?>
<Relationships xmlns="http://schemas.openxmlformats.org/package/2006/relationships"><Relationship Id="rId3" Type="http://schemas.openxmlformats.org/officeDocument/2006/relationships/hyperlink" Target="https://github.com/Erdos-Projects/spring-2026-rat-activity-nyc" TargetMode="External"/><Relationship Id="rId2" Type="http://schemas.openxmlformats.org/officeDocument/2006/relationships/hyperlink" Target="https://open-meteo.com/" TargetMode="External"/><Relationship Id="rId1" Type="http://schemas.openxmlformats.org/officeDocument/2006/relationships/hyperlink" Target="https://data.cityofnewyork.us/Social-Services/Rat-Sightings/3q43-55fe/about_data" TargetMode="Externa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A1378C-2204-4D6D-BE8A-08D37CFA27DB}" type="doc">
      <dgm:prSet loTypeId="urn:microsoft.com/office/officeart/2005/8/layout/hierarchy3" loCatId="hierarchy" qsTypeId="urn:microsoft.com/office/officeart/2005/8/quickstyle/simple1" qsCatId="simple" csTypeId="urn:microsoft.com/office/officeart/2005/8/colors/accent0_3" csCatId="mainScheme" phldr="1"/>
      <dgm:spPr/>
      <dgm:t>
        <a:bodyPr/>
        <a:lstStyle/>
        <a:p>
          <a:endParaRPr lang="en-US"/>
        </a:p>
      </dgm:t>
    </dgm:pt>
    <dgm:pt modelId="{944F65D3-0ACF-4C94-8528-69168C2C0E3F}">
      <dgm:prSet/>
      <dgm:spPr/>
      <dgm:t>
        <a:bodyPr/>
        <a:lstStyle/>
        <a:p>
          <a:r>
            <a:rPr lang="en-US"/>
            <a:t>Rats are a nuisance &amp; pose major health risks to NYC residents.</a:t>
          </a:r>
        </a:p>
      </dgm:t>
    </dgm:pt>
    <dgm:pt modelId="{52F78326-C161-43A0-A0D1-533835FEBD70}" type="parTrans" cxnId="{91AEC96F-6765-4712-880B-FAE978F4A30E}">
      <dgm:prSet/>
      <dgm:spPr/>
      <dgm:t>
        <a:bodyPr/>
        <a:lstStyle/>
        <a:p>
          <a:endParaRPr lang="en-US"/>
        </a:p>
      </dgm:t>
    </dgm:pt>
    <dgm:pt modelId="{D817A7B9-FC05-4592-B422-7BD9B3995085}" type="sibTrans" cxnId="{91AEC96F-6765-4712-880B-FAE978F4A30E}">
      <dgm:prSet/>
      <dgm:spPr/>
      <dgm:t>
        <a:bodyPr/>
        <a:lstStyle/>
        <a:p>
          <a:endParaRPr lang="en-US"/>
        </a:p>
      </dgm:t>
    </dgm:pt>
    <dgm:pt modelId="{4A62FBAC-9804-4358-BB0F-7F6082A122CA}">
      <dgm:prSet/>
      <dgm:spPr/>
      <dgm:t>
        <a:bodyPr/>
        <a:lstStyle/>
        <a:p>
          <a:r>
            <a:rPr lang="en-US"/>
            <a:t>Spread disease, eat food, damage infrastructure, and can attack humans.</a:t>
          </a:r>
        </a:p>
      </dgm:t>
    </dgm:pt>
    <dgm:pt modelId="{214A121F-B316-460F-84B6-4CF622025F38}" type="parTrans" cxnId="{2E19F73A-2F7B-4D30-BB83-EA4E06D77A6F}">
      <dgm:prSet/>
      <dgm:spPr/>
      <dgm:t>
        <a:bodyPr/>
        <a:lstStyle/>
        <a:p>
          <a:endParaRPr lang="en-US"/>
        </a:p>
      </dgm:t>
    </dgm:pt>
    <dgm:pt modelId="{67FDACF4-FC7C-425C-B8FD-722F151C0BD1}" type="sibTrans" cxnId="{2E19F73A-2F7B-4D30-BB83-EA4E06D77A6F}">
      <dgm:prSet/>
      <dgm:spPr/>
      <dgm:t>
        <a:bodyPr/>
        <a:lstStyle/>
        <a:p>
          <a:endParaRPr lang="en-US"/>
        </a:p>
      </dgm:t>
    </dgm:pt>
    <dgm:pt modelId="{974C8B34-41CB-4FD9-98D0-F3BAFBE9FD27}">
      <dgm:prSet/>
      <dgm:spPr/>
      <dgm:t>
        <a:bodyPr/>
        <a:lstStyle/>
        <a:p>
          <a:r>
            <a:rPr lang="en-US"/>
            <a:t>Short-term forecasts help plan for inspections and exterminations.</a:t>
          </a:r>
        </a:p>
      </dgm:t>
    </dgm:pt>
    <dgm:pt modelId="{785F19E1-3BE2-4754-A8C6-58669922413A}" type="parTrans" cxnId="{C52FF0DB-2BDC-4C6F-9E25-ACB1107C1471}">
      <dgm:prSet/>
      <dgm:spPr/>
      <dgm:t>
        <a:bodyPr/>
        <a:lstStyle/>
        <a:p>
          <a:endParaRPr lang="en-US"/>
        </a:p>
      </dgm:t>
    </dgm:pt>
    <dgm:pt modelId="{64518ABA-71A3-4D02-BE61-5DF554F03B18}" type="sibTrans" cxnId="{C52FF0DB-2BDC-4C6F-9E25-ACB1107C1471}">
      <dgm:prSet/>
      <dgm:spPr/>
      <dgm:t>
        <a:bodyPr/>
        <a:lstStyle/>
        <a:p>
          <a:endParaRPr lang="en-US"/>
        </a:p>
      </dgm:t>
    </dgm:pt>
    <dgm:pt modelId="{2BF8DCD3-8D83-48B1-A1B7-178A63142C51}">
      <dgm:prSet/>
      <dgm:spPr/>
      <dgm:t>
        <a:bodyPr/>
        <a:lstStyle/>
        <a:p>
          <a:r>
            <a:rPr lang="en-US"/>
            <a:t>Borough-level forecasts matter due to distinct features of each borough.</a:t>
          </a:r>
        </a:p>
      </dgm:t>
    </dgm:pt>
    <dgm:pt modelId="{5392B1B7-2812-4C15-AA34-B23B747E5976}" type="parTrans" cxnId="{2A44D9FB-DE92-483E-B2D3-BE738D9C0DBB}">
      <dgm:prSet/>
      <dgm:spPr/>
      <dgm:t>
        <a:bodyPr/>
        <a:lstStyle/>
        <a:p>
          <a:endParaRPr lang="en-US"/>
        </a:p>
      </dgm:t>
    </dgm:pt>
    <dgm:pt modelId="{06655A54-95AF-453B-A778-B3384E11C98B}" type="sibTrans" cxnId="{2A44D9FB-DE92-483E-B2D3-BE738D9C0DBB}">
      <dgm:prSet/>
      <dgm:spPr/>
      <dgm:t>
        <a:bodyPr/>
        <a:lstStyle/>
        <a:p>
          <a:endParaRPr lang="en-US"/>
        </a:p>
      </dgm:t>
    </dgm:pt>
    <dgm:pt modelId="{35582469-50CE-47C2-933F-24CB6F2AD587}" type="pres">
      <dgm:prSet presAssocID="{5FA1378C-2204-4D6D-BE8A-08D37CFA27DB}" presName="diagram" presStyleCnt="0">
        <dgm:presLayoutVars>
          <dgm:chPref val="1"/>
          <dgm:dir/>
          <dgm:animOne val="branch"/>
          <dgm:animLvl val="lvl"/>
          <dgm:resizeHandles/>
        </dgm:presLayoutVars>
      </dgm:prSet>
      <dgm:spPr/>
    </dgm:pt>
    <dgm:pt modelId="{FFFE8A4B-7BBE-4B96-9BFD-6F21DF9CF973}" type="pres">
      <dgm:prSet presAssocID="{944F65D3-0ACF-4C94-8528-69168C2C0E3F}" presName="root" presStyleCnt="0"/>
      <dgm:spPr/>
    </dgm:pt>
    <dgm:pt modelId="{1FBA549E-584D-4C75-AD87-2859A6C770B3}" type="pres">
      <dgm:prSet presAssocID="{944F65D3-0ACF-4C94-8528-69168C2C0E3F}" presName="rootComposite" presStyleCnt="0"/>
      <dgm:spPr/>
    </dgm:pt>
    <dgm:pt modelId="{2778B06C-190E-4724-80C6-D52030F8B213}" type="pres">
      <dgm:prSet presAssocID="{944F65D3-0ACF-4C94-8528-69168C2C0E3F}" presName="rootText" presStyleLbl="node1" presStyleIdx="0" presStyleCnt="1" custScaleX="153293"/>
      <dgm:spPr/>
    </dgm:pt>
    <dgm:pt modelId="{37AC0FF8-3FA1-471E-83FE-36102723E414}" type="pres">
      <dgm:prSet presAssocID="{944F65D3-0ACF-4C94-8528-69168C2C0E3F}" presName="rootConnector" presStyleLbl="node1" presStyleIdx="0" presStyleCnt="1"/>
      <dgm:spPr/>
    </dgm:pt>
    <dgm:pt modelId="{96D8827B-00BD-49BE-8855-23F3E1612288}" type="pres">
      <dgm:prSet presAssocID="{944F65D3-0ACF-4C94-8528-69168C2C0E3F}" presName="childShape" presStyleCnt="0"/>
      <dgm:spPr/>
    </dgm:pt>
    <dgm:pt modelId="{AAF48F21-41B9-467F-B78E-1E28F88A2CDD}" type="pres">
      <dgm:prSet presAssocID="{214A121F-B316-460F-84B6-4CF622025F38}" presName="Name13" presStyleLbl="parChTrans1D2" presStyleIdx="0" presStyleCnt="3"/>
      <dgm:spPr/>
    </dgm:pt>
    <dgm:pt modelId="{AEC392D6-2B41-4426-95E6-9E5A9612D86E}" type="pres">
      <dgm:prSet presAssocID="{4A62FBAC-9804-4358-BB0F-7F6082A122CA}" presName="childText" presStyleLbl="bgAcc1" presStyleIdx="0" presStyleCnt="3" custScaleX="146596">
        <dgm:presLayoutVars>
          <dgm:bulletEnabled val="1"/>
        </dgm:presLayoutVars>
      </dgm:prSet>
      <dgm:spPr/>
    </dgm:pt>
    <dgm:pt modelId="{F225B3F0-AF16-4E6D-AD9C-4B687EC19873}" type="pres">
      <dgm:prSet presAssocID="{785F19E1-3BE2-4754-A8C6-58669922413A}" presName="Name13" presStyleLbl="parChTrans1D2" presStyleIdx="1" presStyleCnt="3"/>
      <dgm:spPr/>
    </dgm:pt>
    <dgm:pt modelId="{75E4D56C-AC01-4C61-AF0D-ECDC02E20B3D}" type="pres">
      <dgm:prSet presAssocID="{974C8B34-41CB-4FD9-98D0-F3BAFBE9FD27}" presName="childText" presStyleLbl="bgAcc1" presStyleIdx="1" presStyleCnt="3" custScaleX="150572">
        <dgm:presLayoutVars>
          <dgm:bulletEnabled val="1"/>
        </dgm:presLayoutVars>
      </dgm:prSet>
      <dgm:spPr/>
    </dgm:pt>
    <dgm:pt modelId="{E8798D52-BB0E-4CA9-B4BE-BA64AF31C993}" type="pres">
      <dgm:prSet presAssocID="{5392B1B7-2812-4C15-AA34-B23B747E5976}" presName="Name13" presStyleLbl="parChTrans1D2" presStyleIdx="2" presStyleCnt="3"/>
      <dgm:spPr/>
    </dgm:pt>
    <dgm:pt modelId="{79DFF8F0-C82B-453D-BEBD-0BD2C38D9BC9}" type="pres">
      <dgm:prSet presAssocID="{2BF8DCD3-8D83-48B1-A1B7-178A63142C51}" presName="childText" presStyleLbl="bgAcc1" presStyleIdx="2" presStyleCnt="3" custScaleX="143946">
        <dgm:presLayoutVars>
          <dgm:bulletEnabled val="1"/>
        </dgm:presLayoutVars>
      </dgm:prSet>
      <dgm:spPr/>
    </dgm:pt>
  </dgm:ptLst>
  <dgm:cxnLst>
    <dgm:cxn modelId="{08CE8801-2ABB-4630-88B5-41065B60D9E6}" type="presOf" srcId="{2BF8DCD3-8D83-48B1-A1B7-178A63142C51}" destId="{79DFF8F0-C82B-453D-BEBD-0BD2C38D9BC9}" srcOrd="0" destOrd="0" presId="urn:microsoft.com/office/officeart/2005/8/layout/hierarchy3"/>
    <dgm:cxn modelId="{728D8017-94F6-45EE-9D4E-2122BDE59B8E}" type="presOf" srcId="{4A62FBAC-9804-4358-BB0F-7F6082A122CA}" destId="{AEC392D6-2B41-4426-95E6-9E5A9612D86E}" srcOrd="0" destOrd="0" presId="urn:microsoft.com/office/officeart/2005/8/layout/hierarchy3"/>
    <dgm:cxn modelId="{2E19F73A-2F7B-4D30-BB83-EA4E06D77A6F}" srcId="{944F65D3-0ACF-4C94-8528-69168C2C0E3F}" destId="{4A62FBAC-9804-4358-BB0F-7F6082A122CA}" srcOrd="0" destOrd="0" parTransId="{214A121F-B316-460F-84B6-4CF622025F38}" sibTransId="{67FDACF4-FC7C-425C-B8FD-722F151C0BD1}"/>
    <dgm:cxn modelId="{59048F3C-4C24-49FF-BAB7-BBD8C64B133C}" type="presOf" srcId="{785F19E1-3BE2-4754-A8C6-58669922413A}" destId="{F225B3F0-AF16-4E6D-AD9C-4B687EC19873}" srcOrd="0" destOrd="0" presId="urn:microsoft.com/office/officeart/2005/8/layout/hierarchy3"/>
    <dgm:cxn modelId="{75266F5C-CEE2-4125-B37C-E65F2F5D194A}" type="presOf" srcId="{974C8B34-41CB-4FD9-98D0-F3BAFBE9FD27}" destId="{75E4D56C-AC01-4C61-AF0D-ECDC02E20B3D}" srcOrd="0" destOrd="0" presId="urn:microsoft.com/office/officeart/2005/8/layout/hierarchy3"/>
    <dgm:cxn modelId="{5355E469-AC3D-484E-9A3E-3921202B91EB}" type="presOf" srcId="{5392B1B7-2812-4C15-AA34-B23B747E5976}" destId="{E8798D52-BB0E-4CA9-B4BE-BA64AF31C993}" srcOrd="0" destOrd="0" presId="urn:microsoft.com/office/officeart/2005/8/layout/hierarchy3"/>
    <dgm:cxn modelId="{91AEC96F-6765-4712-880B-FAE978F4A30E}" srcId="{5FA1378C-2204-4D6D-BE8A-08D37CFA27DB}" destId="{944F65D3-0ACF-4C94-8528-69168C2C0E3F}" srcOrd="0" destOrd="0" parTransId="{52F78326-C161-43A0-A0D1-533835FEBD70}" sibTransId="{D817A7B9-FC05-4592-B422-7BD9B3995085}"/>
    <dgm:cxn modelId="{1AC9A874-4784-4403-AA6C-A902E72008F1}" type="presOf" srcId="{944F65D3-0ACF-4C94-8528-69168C2C0E3F}" destId="{37AC0FF8-3FA1-471E-83FE-36102723E414}" srcOrd="1" destOrd="0" presId="urn:microsoft.com/office/officeart/2005/8/layout/hierarchy3"/>
    <dgm:cxn modelId="{5824C076-1695-44B4-9A21-83673DB85CF2}" type="presOf" srcId="{5FA1378C-2204-4D6D-BE8A-08D37CFA27DB}" destId="{35582469-50CE-47C2-933F-24CB6F2AD587}" srcOrd="0" destOrd="0" presId="urn:microsoft.com/office/officeart/2005/8/layout/hierarchy3"/>
    <dgm:cxn modelId="{4B22039C-71F9-4BA1-972E-0EEFA2E5088E}" type="presOf" srcId="{214A121F-B316-460F-84B6-4CF622025F38}" destId="{AAF48F21-41B9-467F-B78E-1E28F88A2CDD}" srcOrd="0" destOrd="0" presId="urn:microsoft.com/office/officeart/2005/8/layout/hierarchy3"/>
    <dgm:cxn modelId="{7E857FB0-47D4-49E9-99E3-6110424F1A56}" type="presOf" srcId="{944F65D3-0ACF-4C94-8528-69168C2C0E3F}" destId="{2778B06C-190E-4724-80C6-D52030F8B213}" srcOrd="0" destOrd="0" presId="urn:microsoft.com/office/officeart/2005/8/layout/hierarchy3"/>
    <dgm:cxn modelId="{C52FF0DB-2BDC-4C6F-9E25-ACB1107C1471}" srcId="{944F65D3-0ACF-4C94-8528-69168C2C0E3F}" destId="{974C8B34-41CB-4FD9-98D0-F3BAFBE9FD27}" srcOrd="1" destOrd="0" parTransId="{785F19E1-3BE2-4754-A8C6-58669922413A}" sibTransId="{64518ABA-71A3-4D02-BE61-5DF554F03B18}"/>
    <dgm:cxn modelId="{2A44D9FB-DE92-483E-B2D3-BE738D9C0DBB}" srcId="{944F65D3-0ACF-4C94-8528-69168C2C0E3F}" destId="{2BF8DCD3-8D83-48B1-A1B7-178A63142C51}" srcOrd="2" destOrd="0" parTransId="{5392B1B7-2812-4C15-AA34-B23B747E5976}" sibTransId="{06655A54-95AF-453B-A778-B3384E11C98B}"/>
    <dgm:cxn modelId="{3F6C4D3F-A61D-4520-8EE8-4E8FB771AEEA}" type="presParOf" srcId="{35582469-50CE-47C2-933F-24CB6F2AD587}" destId="{FFFE8A4B-7BBE-4B96-9BFD-6F21DF9CF973}" srcOrd="0" destOrd="0" presId="urn:microsoft.com/office/officeart/2005/8/layout/hierarchy3"/>
    <dgm:cxn modelId="{667707EF-0BE0-4D8B-9B03-8DE3F8B6C13E}" type="presParOf" srcId="{FFFE8A4B-7BBE-4B96-9BFD-6F21DF9CF973}" destId="{1FBA549E-584D-4C75-AD87-2859A6C770B3}" srcOrd="0" destOrd="0" presId="urn:microsoft.com/office/officeart/2005/8/layout/hierarchy3"/>
    <dgm:cxn modelId="{4F5CAFE1-3F61-43DC-907A-AC5831591065}" type="presParOf" srcId="{1FBA549E-584D-4C75-AD87-2859A6C770B3}" destId="{2778B06C-190E-4724-80C6-D52030F8B213}" srcOrd="0" destOrd="0" presId="urn:microsoft.com/office/officeart/2005/8/layout/hierarchy3"/>
    <dgm:cxn modelId="{5553D70A-0147-4580-9FA6-F0A66CFC2C81}" type="presParOf" srcId="{1FBA549E-584D-4C75-AD87-2859A6C770B3}" destId="{37AC0FF8-3FA1-471E-83FE-36102723E414}" srcOrd="1" destOrd="0" presId="urn:microsoft.com/office/officeart/2005/8/layout/hierarchy3"/>
    <dgm:cxn modelId="{0FFDD7EB-11C9-4030-AFFA-4FFFB7CF7669}" type="presParOf" srcId="{FFFE8A4B-7BBE-4B96-9BFD-6F21DF9CF973}" destId="{96D8827B-00BD-49BE-8855-23F3E1612288}" srcOrd="1" destOrd="0" presId="urn:microsoft.com/office/officeart/2005/8/layout/hierarchy3"/>
    <dgm:cxn modelId="{DC7D6576-830E-4456-93AC-45BE919D4AA8}" type="presParOf" srcId="{96D8827B-00BD-49BE-8855-23F3E1612288}" destId="{AAF48F21-41B9-467F-B78E-1E28F88A2CDD}" srcOrd="0" destOrd="0" presId="urn:microsoft.com/office/officeart/2005/8/layout/hierarchy3"/>
    <dgm:cxn modelId="{55E968D7-6865-48FC-B3AB-3AE5277C91D4}" type="presParOf" srcId="{96D8827B-00BD-49BE-8855-23F3E1612288}" destId="{AEC392D6-2B41-4426-95E6-9E5A9612D86E}" srcOrd="1" destOrd="0" presId="urn:microsoft.com/office/officeart/2005/8/layout/hierarchy3"/>
    <dgm:cxn modelId="{E27959F1-0152-4B12-B940-51103EE3246A}" type="presParOf" srcId="{96D8827B-00BD-49BE-8855-23F3E1612288}" destId="{F225B3F0-AF16-4E6D-AD9C-4B687EC19873}" srcOrd="2" destOrd="0" presId="urn:microsoft.com/office/officeart/2005/8/layout/hierarchy3"/>
    <dgm:cxn modelId="{F9C2DE46-066A-4E15-A7E8-61014A4C1F07}" type="presParOf" srcId="{96D8827B-00BD-49BE-8855-23F3E1612288}" destId="{75E4D56C-AC01-4C61-AF0D-ECDC02E20B3D}" srcOrd="3" destOrd="0" presId="urn:microsoft.com/office/officeart/2005/8/layout/hierarchy3"/>
    <dgm:cxn modelId="{2EF11415-9BBC-421E-A1FA-1F55AB68C15D}" type="presParOf" srcId="{96D8827B-00BD-49BE-8855-23F3E1612288}" destId="{E8798D52-BB0E-4CA9-B4BE-BA64AF31C993}" srcOrd="4" destOrd="0" presId="urn:microsoft.com/office/officeart/2005/8/layout/hierarchy3"/>
    <dgm:cxn modelId="{EF5102A2-FBE6-43DA-AA44-E0AF1858005E}" type="presParOf" srcId="{96D8827B-00BD-49BE-8855-23F3E1612288}" destId="{79DFF8F0-C82B-453D-BEBD-0BD2C38D9BC9}"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B27873-A50C-4335-9DE7-28E04C51FEA8}" type="doc">
      <dgm:prSet loTypeId="urn:microsoft.com/office/officeart/2018/2/layout/IconVerticalSolidList" loCatId="icon" qsTypeId="urn:microsoft.com/office/officeart/2005/8/quickstyle/simple1" qsCatId="simple" csTypeId="urn:microsoft.com/office/officeart/2005/8/colors/colorful4" csCatId="colorful" phldr="1"/>
      <dgm:spPr/>
      <dgm:t>
        <a:bodyPr/>
        <a:lstStyle/>
        <a:p>
          <a:endParaRPr lang="en-US"/>
        </a:p>
      </dgm:t>
    </dgm:pt>
    <dgm:pt modelId="{77E36997-0958-466F-B492-B604DA00FE2E}">
      <dgm:prSet/>
      <dgm:spPr/>
      <dgm:t>
        <a:bodyPr/>
        <a:lstStyle/>
        <a:p>
          <a:pPr>
            <a:lnSpc>
              <a:spcPct val="100000"/>
            </a:lnSpc>
          </a:pPr>
          <a:r>
            <a:rPr lang="en-US"/>
            <a:t>Forecast Horizon: 14 days</a:t>
          </a:r>
          <a:br>
            <a:rPr lang="en-US"/>
          </a:br>
          <a:endParaRPr lang="en-US"/>
        </a:p>
      </dgm:t>
    </dgm:pt>
    <dgm:pt modelId="{79F40C1E-8467-4222-8569-4783D7DC2E27}" type="parTrans" cxnId="{803EE7D2-8CEE-4447-9C89-60DA1D26D06F}">
      <dgm:prSet/>
      <dgm:spPr/>
      <dgm:t>
        <a:bodyPr/>
        <a:lstStyle/>
        <a:p>
          <a:endParaRPr lang="en-US"/>
        </a:p>
      </dgm:t>
    </dgm:pt>
    <dgm:pt modelId="{EF62061D-D743-4122-B1FB-A3CD7BF8AA7A}" type="sibTrans" cxnId="{803EE7D2-8CEE-4447-9C89-60DA1D26D06F}">
      <dgm:prSet/>
      <dgm:spPr/>
      <dgm:t>
        <a:bodyPr/>
        <a:lstStyle/>
        <a:p>
          <a:endParaRPr lang="en-US"/>
        </a:p>
      </dgm:t>
    </dgm:pt>
    <dgm:pt modelId="{F9E0B767-D091-4CC2-9372-E2E1AA18EE16}">
      <dgm:prSet/>
      <dgm:spPr/>
      <dgm:t>
        <a:bodyPr/>
        <a:lstStyle/>
        <a:p>
          <a:pPr>
            <a:lnSpc>
              <a:spcPct val="100000"/>
            </a:lnSpc>
          </a:pPr>
          <a:r>
            <a:rPr lang="en-US"/>
            <a:t>Citywide + Borough</a:t>
          </a:r>
          <a:br>
            <a:rPr lang="en-US"/>
          </a:br>
          <a:endParaRPr lang="en-US"/>
        </a:p>
      </dgm:t>
    </dgm:pt>
    <dgm:pt modelId="{75D112B1-6CE3-4BE6-BAFB-4F852232272F}" type="parTrans" cxnId="{28DAB106-F918-464B-9652-B21E3AB89C25}">
      <dgm:prSet/>
      <dgm:spPr/>
      <dgm:t>
        <a:bodyPr/>
        <a:lstStyle/>
        <a:p>
          <a:endParaRPr lang="en-US"/>
        </a:p>
      </dgm:t>
    </dgm:pt>
    <dgm:pt modelId="{C6B5CDFF-3033-4510-828E-C405D40C1F69}" type="sibTrans" cxnId="{28DAB106-F918-464B-9652-B21E3AB89C25}">
      <dgm:prSet/>
      <dgm:spPr/>
      <dgm:t>
        <a:bodyPr/>
        <a:lstStyle/>
        <a:p>
          <a:endParaRPr lang="en-US"/>
        </a:p>
      </dgm:t>
    </dgm:pt>
    <dgm:pt modelId="{5B6A39B2-38A3-4FE8-BCB5-12C3842A7E7E}">
      <dgm:prSet/>
      <dgm:spPr/>
      <dgm:t>
        <a:bodyPr/>
        <a:lstStyle/>
        <a:p>
          <a:pPr>
            <a:lnSpc>
              <a:spcPct val="100000"/>
            </a:lnSpc>
          </a:pPr>
          <a:r>
            <a:rPr lang="en-US"/>
            <a:t>2020-01-01 to 2026-02-28</a:t>
          </a:r>
        </a:p>
      </dgm:t>
    </dgm:pt>
    <dgm:pt modelId="{CC4FC2EA-E279-4765-96C6-F7A087F9DC8F}" type="parTrans" cxnId="{56C598DB-9703-486F-B158-0A66634790E9}">
      <dgm:prSet/>
      <dgm:spPr/>
      <dgm:t>
        <a:bodyPr/>
        <a:lstStyle/>
        <a:p>
          <a:endParaRPr lang="en-US"/>
        </a:p>
      </dgm:t>
    </dgm:pt>
    <dgm:pt modelId="{C6646A7E-8D58-4F4A-8497-32F0FDB26B9B}" type="sibTrans" cxnId="{56C598DB-9703-486F-B158-0A66634790E9}">
      <dgm:prSet/>
      <dgm:spPr/>
      <dgm:t>
        <a:bodyPr/>
        <a:lstStyle/>
        <a:p>
          <a:endParaRPr lang="en-US"/>
        </a:p>
      </dgm:t>
    </dgm:pt>
    <dgm:pt modelId="{148D0E80-7B46-4298-B7DB-A8762A44D574}" type="pres">
      <dgm:prSet presAssocID="{1DB27873-A50C-4335-9DE7-28E04C51FEA8}" presName="root" presStyleCnt="0">
        <dgm:presLayoutVars>
          <dgm:dir/>
          <dgm:resizeHandles val="exact"/>
        </dgm:presLayoutVars>
      </dgm:prSet>
      <dgm:spPr/>
    </dgm:pt>
    <dgm:pt modelId="{69FF21F5-BE61-4D8F-BECB-79A2B9F515D4}" type="pres">
      <dgm:prSet presAssocID="{77E36997-0958-466F-B492-B604DA00FE2E}" presName="compNode" presStyleCnt="0"/>
      <dgm:spPr/>
    </dgm:pt>
    <dgm:pt modelId="{B7856B4D-1293-41C6-8D0F-90214BE4A388}" type="pres">
      <dgm:prSet presAssocID="{77E36997-0958-466F-B492-B604DA00FE2E}" presName="bgRect" presStyleLbl="bgShp" presStyleIdx="0" presStyleCnt="3"/>
      <dgm:spPr/>
    </dgm:pt>
    <dgm:pt modelId="{FB39818F-417F-4DE2-BA30-DE85189CD167}" type="pres">
      <dgm:prSet presAssocID="{77E36997-0958-466F-B492-B604DA00FE2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loud"/>
        </a:ext>
      </dgm:extLst>
    </dgm:pt>
    <dgm:pt modelId="{9781C875-AC61-4789-9F5B-F24152736015}" type="pres">
      <dgm:prSet presAssocID="{77E36997-0958-466F-B492-B604DA00FE2E}" presName="spaceRect" presStyleCnt="0"/>
      <dgm:spPr/>
    </dgm:pt>
    <dgm:pt modelId="{140D143F-859D-4A47-9B6C-3410FD9393FB}" type="pres">
      <dgm:prSet presAssocID="{77E36997-0958-466F-B492-B604DA00FE2E}" presName="parTx" presStyleLbl="revTx" presStyleIdx="0" presStyleCnt="3">
        <dgm:presLayoutVars>
          <dgm:chMax val="0"/>
          <dgm:chPref val="0"/>
        </dgm:presLayoutVars>
      </dgm:prSet>
      <dgm:spPr/>
    </dgm:pt>
    <dgm:pt modelId="{66CCB4F5-52B6-475E-ACC8-FB781F6D397E}" type="pres">
      <dgm:prSet presAssocID="{EF62061D-D743-4122-B1FB-A3CD7BF8AA7A}" presName="sibTrans" presStyleCnt="0"/>
      <dgm:spPr/>
    </dgm:pt>
    <dgm:pt modelId="{447B2951-F51C-4184-8977-5D756EBE8BB4}" type="pres">
      <dgm:prSet presAssocID="{F9E0B767-D091-4CC2-9372-E2E1AA18EE16}" presName="compNode" presStyleCnt="0"/>
      <dgm:spPr/>
    </dgm:pt>
    <dgm:pt modelId="{CBFF549C-3A86-4F88-A1CA-E22F586B86DF}" type="pres">
      <dgm:prSet presAssocID="{F9E0B767-D091-4CC2-9372-E2E1AA18EE16}" presName="bgRect" presStyleLbl="bgShp" presStyleIdx="1" presStyleCnt="3"/>
      <dgm:spPr/>
    </dgm:pt>
    <dgm:pt modelId="{5933E6A1-8062-4685-B27B-CC358339E124}" type="pres">
      <dgm:prSet presAssocID="{F9E0B767-D091-4CC2-9372-E2E1AA18EE1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ity"/>
        </a:ext>
      </dgm:extLst>
    </dgm:pt>
    <dgm:pt modelId="{6947CAFB-8C63-4145-B0E9-1813E8D99346}" type="pres">
      <dgm:prSet presAssocID="{F9E0B767-D091-4CC2-9372-E2E1AA18EE16}" presName="spaceRect" presStyleCnt="0"/>
      <dgm:spPr/>
    </dgm:pt>
    <dgm:pt modelId="{B3AD412B-CC44-4D50-8DC9-27F40ADFF66A}" type="pres">
      <dgm:prSet presAssocID="{F9E0B767-D091-4CC2-9372-E2E1AA18EE16}" presName="parTx" presStyleLbl="revTx" presStyleIdx="1" presStyleCnt="3">
        <dgm:presLayoutVars>
          <dgm:chMax val="0"/>
          <dgm:chPref val="0"/>
        </dgm:presLayoutVars>
      </dgm:prSet>
      <dgm:spPr/>
    </dgm:pt>
    <dgm:pt modelId="{D142BF8D-4B5C-4367-BFBB-6DB86653C6A6}" type="pres">
      <dgm:prSet presAssocID="{C6B5CDFF-3033-4510-828E-C405D40C1F69}" presName="sibTrans" presStyleCnt="0"/>
      <dgm:spPr/>
    </dgm:pt>
    <dgm:pt modelId="{325D1108-683E-485A-B019-03259F26001C}" type="pres">
      <dgm:prSet presAssocID="{5B6A39B2-38A3-4FE8-BCB5-12C3842A7E7E}" presName="compNode" presStyleCnt="0"/>
      <dgm:spPr/>
    </dgm:pt>
    <dgm:pt modelId="{950305B3-E736-4526-A455-0D22FD11FF02}" type="pres">
      <dgm:prSet presAssocID="{5B6A39B2-38A3-4FE8-BCB5-12C3842A7E7E}" presName="bgRect" presStyleLbl="bgShp" presStyleIdx="2" presStyleCnt="3"/>
      <dgm:spPr/>
    </dgm:pt>
    <dgm:pt modelId="{C1DE9AD8-2FA4-4559-A780-9E549E2C54EA}" type="pres">
      <dgm:prSet presAssocID="{5B6A39B2-38A3-4FE8-BCB5-12C3842A7E7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Rocket"/>
        </a:ext>
      </dgm:extLst>
    </dgm:pt>
    <dgm:pt modelId="{5C4C5E20-23DF-47CB-AB67-8AD76991AEED}" type="pres">
      <dgm:prSet presAssocID="{5B6A39B2-38A3-4FE8-BCB5-12C3842A7E7E}" presName="spaceRect" presStyleCnt="0"/>
      <dgm:spPr/>
    </dgm:pt>
    <dgm:pt modelId="{A8FAB2D8-A2E1-4728-AFED-B34A2581AFEE}" type="pres">
      <dgm:prSet presAssocID="{5B6A39B2-38A3-4FE8-BCB5-12C3842A7E7E}" presName="parTx" presStyleLbl="revTx" presStyleIdx="2" presStyleCnt="3">
        <dgm:presLayoutVars>
          <dgm:chMax val="0"/>
          <dgm:chPref val="0"/>
        </dgm:presLayoutVars>
      </dgm:prSet>
      <dgm:spPr/>
    </dgm:pt>
  </dgm:ptLst>
  <dgm:cxnLst>
    <dgm:cxn modelId="{28DAB106-F918-464B-9652-B21E3AB89C25}" srcId="{1DB27873-A50C-4335-9DE7-28E04C51FEA8}" destId="{F9E0B767-D091-4CC2-9372-E2E1AA18EE16}" srcOrd="1" destOrd="0" parTransId="{75D112B1-6CE3-4BE6-BAFB-4F852232272F}" sibTransId="{C6B5CDFF-3033-4510-828E-C405D40C1F69}"/>
    <dgm:cxn modelId="{9B7A5B29-22F6-4D11-8D70-04D2196E70E1}" type="presOf" srcId="{77E36997-0958-466F-B492-B604DA00FE2E}" destId="{140D143F-859D-4A47-9B6C-3410FD9393FB}" srcOrd="0" destOrd="0" presId="urn:microsoft.com/office/officeart/2018/2/layout/IconVerticalSolidList"/>
    <dgm:cxn modelId="{BCD30361-F114-4C72-9DB2-070E50BD0643}" type="presOf" srcId="{F9E0B767-D091-4CC2-9372-E2E1AA18EE16}" destId="{B3AD412B-CC44-4D50-8DC9-27F40ADFF66A}" srcOrd="0" destOrd="0" presId="urn:microsoft.com/office/officeart/2018/2/layout/IconVerticalSolidList"/>
    <dgm:cxn modelId="{10231856-456E-4CD6-92C9-5A473191E299}" type="presOf" srcId="{1DB27873-A50C-4335-9DE7-28E04C51FEA8}" destId="{148D0E80-7B46-4298-B7DB-A8762A44D574}" srcOrd="0" destOrd="0" presId="urn:microsoft.com/office/officeart/2018/2/layout/IconVerticalSolidList"/>
    <dgm:cxn modelId="{4171A5BA-C298-4C21-A812-17A28C7B7101}" type="presOf" srcId="{5B6A39B2-38A3-4FE8-BCB5-12C3842A7E7E}" destId="{A8FAB2D8-A2E1-4728-AFED-B34A2581AFEE}" srcOrd="0" destOrd="0" presId="urn:microsoft.com/office/officeart/2018/2/layout/IconVerticalSolidList"/>
    <dgm:cxn modelId="{803EE7D2-8CEE-4447-9C89-60DA1D26D06F}" srcId="{1DB27873-A50C-4335-9DE7-28E04C51FEA8}" destId="{77E36997-0958-466F-B492-B604DA00FE2E}" srcOrd="0" destOrd="0" parTransId="{79F40C1E-8467-4222-8569-4783D7DC2E27}" sibTransId="{EF62061D-D743-4122-B1FB-A3CD7BF8AA7A}"/>
    <dgm:cxn modelId="{56C598DB-9703-486F-B158-0A66634790E9}" srcId="{1DB27873-A50C-4335-9DE7-28E04C51FEA8}" destId="{5B6A39B2-38A3-4FE8-BCB5-12C3842A7E7E}" srcOrd="2" destOrd="0" parTransId="{CC4FC2EA-E279-4765-96C6-F7A087F9DC8F}" sibTransId="{C6646A7E-8D58-4F4A-8497-32F0FDB26B9B}"/>
    <dgm:cxn modelId="{4EFC9DF7-71D3-4154-8995-4A06527C550E}" type="presParOf" srcId="{148D0E80-7B46-4298-B7DB-A8762A44D574}" destId="{69FF21F5-BE61-4D8F-BECB-79A2B9F515D4}" srcOrd="0" destOrd="0" presId="urn:microsoft.com/office/officeart/2018/2/layout/IconVerticalSolidList"/>
    <dgm:cxn modelId="{ABBBC94A-3B58-4EEB-B3F0-0335A38E6B4B}" type="presParOf" srcId="{69FF21F5-BE61-4D8F-BECB-79A2B9F515D4}" destId="{B7856B4D-1293-41C6-8D0F-90214BE4A388}" srcOrd="0" destOrd="0" presId="urn:microsoft.com/office/officeart/2018/2/layout/IconVerticalSolidList"/>
    <dgm:cxn modelId="{B95A3954-750F-40C2-BE11-E550502F3BC4}" type="presParOf" srcId="{69FF21F5-BE61-4D8F-BECB-79A2B9F515D4}" destId="{FB39818F-417F-4DE2-BA30-DE85189CD167}" srcOrd="1" destOrd="0" presId="urn:microsoft.com/office/officeart/2018/2/layout/IconVerticalSolidList"/>
    <dgm:cxn modelId="{4C9CD8BB-CF08-44FA-943A-1F709D9F1C08}" type="presParOf" srcId="{69FF21F5-BE61-4D8F-BECB-79A2B9F515D4}" destId="{9781C875-AC61-4789-9F5B-F24152736015}" srcOrd="2" destOrd="0" presId="urn:microsoft.com/office/officeart/2018/2/layout/IconVerticalSolidList"/>
    <dgm:cxn modelId="{9E2E5483-194F-4736-AFDA-9D8337818341}" type="presParOf" srcId="{69FF21F5-BE61-4D8F-BECB-79A2B9F515D4}" destId="{140D143F-859D-4A47-9B6C-3410FD9393FB}" srcOrd="3" destOrd="0" presId="urn:microsoft.com/office/officeart/2018/2/layout/IconVerticalSolidList"/>
    <dgm:cxn modelId="{A208C08B-8363-48BC-A0E6-725995A9AB1D}" type="presParOf" srcId="{148D0E80-7B46-4298-B7DB-A8762A44D574}" destId="{66CCB4F5-52B6-475E-ACC8-FB781F6D397E}" srcOrd="1" destOrd="0" presId="urn:microsoft.com/office/officeart/2018/2/layout/IconVerticalSolidList"/>
    <dgm:cxn modelId="{F026DA25-57FE-43EF-B492-8936F88727E1}" type="presParOf" srcId="{148D0E80-7B46-4298-B7DB-A8762A44D574}" destId="{447B2951-F51C-4184-8977-5D756EBE8BB4}" srcOrd="2" destOrd="0" presId="urn:microsoft.com/office/officeart/2018/2/layout/IconVerticalSolidList"/>
    <dgm:cxn modelId="{4D9BF1F2-E259-4CE4-AB54-DAD2A020A3D5}" type="presParOf" srcId="{447B2951-F51C-4184-8977-5D756EBE8BB4}" destId="{CBFF549C-3A86-4F88-A1CA-E22F586B86DF}" srcOrd="0" destOrd="0" presId="urn:microsoft.com/office/officeart/2018/2/layout/IconVerticalSolidList"/>
    <dgm:cxn modelId="{F9849C20-92D3-4BFA-9F34-3F585831B5D9}" type="presParOf" srcId="{447B2951-F51C-4184-8977-5D756EBE8BB4}" destId="{5933E6A1-8062-4685-B27B-CC358339E124}" srcOrd="1" destOrd="0" presId="urn:microsoft.com/office/officeart/2018/2/layout/IconVerticalSolidList"/>
    <dgm:cxn modelId="{FD46B4E2-4717-4634-8239-237018EEADE0}" type="presParOf" srcId="{447B2951-F51C-4184-8977-5D756EBE8BB4}" destId="{6947CAFB-8C63-4145-B0E9-1813E8D99346}" srcOrd="2" destOrd="0" presId="urn:microsoft.com/office/officeart/2018/2/layout/IconVerticalSolidList"/>
    <dgm:cxn modelId="{9FEC825D-64B4-4D1D-A257-4BEE26302F90}" type="presParOf" srcId="{447B2951-F51C-4184-8977-5D756EBE8BB4}" destId="{B3AD412B-CC44-4D50-8DC9-27F40ADFF66A}" srcOrd="3" destOrd="0" presId="urn:microsoft.com/office/officeart/2018/2/layout/IconVerticalSolidList"/>
    <dgm:cxn modelId="{325FD734-EC74-46AB-A785-911AD24768FD}" type="presParOf" srcId="{148D0E80-7B46-4298-B7DB-A8762A44D574}" destId="{D142BF8D-4B5C-4367-BFBB-6DB86653C6A6}" srcOrd="3" destOrd="0" presId="urn:microsoft.com/office/officeart/2018/2/layout/IconVerticalSolidList"/>
    <dgm:cxn modelId="{25ECD17F-333A-45B9-9117-ADEA0D52AF89}" type="presParOf" srcId="{148D0E80-7B46-4298-B7DB-A8762A44D574}" destId="{325D1108-683E-485A-B019-03259F26001C}" srcOrd="4" destOrd="0" presId="urn:microsoft.com/office/officeart/2018/2/layout/IconVerticalSolidList"/>
    <dgm:cxn modelId="{EA8D76F6-2C20-4C45-9402-569D644932F8}" type="presParOf" srcId="{325D1108-683E-485A-B019-03259F26001C}" destId="{950305B3-E736-4526-A455-0D22FD11FF02}" srcOrd="0" destOrd="0" presId="urn:microsoft.com/office/officeart/2018/2/layout/IconVerticalSolidList"/>
    <dgm:cxn modelId="{3DAC89DF-79E7-4BFC-9F54-4E88FE704979}" type="presParOf" srcId="{325D1108-683E-485A-B019-03259F26001C}" destId="{C1DE9AD8-2FA4-4559-A780-9E549E2C54EA}" srcOrd="1" destOrd="0" presId="urn:microsoft.com/office/officeart/2018/2/layout/IconVerticalSolidList"/>
    <dgm:cxn modelId="{CA4E38D4-6684-4B2F-8FF1-140338D29E43}" type="presParOf" srcId="{325D1108-683E-485A-B019-03259F26001C}" destId="{5C4C5E20-23DF-47CB-AB67-8AD76991AEED}" srcOrd="2" destOrd="0" presId="urn:microsoft.com/office/officeart/2018/2/layout/IconVerticalSolidList"/>
    <dgm:cxn modelId="{64B6B3D5-036C-4177-8ECB-8160979689D6}" type="presParOf" srcId="{325D1108-683E-485A-B019-03259F26001C}" destId="{A8FAB2D8-A2E1-4728-AFED-B34A2581AFE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552E252-7E1D-4C15-BA0D-32FAC8F991FA}" type="doc">
      <dgm:prSet loTypeId="urn:microsoft.com/office/officeart/2005/8/layout/vList2" loCatId="list" qsTypeId="urn:microsoft.com/office/officeart/2005/8/quickstyle/simple3" qsCatId="simple" csTypeId="urn:microsoft.com/office/officeart/2005/8/colors/accent0_1" csCatId="mainScheme" phldr="1"/>
      <dgm:spPr/>
      <dgm:t>
        <a:bodyPr/>
        <a:lstStyle/>
        <a:p>
          <a:endParaRPr lang="en-US"/>
        </a:p>
      </dgm:t>
    </dgm:pt>
    <dgm:pt modelId="{C58E7BE3-DACA-45C2-8AC6-66BA806A131F}">
      <dgm:prSet/>
      <dgm:spPr/>
      <dgm:t>
        <a:bodyPr/>
        <a:lstStyle/>
        <a:p>
          <a:r>
            <a:rPr lang="en-US" b="1"/>
            <a:t>Can we predict the next 14 days of rat sightings for NYC and each borough?</a:t>
          </a:r>
          <a:endParaRPr lang="en-US"/>
        </a:p>
      </dgm:t>
    </dgm:pt>
    <dgm:pt modelId="{687F8A26-0DF7-433F-B56C-BA7A8F5C3CC3}" type="parTrans" cxnId="{59E64AF9-39A0-4924-AC77-2AD3A5F8017D}">
      <dgm:prSet/>
      <dgm:spPr/>
      <dgm:t>
        <a:bodyPr/>
        <a:lstStyle/>
        <a:p>
          <a:endParaRPr lang="en-US"/>
        </a:p>
      </dgm:t>
    </dgm:pt>
    <dgm:pt modelId="{DCD75B1C-A05A-40DE-BFBB-1C27A5721DE2}" type="sibTrans" cxnId="{59E64AF9-39A0-4924-AC77-2AD3A5F8017D}">
      <dgm:prSet/>
      <dgm:spPr/>
      <dgm:t>
        <a:bodyPr/>
        <a:lstStyle/>
        <a:p>
          <a:endParaRPr lang="en-US"/>
        </a:p>
      </dgm:t>
    </dgm:pt>
    <dgm:pt modelId="{42FD43B8-A862-43CC-A87E-741B88063E50}" type="pres">
      <dgm:prSet presAssocID="{1552E252-7E1D-4C15-BA0D-32FAC8F991FA}" presName="linear" presStyleCnt="0">
        <dgm:presLayoutVars>
          <dgm:animLvl val="lvl"/>
          <dgm:resizeHandles val="exact"/>
        </dgm:presLayoutVars>
      </dgm:prSet>
      <dgm:spPr/>
    </dgm:pt>
    <dgm:pt modelId="{D90986DB-F3AC-4E0F-BF1D-F4EBEF7FE1DC}" type="pres">
      <dgm:prSet presAssocID="{C58E7BE3-DACA-45C2-8AC6-66BA806A131F}" presName="parentText" presStyleLbl="node1" presStyleIdx="0" presStyleCnt="1" custLinFactNeighborX="-7013" custLinFactNeighborY="-9508">
        <dgm:presLayoutVars>
          <dgm:chMax val="0"/>
          <dgm:bulletEnabled val="1"/>
        </dgm:presLayoutVars>
      </dgm:prSet>
      <dgm:spPr/>
    </dgm:pt>
  </dgm:ptLst>
  <dgm:cxnLst>
    <dgm:cxn modelId="{F8D71AAA-CC48-44A1-9195-906741EB1DB3}" type="presOf" srcId="{1552E252-7E1D-4C15-BA0D-32FAC8F991FA}" destId="{42FD43B8-A862-43CC-A87E-741B88063E50}" srcOrd="0" destOrd="0" presId="urn:microsoft.com/office/officeart/2005/8/layout/vList2"/>
    <dgm:cxn modelId="{30926FAB-3CBA-4F50-B259-5C60DA64473F}" type="presOf" srcId="{C58E7BE3-DACA-45C2-8AC6-66BA806A131F}" destId="{D90986DB-F3AC-4E0F-BF1D-F4EBEF7FE1DC}" srcOrd="0" destOrd="0" presId="urn:microsoft.com/office/officeart/2005/8/layout/vList2"/>
    <dgm:cxn modelId="{59E64AF9-39A0-4924-AC77-2AD3A5F8017D}" srcId="{1552E252-7E1D-4C15-BA0D-32FAC8F991FA}" destId="{C58E7BE3-DACA-45C2-8AC6-66BA806A131F}" srcOrd="0" destOrd="0" parTransId="{687F8A26-0DF7-433F-B56C-BA7A8F5C3CC3}" sibTransId="{DCD75B1C-A05A-40DE-BFBB-1C27A5721DE2}"/>
    <dgm:cxn modelId="{CA1796B5-C567-4FFB-8930-FDCB26EECC2F}" type="presParOf" srcId="{42FD43B8-A862-43CC-A87E-741B88063E50}" destId="{D90986DB-F3AC-4E0F-BF1D-F4EBEF7FE1DC}"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1C9A156-9A37-41A9-9D67-E4B3B4CD1E5B}" type="doc">
      <dgm:prSet loTypeId="urn:microsoft.com/office/officeart/2018/2/layout/IconVerticalSolidList" loCatId="icon" qsTypeId="urn:microsoft.com/office/officeart/2005/8/quickstyle/simple1" qsCatId="simple" csTypeId="urn:microsoft.com/office/officeart/2005/8/colors/accent0_3" csCatId="mainScheme" phldr="1"/>
      <dgm:spPr/>
      <dgm:t>
        <a:bodyPr/>
        <a:lstStyle/>
        <a:p>
          <a:endParaRPr lang="en-US"/>
        </a:p>
      </dgm:t>
    </dgm:pt>
    <dgm:pt modelId="{9E4DF659-549D-4491-81EA-CEEB18D05D82}">
      <dgm:prSet custT="1"/>
      <dgm:spPr/>
      <dgm:t>
        <a:bodyPr lIns="91440"/>
        <a:lstStyle/>
        <a:p>
          <a:pPr marL="0" indent="0">
            <a:lnSpc>
              <a:spcPct val="100000"/>
            </a:lnSpc>
          </a:pPr>
          <a:r>
            <a:rPr lang="en-US" sz="1400" b="1"/>
            <a:t>Final data used</a:t>
          </a:r>
        </a:p>
      </dgm:t>
    </dgm:pt>
    <dgm:pt modelId="{95A53CB2-1F9D-4E93-A93B-98C491A46B87}" type="parTrans" cxnId="{ED9E0661-46D5-493E-89E0-BFD4FABE2C1C}">
      <dgm:prSet/>
      <dgm:spPr/>
      <dgm:t>
        <a:bodyPr/>
        <a:lstStyle/>
        <a:p>
          <a:endParaRPr lang="en-US"/>
        </a:p>
      </dgm:t>
    </dgm:pt>
    <dgm:pt modelId="{FF84A24E-269E-42DA-BB7D-18CA29F057D1}" type="sibTrans" cxnId="{ED9E0661-46D5-493E-89E0-BFD4FABE2C1C}">
      <dgm:prSet/>
      <dgm:spPr/>
      <dgm:t>
        <a:bodyPr/>
        <a:lstStyle/>
        <a:p>
          <a:endParaRPr lang="en-US"/>
        </a:p>
      </dgm:t>
    </dgm:pt>
    <dgm:pt modelId="{2E82BC88-1409-4077-B931-77C10726089C}">
      <dgm:prSet/>
      <dgm:spPr/>
      <dgm:t>
        <a:bodyPr/>
        <a:lstStyle/>
        <a:p>
          <a:pPr>
            <a:lnSpc>
              <a:spcPct val="100000"/>
            </a:lnSpc>
          </a:pPr>
          <a:r>
            <a:rPr lang="en-US" b="1"/>
            <a:t>Open-</a:t>
          </a:r>
          <a:r>
            <a:rPr lang="en-US" b="1" err="1"/>
            <a:t>Meteo</a:t>
          </a:r>
          <a:r>
            <a:rPr lang="en-US" b="1"/>
            <a:t> weather</a:t>
          </a:r>
          <a:br>
            <a:rPr lang="en-US" b="1"/>
          </a:br>
          <a:endParaRPr lang="en-US" b="1"/>
        </a:p>
      </dgm:t>
    </dgm:pt>
    <dgm:pt modelId="{8030D8B6-779B-4F44-9341-DC828577EC66}" type="parTrans" cxnId="{0540821F-ECE5-4A27-96E6-6FB4BE25341F}">
      <dgm:prSet/>
      <dgm:spPr/>
      <dgm:t>
        <a:bodyPr/>
        <a:lstStyle/>
        <a:p>
          <a:endParaRPr lang="en-US"/>
        </a:p>
      </dgm:t>
    </dgm:pt>
    <dgm:pt modelId="{05A564A1-DF85-4369-BE54-13E2B6D6481E}" type="sibTrans" cxnId="{0540821F-ECE5-4A27-96E6-6FB4BE25341F}">
      <dgm:prSet/>
      <dgm:spPr/>
      <dgm:t>
        <a:bodyPr/>
        <a:lstStyle/>
        <a:p>
          <a:endParaRPr lang="en-US"/>
        </a:p>
      </dgm:t>
    </dgm:pt>
    <dgm:pt modelId="{D7522515-D565-46E6-A8E7-3AA94C6C53CC}">
      <dgm:prSet/>
      <dgm:spPr/>
      <dgm:t>
        <a:bodyPr/>
        <a:lstStyle/>
        <a:p>
          <a:pPr>
            <a:lnSpc>
              <a:spcPct val="100000"/>
            </a:lnSpc>
          </a:pPr>
          <a:r>
            <a:rPr lang="en-US" b="1"/>
            <a:t>Engineered feature</a:t>
          </a:r>
        </a:p>
      </dgm:t>
    </dgm:pt>
    <dgm:pt modelId="{38447041-7882-49F5-8C53-DAAED0135BF6}" type="parTrans" cxnId="{EED31E7D-0572-463C-82A5-F0CAFA2BE7B6}">
      <dgm:prSet/>
      <dgm:spPr/>
      <dgm:t>
        <a:bodyPr/>
        <a:lstStyle/>
        <a:p>
          <a:endParaRPr lang="en-US"/>
        </a:p>
      </dgm:t>
    </dgm:pt>
    <dgm:pt modelId="{AFB86EC0-B443-408B-B965-ACF54F810708}" type="sibTrans" cxnId="{EED31E7D-0572-463C-82A5-F0CAFA2BE7B6}">
      <dgm:prSet/>
      <dgm:spPr/>
      <dgm:t>
        <a:bodyPr/>
        <a:lstStyle/>
        <a:p>
          <a:endParaRPr lang="en-US"/>
        </a:p>
      </dgm:t>
    </dgm:pt>
    <dgm:pt modelId="{F989EC41-414A-4EA6-A48F-B552B2B193D2}">
      <dgm:prSet/>
      <dgm:spPr/>
      <dgm:t>
        <a:bodyPr/>
        <a:lstStyle/>
        <a:p>
          <a:pPr>
            <a:lnSpc>
              <a:spcPct val="100000"/>
            </a:lnSpc>
            <a:tabLst/>
          </a:pPr>
          <a:r>
            <a:rPr lang="en-US" b="1"/>
            <a:t>Also Explored</a:t>
          </a:r>
        </a:p>
      </dgm:t>
    </dgm:pt>
    <dgm:pt modelId="{9F09E934-E7D7-439E-98F1-321CD1B7E892}" type="parTrans" cxnId="{D6C7CC21-299F-423F-A375-29E575C0A42F}">
      <dgm:prSet/>
      <dgm:spPr/>
      <dgm:t>
        <a:bodyPr/>
        <a:lstStyle/>
        <a:p>
          <a:endParaRPr lang="en-US"/>
        </a:p>
      </dgm:t>
    </dgm:pt>
    <dgm:pt modelId="{CD2DB0A6-8344-425C-94A7-DDFA6E2F1C5E}" type="sibTrans" cxnId="{D6C7CC21-299F-423F-A375-29E575C0A42F}">
      <dgm:prSet/>
      <dgm:spPr/>
      <dgm:t>
        <a:bodyPr/>
        <a:lstStyle/>
        <a:p>
          <a:endParaRPr lang="en-US"/>
        </a:p>
      </dgm:t>
    </dgm:pt>
    <dgm:pt modelId="{65324003-6C48-4689-8BCA-FC0728D85F39}">
      <dgm:prSet/>
      <dgm:spPr/>
      <dgm:t>
        <a:bodyPr/>
        <a:lstStyle/>
        <a:p>
          <a:pPr rtl="0">
            <a:lnSpc>
              <a:spcPct val="100000"/>
            </a:lnSpc>
          </a:pPr>
          <a:r>
            <a:rPr lang="en-US" b="1" i="0" u="none" strike="noStrike" cap="none">
              <a:latin typeface="Arial"/>
              <a:cs typeface="Arial"/>
              <a:sym typeface="Arial"/>
            </a:rPr>
            <a:t>inspections, catch basins, IRS, DSNY</a:t>
          </a:r>
          <a:r>
            <a:rPr lang="en-US" b="1" i="0" u="none" strike="noStrike" cap="none">
              <a:latin typeface="Arial"/>
              <a:ea typeface="Arial"/>
              <a:cs typeface="Arial"/>
              <a:sym typeface="Arial"/>
            </a:rPr>
            <a:t> trash tonnage</a:t>
          </a:r>
        </a:p>
      </dgm:t>
    </dgm:pt>
    <dgm:pt modelId="{FB04BC2B-66BB-4555-9AE0-6EBCAEDED28C}" type="parTrans" cxnId="{789B0EDB-6CEF-41D7-874A-F5653E74B1CD}">
      <dgm:prSet/>
      <dgm:spPr/>
      <dgm:t>
        <a:bodyPr/>
        <a:lstStyle/>
        <a:p>
          <a:endParaRPr lang="en-US"/>
        </a:p>
      </dgm:t>
    </dgm:pt>
    <dgm:pt modelId="{1C3813F4-74DA-45C3-B06E-314136C4A3E4}" type="sibTrans" cxnId="{789B0EDB-6CEF-41D7-874A-F5653E74B1CD}">
      <dgm:prSet/>
      <dgm:spPr/>
      <dgm:t>
        <a:bodyPr/>
        <a:lstStyle/>
        <a:p>
          <a:endParaRPr lang="en-US"/>
        </a:p>
      </dgm:t>
    </dgm:pt>
    <dgm:pt modelId="{4A6CD660-CBBD-4A85-AC01-0E17AF4AD6FE}">
      <dgm:prSet/>
      <dgm:spPr/>
      <dgm:t>
        <a:bodyPr/>
        <a:lstStyle/>
        <a:p>
          <a:pPr>
            <a:lnSpc>
              <a:spcPct val="100000"/>
            </a:lnSpc>
          </a:pPr>
          <a:r>
            <a:rPr lang="en-US" b="1"/>
            <a:t>NYC 311 Rat Sightings</a:t>
          </a:r>
          <a:br>
            <a:rPr lang="en-US" b="1"/>
          </a:br>
          <a:endParaRPr lang="en-US"/>
        </a:p>
      </dgm:t>
    </dgm:pt>
    <dgm:pt modelId="{9FA55132-094D-4E2E-A678-9BEDA8F19023}" type="parTrans" cxnId="{E00C1BA1-F362-4138-B77B-F84EDF593AA3}">
      <dgm:prSet/>
      <dgm:spPr/>
      <dgm:t>
        <a:bodyPr/>
        <a:lstStyle/>
        <a:p>
          <a:endParaRPr lang="en-US"/>
        </a:p>
      </dgm:t>
    </dgm:pt>
    <dgm:pt modelId="{D308E81B-8981-4C65-B6F1-A6AA53F8A736}" type="sibTrans" cxnId="{E00C1BA1-F362-4138-B77B-F84EDF593AA3}">
      <dgm:prSet/>
      <dgm:spPr/>
      <dgm:t>
        <a:bodyPr/>
        <a:lstStyle/>
        <a:p>
          <a:endParaRPr lang="en-US"/>
        </a:p>
      </dgm:t>
    </dgm:pt>
    <dgm:pt modelId="{3E555D59-5FC0-4949-BC17-7A07F58F3F76}" type="pres">
      <dgm:prSet presAssocID="{41C9A156-9A37-41A9-9D67-E4B3B4CD1E5B}" presName="root" presStyleCnt="0">
        <dgm:presLayoutVars>
          <dgm:dir/>
          <dgm:resizeHandles val="exact"/>
        </dgm:presLayoutVars>
      </dgm:prSet>
      <dgm:spPr/>
    </dgm:pt>
    <dgm:pt modelId="{7995174B-28FC-4F2D-AB07-C3BDB9D67619}" type="pres">
      <dgm:prSet presAssocID="{9E4DF659-549D-4491-81EA-CEEB18D05D82}" presName="compNode" presStyleCnt="0"/>
      <dgm:spPr/>
    </dgm:pt>
    <dgm:pt modelId="{08BB5018-3BCB-4A73-8E90-B1E3D4438F45}" type="pres">
      <dgm:prSet presAssocID="{9E4DF659-549D-4491-81EA-CEEB18D05D82}" presName="bgRect" presStyleLbl="bgShp" presStyleIdx="0" presStyleCnt="2" custLinFactNeighborX="0" custLinFactNeighborY="-1414"/>
      <dgm:spPr/>
    </dgm:pt>
    <dgm:pt modelId="{4809A773-759C-4271-A1A1-AECC7D954755}" type="pres">
      <dgm:prSet presAssocID="{9E4DF659-549D-4491-81EA-CEEB18D05D8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ar chart"/>
        </a:ext>
      </dgm:extLst>
    </dgm:pt>
    <dgm:pt modelId="{E006E11D-6B64-44E4-8A3A-F9668CB37ED4}" type="pres">
      <dgm:prSet presAssocID="{9E4DF659-549D-4491-81EA-CEEB18D05D82}" presName="spaceRect" presStyleCnt="0"/>
      <dgm:spPr/>
    </dgm:pt>
    <dgm:pt modelId="{DF55CD0E-3C99-4524-8121-B8AAE67DB6CF}" type="pres">
      <dgm:prSet presAssocID="{9E4DF659-549D-4491-81EA-CEEB18D05D82}" presName="parTx" presStyleLbl="revTx" presStyleIdx="0" presStyleCnt="4" custScaleX="55967">
        <dgm:presLayoutVars>
          <dgm:chMax val="0"/>
          <dgm:chPref val="0"/>
        </dgm:presLayoutVars>
      </dgm:prSet>
      <dgm:spPr/>
    </dgm:pt>
    <dgm:pt modelId="{296B5E71-4FE7-454C-9D7B-D8A006755611}" type="pres">
      <dgm:prSet presAssocID="{9E4DF659-549D-4491-81EA-CEEB18D05D82}" presName="desTx" presStyleLbl="revTx" presStyleIdx="1" presStyleCnt="4" custScaleX="100000" custLinFactNeighborX="14233">
        <dgm:presLayoutVars/>
      </dgm:prSet>
      <dgm:spPr/>
    </dgm:pt>
    <dgm:pt modelId="{3027CA12-9C32-4DF8-A6DD-1650408B83B9}" type="pres">
      <dgm:prSet presAssocID="{FF84A24E-269E-42DA-BB7D-18CA29F057D1}" presName="sibTrans" presStyleCnt="0"/>
      <dgm:spPr/>
    </dgm:pt>
    <dgm:pt modelId="{880858ED-B1A7-46E6-9B47-C00177DF21E8}" type="pres">
      <dgm:prSet presAssocID="{F989EC41-414A-4EA6-A48F-B552B2B193D2}" presName="compNode" presStyleCnt="0"/>
      <dgm:spPr/>
    </dgm:pt>
    <dgm:pt modelId="{DB38ABC5-DEAC-4552-AAC9-2A71663F584D}" type="pres">
      <dgm:prSet presAssocID="{F989EC41-414A-4EA6-A48F-B552B2B193D2}" presName="bgRect" presStyleLbl="bgShp" presStyleIdx="1" presStyleCnt="2" custLinFactNeighborX="1188"/>
      <dgm:spPr/>
    </dgm:pt>
    <dgm:pt modelId="{093BFFCD-618A-4E8C-B7C3-784C63D98BB0}" type="pres">
      <dgm:prSet presAssocID="{F989EC41-414A-4EA6-A48F-B552B2B193D2}"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w"/>
        </a:ext>
      </dgm:extLst>
    </dgm:pt>
    <dgm:pt modelId="{B5C6BF01-06AD-45D4-9688-F5A976DF62D9}" type="pres">
      <dgm:prSet presAssocID="{F989EC41-414A-4EA6-A48F-B552B2B193D2}" presName="spaceRect" presStyleCnt="0"/>
      <dgm:spPr/>
    </dgm:pt>
    <dgm:pt modelId="{9B2A368B-35B4-4D5B-80A7-A07A3A6C2081}" type="pres">
      <dgm:prSet presAssocID="{F989EC41-414A-4EA6-A48F-B552B2B193D2}" presName="parTx" presStyleLbl="revTx" presStyleIdx="2" presStyleCnt="4" custScaleX="59259">
        <dgm:presLayoutVars>
          <dgm:chMax val="0"/>
          <dgm:chPref val="0"/>
        </dgm:presLayoutVars>
      </dgm:prSet>
      <dgm:spPr/>
    </dgm:pt>
    <dgm:pt modelId="{4076DAA0-3D6F-40E5-A61A-8CFFEEB11806}" type="pres">
      <dgm:prSet presAssocID="{F989EC41-414A-4EA6-A48F-B552B2B193D2}" presName="desTx" presStyleLbl="revTx" presStyleIdx="3" presStyleCnt="4" custScaleX="100000" custLinFactNeighborX="10636">
        <dgm:presLayoutVars/>
      </dgm:prSet>
      <dgm:spPr/>
    </dgm:pt>
  </dgm:ptLst>
  <dgm:cxnLst>
    <dgm:cxn modelId="{F5ECB91B-A2CD-4F18-BED1-400CE81364B2}" type="presOf" srcId="{41C9A156-9A37-41A9-9D67-E4B3B4CD1E5B}" destId="{3E555D59-5FC0-4949-BC17-7A07F58F3F76}" srcOrd="0" destOrd="0" presId="urn:microsoft.com/office/officeart/2018/2/layout/IconVerticalSolidList"/>
    <dgm:cxn modelId="{0540821F-ECE5-4A27-96E6-6FB4BE25341F}" srcId="{9E4DF659-549D-4491-81EA-CEEB18D05D82}" destId="{2E82BC88-1409-4077-B931-77C10726089C}" srcOrd="1" destOrd="0" parTransId="{8030D8B6-779B-4F44-9341-DC828577EC66}" sibTransId="{05A564A1-DF85-4369-BE54-13E2B6D6481E}"/>
    <dgm:cxn modelId="{D6C7CC21-299F-423F-A375-29E575C0A42F}" srcId="{41C9A156-9A37-41A9-9D67-E4B3B4CD1E5B}" destId="{F989EC41-414A-4EA6-A48F-B552B2B193D2}" srcOrd="1" destOrd="0" parTransId="{9F09E934-E7D7-439E-98F1-321CD1B7E892}" sibTransId="{CD2DB0A6-8344-425C-94A7-DDFA6E2F1C5E}"/>
    <dgm:cxn modelId="{A85BFB5C-11FE-4DAE-BC09-4AACF54C80C8}" type="presOf" srcId="{F989EC41-414A-4EA6-A48F-B552B2B193D2}" destId="{9B2A368B-35B4-4D5B-80A7-A07A3A6C2081}" srcOrd="0" destOrd="0" presId="urn:microsoft.com/office/officeart/2018/2/layout/IconVerticalSolidList"/>
    <dgm:cxn modelId="{ED9E0661-46D5-493E-89E0-BFD4FABE2C1C}" srcId="{41C9A156-9A37-41A9-9D67-E4B3B4CD1E5B}" destId="{9E4DF659-549D-4491-81EA-CEEB18D05D82}" srcOrd="0" destOrd="0" parTransId="{95A53CB2-1F9D-4E93-A93B-98C491A46B87}" sibTransId="{FF84A24E-269E-42DA-BB7D-18CA29F057D1}"/>
    <dgm:cxn modelId="{A4347977-8522-4AD5-A66A-43BBA41D5074}" type="presOf" srcId="{2E82BC88-1409-4077-B931-77C10726089C}" destId="{296B5E71-4FE7-454C-9D7B-D8A006755611}" srcOrd="0" destOrd="1" presId="urn:microsoft.com/office/officeart/2018/2/layout/IconVerticalSolidList"/>
    <dgm:cxn modelId="{EED31E7D-0572-463C-82A5-F0CAFA2BE7B6}" srcId="{9E4DF659-549D-4491-81EA-CEEB18D05D82}" destId="{D7522515-D565-46E6-A8E7-3AA94C6C53CC}" srcOrd="2" destOrd="0" parTransId="{38447041-7882-49F5-8C53-DAAED0135BF6}" sibTransId="{AFB86EC0-B443-408B-B965-ACF54F810708}"/>
    <dgm:cxn modelId="{E00C1BA1-F362-4138-B77B-F84EDF593AA3}" srcId="{9E4DF659-549D-4491-81EA-CEEB18D05D82}" destId="{4A6CD660-CBBD-4A85-AC01-0E17AF4AD6FE}" srcOrd="0" destOrd="0" parTransId="{9FA55132-094D-4E2E-A678-9BEDA8F19023}" sibTransId="{D308E81B-8981-4C65-B6F1-A6AA53F8A736}"/>
    <dgm:cxn modelId="{CE8601A9-42FA-447E-AE3A-C88C3921D602}" type="presOf" srcId="{9E4DF659-549D-4491-81EA-CEEB18D05D82}" destId="{DF55CD0E-3C99-4524-8121-B8AAE67DB6CF}" srcOrd="0" destOrd="0" presId="urn:microsoft.com/office/officeart/2018/2/layout/IconVerticalSolidList"/>
    <dgm:cxn modelId="{D7B3A9AD-A567-4F43-B5F8-3F3358E7EBCF}" type="presOf" srcId="{65324003-6C48-4689-8BCA-FC0728D85F39}" destId="{4076DAA0-3D6F-40E5-A61A-8CFFEEB11806}" srcOrd="0" destOrd="0" presId="urn:microsoft.com/office/officeart/2018/2/layout/IconVerticalSolidList"/>
    <dgm:cxn modelId="{789B0EDB-6CEF-41D7-874A-F5653E74B1CD}" srcId="{F989EC41-414A-4EA6-A48F-B552B2B193D2}" destId="{65324003-6C48-4689-8BCA-FC0728D85F39}" srcOrd="0" destOrd="0" parTransId="{FB04BC2B-66BB-4555-9AE0-6EBCAEDED28C}" sibTransId="{1C3813F4-74DA-45C3-B06E-314136C4A3E4}"/>
    <dgm:cxn modelId="{5558C4F7-D737-46CB-9805-DD280BCDD6BF}" type="presOf" srcId="{D7522515-D565-46E6-A8E7-3AA94C6C53CC}" destId="{296B5E71-4FE7-454C-9D7B-D8A006755611}" srcOrd="0" destOrd="2" presId="urn:microsoft.com/office/officeart/2018/2/layout/IconVerticalSolidList"/>
    <dgm:cxn modelId="{0C8576F8-9303-476B-9456-D08CC0E1FC9C}" type="presOf" srcId="{4A6CD660-CBBD-4A85-AC01-0E17AF4AD6FE}" destId="{296B5E71-4FE7-454C-9D7B-D8A006755611}" srcOrd="0" destOrd="0" presId="urn:microsoft.com/office/officeart/2018/2/layout/IconVerticalSolidList"/>
    <dgm:cxn modelId="{20CA0C8B-CF71-4825-9762-3BF5226B23F4}" type="presParOf" srcId="{3E555D59-5FC0-4949-BC17-7A07F58F3F76}" destId="{7995174B-28FC-4F2D-AB07-C3BDB9D67619}" srcOrd="0" destOrd="0" presId="urn:microsoft.com/office/officeart/2018/2/layout/IconVerticalSolidList"/>
    <dgm:cxn modelId="{664B620B-5FA4-421D-AC2C-40807A62185A}" type="presParOf" srcId="{7995174B-28FC-4F2D-AB07-C3BDB9D67619}" destId="{08BB5018-3BCB-4A73-8E90-B1E3D4438F45}" srcOrd="0" destOrd="0" presId="urn:microsoft.com/office/officeart/2018/2/layout/IconVerticalSolidList"/>
    <dgm:cxn modelId="{BE78514B-2A3C-4C7B-9C2F-069E0D80D2E8}" type="presParOf" srcId="{7995174B-28FC-4F2D-AB07-C3BDB9D67619}" destId="{4809A773-759C-4271-A1A1-AECC7D954755}" srcOrd="1" destOrd="0" presId="urn:microsoft.com/office/officeart/2018/2/layout/IconVerticalSolidList"/>
    <dgm:cxn modelId="{447F48B6-D1C0-40A2-B0A3-339FEAE8E20B}" type="presParOf" srcId="{7995174B-28FC-4F2D-AB07-C3BDB9D67619}" destId="{E006E11D-6B64-44E4-8A3A-F9668CB37ED4}" srcOrd="2" destOrd="0" presId="urn:microsoft.com/office/officeart/2018/2/layout/IconVerticalSolidList"/>
    <dgm:cxn modelId="{38730CDA-E1CA-4648-ABC6-B069D92D3C10}" type="presParOf" srcId="{7995174B-28FC-4F2D-AB07-C3BDB9D67619}" destId="{DF55CD0E-3C99-4524-8121-B8AAE67DB6CF}" srcOrd="3" destOrd="0" presId="urn:microsoft.com/office/officeart/2018/2/layout/IconVerticalSolidList"/>
    <dgm:cxn modelId="{C8754BD9-651F-4DF5-BDDB-E2D46AFC13BA}" type="presParOf" srcId="{7995174B-28FC-4F2D-AB07-C3BDB9D67619}" destId="{296B5E71-4FE7-454C-9D7B-D8A006755611}" srcOrd="4" destOrd="0" presId="urn:microsoft.com/office/officeart/2018/2/layout/IconVerticalSolidList"/>
    <dgm:cxn modelId="{7402E702-D485-4F7D-841E-645573169BEC}" type="presParOf" srcId="{3E555D59-5FC0-4949-BC17-7A07F58F3F76}" destId="{3027CA12-9C32-4DF8-A6DD-1650408B83B9}" srcOrd="1" destOrd="0" presId="urn:microsoft.com/office/officeart/2018/2/layout/IconVerticalSolidList"/>
    <dgm:cxn modelId="{508F852C-020E-4AD4-8E8B-59E48A859DAE}" type="presParOf" srcId="{3E555D59-5FC0-4949-BC17-7A07F58F3F76}" destId="{880858ED-B1A7-46E6-9B47-C00177DF21E8}" srcOrd="2" destOrd="0" presId="urn:microsoft.com/office/officeart/2018/2/layout/IconVerticalSolidList"/>
    <dgm:cxn modelId="{FF3C8B90-73F2-4673-BC7C-82277FEC9D79}" type="presParOf" srcId="{880858ED-B1A7-46E6-9B47-C00177DF21E8}" destId="{DB38ABC5-DEAC-4552-AAC9-2A71663F584D}" srcOrd="0" destOrd="0" presId="urn:microsoft.com/office/officeart/2018/2/layout/IconVerticalSolidList"/>
    <dgm:cxn modelId="{25345E29-F4F8-4B4D-8B15-E0CF364F101D}" type="presParOf" srcId="{880858ED-B1A7-46E6-9B47-C00177DF21E8}" destId="{093BFFCD-618A-4E8C-B7C3-784C63D98BB0}" srcOrd="1" destOrd="0" presId="urn:microsoft.com/office/officeart/2018/2/layout/IconVerticalSolidList"/>
    <dgm:cxn modelId="{48F2B7A3-4886-45D8-A0B4-B430B73268AE}" type="presParOf" srcId="{880858ED-B1A7-46E6-9B47-C00177DF21E8}" destId="{B5C6BF01-06AD-45D4-9688-F5A976DF62D9}" srcOrd="2" destOrd="0" presId="urn:microsoft.com/office/officeart/2018/2/layout/IconVerticalSolidList"/>
    <dgm:cxn modelId="{CF90A2B3-9DAF-4226-A293-3245685F5F88}" type="presParOf" srcId="{880858ED-B1A7-46E6-9B47-C00177DF21E8}" destId="{9B2A368B-35B4-4D5B-80A7-A07A3A6C2081}" srcOrd="3" destOrd="0" presId="urn:microsoft.com/office/officeart/2018/2/layout/IconVerticalSolidList"/>
    <dgm:cxn modelId="{8A425174-BBD0-4443-8AD7-BDF7638518B7}" type="presParOf" srcId="{880858ED-B1A7-46E6-9B47-C00177DF21E8}" destId="{4076DAA0-3D6F-40E5-A61A-8CFFEEB11806}" srcOrd="4" destOrd="0" presId="urn:microsoft.com/office/officeart/2018/2/layout/IconVerticalSolidList"/>
  </dgm:cxnLst>
  <dgm:bg>
    <a:solidFill>
      <a:schemeClr val="tx2">
        <a:lumMod val="10000"/>
        <a:lumOff val="90000"/>
      </a:schemeClr>
    </a:solidFill>
  </dgm:bg>
  <dgm:whole>
    <a:ln>
      <a:solidFill>
        <a:srgbClr val="0A0A0A"/>
      </a:solidFill>
    </a:ln>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1C9A156-9A37-41A9-9D67-E4B3B4CD1E5B}"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E4DF659-549D-4491-81EA-CEEB18D05D82}">
      <dgm:prSet custT="1"/>
      <dgm:spPr/>
      <dgm:t>
        <a:bodyPr/>
        <a:lstStyle/>
        <a:p>
          <a:pPr>
            <a:lnSpc>
              <a:spcPct val="100000"/>
            </a:lnSpc>
          </a:pPr>
          <a:r>
            <a:rPr lang="en-US" sz="1600" b="1"/>
            <a:t>Why this scope?</a:t>
          </a:r>
          <a:endParaRPr lang="en-US" sz="1600"/>
        </a:p>
      </dgm:t>
    </dgm:pt>
    <dgm:pt modelId="{95A53CB2-1F9D-4E93-A93B-98C491A46B87}" type="parTrans" cxnId="{ED9E0661-46D5-493E-89E0-BFD4FABE2C1C}">
      <dgm:prSet/>
      <dgm:spPr/>
      <dgm:t>
        <a:bodyPr/>
        <a:lstStyle/>
        <a:p>
          <a:endParaRPr lang="en-US"/>
        </a:p>
      </dgm:t>
    </dgm:pt>
    <dgm:pt modelId="{FF84A24E-269E-42DA-BB7D-18CA29F057D1}" type="sibTrans" cxnId="{ED9E0661-46D5-493E-89E0-BFD4FABE2C1C}">
      <dgm:prSet/>
      <dgm:spPr/>
      <dgm:t>
        <a:bodyPr/>
        <a:lstStyle/>
        <a:p>
          <a:endParaRPr lang="en-US"/>
        </a:p>
      </dgm:t>
    </dgm:pt>
    <dgm:pt modelId="{980ACD1F-9419-4F4F-9EF5-3D830F814521}">
      <dgm:prSet custT="1"/>
      <dgm:spPr/>
      <dgm:t>
        <a:bodyPr/>
        <a:lstStyle/>
        <a:p>
          <a:pPr>
            <a:lnSpc>
              <a:spcPct val="100000"/>
            </a:lnSpc>
          </a:pPr>
          <a:r>
            <a:rPr lang="en-US" sz="1000"/>
            <a:t>Captures weekly patterns</a:t>
          </a:r>
        </a:p>
      </dgm:t>
    </dgm:pt>
    <dgm:pt modelId="{B1883716-005F-498D-A3B1-B2E7B1D58BD2}" type="parTrans" cxnId="{7A2E498A-9F4D-4984-89C2-45CA99826BC4}">
      <dgm:prSet/>
      <dgm:spPr/>
      <dgm:t>
        <a:bodyPr/>
        <a:lstStyle/>
        <a:p>
          <a:endParaRPr lang="en-US"/>
        </a:p>
      </dgm:t>
    </dgm:pt>
    <dgm:pt modelId="{D2BAB164-EBFE-4BA0-8D35-F41FDAF60D35}" type="sibTrans" cxnId="{7A2E498A-9F4D-4984-89C2-45CA99826BC4}">
      <dgm:prSet/>
      <dgm:spPr/>
      <dgm:t>
        <a:bodyPr/>
        <a:lstStyle/>
        <a:p>
          <a:endParaRPr lang="en-US"/>
        </a:p>
      </dgm:t>
    </dgm:pt>
    <dgm:pt modelId="{67D62337-376E-4555-8561-BAB8CBC4C674}">
      <dgm:prSet/>
      <dgm:spPr/>
      <dgm:t>
        <a:bodyPr/>
        <a:lstStyle/>
        <a:p>
          <a:pPr>
            <a:lnSpc>
              <a:spcPct val="100000"/>
            </a:lnSpc>
          </a:pPr>
          <a:r>
            <a:rPr lang="en-US" sz="1000"/>
            <a:t>Useful for planning</a:t>
          </a:r>
        </a:p>
      </dgm:t>
    </dgm:pt>
    <dgm:pt modelId="{DE0C31D9-1374-498E-921E-058699FFB957}" type="parTrans" cxnId="{025C10A6-348B-485B-AF5C-E232C266F141}">
      <dgm:prSet/>
      <dgm:spPr/>
      <dgm:t>
        <a:bodyPr/>
        <a:lstStyle/>
        <a:p>
          <a:endParaRPr lang="en-US"/>
        </a:p>
      </dgm:t>
    </dgm:pt>
    <dgm:pt modelId="{C3D71F69-AC98-4906-832D-443DE1E3AECF}" type="sibTrans" cxnId="{025C10A6-348B-485B-AF5C-E232C266F141}">
      <dgm:prSet/>
      <dgm:spPr/>
      <dgm:t>
        <a:bodyPr/>
        <a:lstStyle/>
        <a:p>
          <a:endParaRPr lang="en-US"/>
        </a:p>
      </dgm:t>
    </dgm:pt>
    <dgm:pt modelId="{AEFA21B8-46A9-42D3-BA14-0BA9EA2E0ABA}">
      <dgm:prSet/>
      <dgm:spPr/>
      <dgm:t>
        <a:bodyPr/>
        <a:lstStyle/>
        <a:p>
          <a:pPr>
            <a:lnSpc>
              <a:spcPct val="100000"/>
            </a:lnSpc>
          </a:pPr>
          <a:r>
            <a:rPr lang="en-US" sz="1000">
              <a:latin typeface="Aptos Display" panose="02110004020202020204"/>
            </a:rPr>
            <a:t>Faster walk-forward validation</a:t>
          </a:r>
          <a:endParaRPr lang="en-US"/>
        </a:p>
      </dgm:t>
    </dgm:pt>
    <dgm:pt modelId="{B67EE907-7059-4FB6-9E58-A0362C43D7A8}" type="parTrans" cxnId="{985B7DDE-1DC8-4E24-9AAA-B57FA78228CC}">
      <dgm:prSet/>
      <dgm:spPr/>
      <dgm:t>
        <a:bodyPr/>
        <a:lstStyle/>
        <a:p>
          <a:endParaRPr lang="en-US"/>
        </a:p>
      </dgm:t>
    </dgm:pt>
    <dgm:pt modelId="{0E4C043E-3213-4E26-8377-027614F1B213}" type="sibTrans" cxnId="{985B7DDE-1DC8-4E24-9AAA-B57FA78228CC}">
      <dgm:prSet/>
      <dgm:spPr/>
      <dgm:t>
        <a:bodyPr/>
        <a:lstStyle/>
        <a:p>
          <a:endParaRPr lang="en-US"/>
        </a:p>
      </dgm:t>
    </dgm:pt>
    <dgm:pt modelId="{5074B4D4-39B9-4233-9D28-E6FB93F77C97}" type="pres">
      <dgm:prSet presAssocID="{41C9A156-9A37-41A9-9D67-E4B3B4CD1E5B}" presName="root" presStyleCnt="0">
        <dgm:presLayoutVars>
          <dgm:dir/>
          <dgm:resizeHandles val="exact"/>
        </dgm:presLayoutVars>
      </dgm:prSet>
      <dgm:spPr/>
    </dgm:pt>
    <dgm:pt modelId="{CD72756C-0FEF-4470-8502-0E0843149436}" type="pres">
      <dgm:prSet presAssocID="{9E4DF659-549D-4491-81EA-CEEB18D05D82}" presName="compNode" presStyleCnt="0"/>
      <dgm:spPr/>
    </dgm:pt>
    <dgm:pt modelId="{1F79D61D-BADA-4B5A-A78B-949CE437BD8D}" type="pres">
      <dgm:prSet presAssocID="{9E4DF659-549D-4491-81EA-CEEB18D05D82}" presName="bgRect" presStyleLbl="bgShp" presStyleIdx="0" presStyleCnt="1" custLinFactNeighborY="-29502"/>
      <dgm:spPr>
        <a:prstGeom prst="rect">
          <a:avLst/>
        </a:prstGeom>
        <a:solidFill>
          <a:schemeClr val="bg2">
            <a:lumMod val="75000"/>
          </a:schemeClr>
        </a:solidFill>
        <a:ln>
          <a:solidFill>
            <a:srgbClr val="0A0A0A"/>
          </a:solidFill>
        </a:ln>
      </dgm:spPr>
    </dgm:pt>
    <dgm:pt modelId="{608BD314-915C-411D-8B8C-988E9D1327E4}" type="pres">
      <dgm:prSet presAssocID="{9E4DF659-549D-4491-81EA-CEEB18D05D82}" presName="iconRect" presStyleLbl="node1" presStyleIdx="0" presStyleCnt="1" custLinFactNeighborX="8498" custLinFactNeighborY="-3488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ubtitles"/>
        </a:ext>
      </dgm:extLst>
    </dgm:pt>
    <dgm:pt modelId="{DFDAE279-BED2-4A31-8E27-A24E540F9A2E}" type="pres">
      <dgm:prSet presAssocID="{9E4DF659-549D-4491-81EA-CEEB18D05D82}" presName="spaceRect" presStyleCnt="0"/>
      <dgm:spPr/>
    </dgm:pt>
    <dgm:pt modelId="{7F89928B-C09C-4EFD-B8B2-1B017C2AF057}" type="pres">
      <dgm:prSet presAssocID="{9E4DF659-549D-4491-81EA-CEEB18D05D82}" presName="parTx" presStyleLbl="revTx" presStyleIdx="0" presStyleCnt="2" custLinFactNeighborX="-757" custLinFactNeighborY="-24656">
        <dgm:presLayoutVars>
          <dgm:chMax val="0"/>
          <dgm:chPref val="0"/>
        </dgm:presLayoutVars>
      </dgm:prSet>
      <dgm:spPr/>
    </dgm:pt>
    <dgm:pt modelId="{2E129555-DEFE-431B-B4A1-8DEDECE7CBDD}" type="pres">
      <dgm:prSet presAssocID="{9E4DF659-549D-4491-81EA-CEEB18D05D82}" presName="desTx" presStyleLbl="revTx" presStyleIdx="1" presStyleCnt="2" custLinFactNeighborX="-2490" custLinFactNeighborY="-29503">
        <dgm:presLayoutVars/>
      </dgm:prSet>
      <dgm:spPr/>
    </dgm:pt>
  </dgm:ptLst>
  <dgm:cxnLst>
    <dgm:cxn modelId="{9640502F-04C9-4E9E-B787-9EBCAB0E66BA}" type="presOf" srcId="{9E4DF659-549D-4491-81EA-CEEB18D05D82}" destId="{7F89928B-C09C-4EFD-B8B2-1B017C2AF057}" srcOrd="0" destOrd="0" presId="urn:microsoft.com/office/officeart/2018/2/layout/IconVerticalSolidList"/>
    <dgm:cxn modelId="{ED9E0661-46D5-493E-89E0-BFD4FABE2C1C}" srcId="{41C9A156-9A37-41A9-9D67-E4B3B4CD1E5B}" destId="{9E4DF659-549D-4491-81EA-CEEB18D05D82}" srcOrd="0" destOrd="0" parTransId="{95A53CB2-1F9D-4E93-A93B-98C491A46B87}" sibTransId="{FF84A24E-269E-42DA-BB7D-18CA29F057D1}"/>
    <dgm:cxn modelId="{0CCFFF74-F915-4646-8765-49DF8962C0FE}" type="presOf" srcId="{67D62337-376E-4555-8561-BAB8CBC4C674}" destId="{2E129555-DEFE-431B-B4A1-8DEDECE7CBDD}" srcOrd="0" destOrd="1" presId="urn:microsoft.com/office/officeart/2018/2/layout/IconVerticalSolidList"/>
    <dgm:cxn modelId="{801AC376-633B-45C2-8A88-6E507A2ECC80}" type="presOf" srcId="{41C9A156-9A37-41A9-9D67-E4B3B4CD1E5B}" destId="{5074B4D4-39B9-4233-9D28-E6FB93F77C97}" srcOrd="0" destOrd="0" presId="urn:microsoft.com/office/officeart/2018/2/layout/IconVerticalSolidList"/>
    <dgm:cxn modelId="{7A2E498A-9F4D-4984-89C2-45CA99826BC4}" srcId="{9E4DF659-549D-4491-81EA-CEEB18D05D82}" destId="{980ACD1F-9419-4F4F-9EF5-3D830F814521}" srcOrd="0" destOrd="0" parTransId="{B1883716-005F-498D-A3B1-B2E7B1D58BD2}" sibTransId="{D2BAB164-EBFE-4BA0-8D35-F41FDAF60D35}"/>
    <dgm:cxn modelId="{5B675193-D05F-49D1-AC1E-107003CEE2C0}" type="presOf" srcId="{AEFA21B8-46A9-42D3-BA14-0BA9EA2E0ABA}" destId="{2E129555-DEFE-431B-B4A1-8DEDECE7CBDD}" srcOrd="0" destOrd="2" presId="urn:microsoft.com/office/officeart/2018/2/layout/IconVerticalSolidList"/>
    <dgm:cxn modelId="{025C10A6-348B-485B-AF5C-E232C266F141}" srcId="{9E4DF659-549D-4491-81EA-CEEB18D05D82}" destId="{67D62337-376E-4555-8561-BAB8CBC4C674}" srcOrd="1" destOrd="0" parTransId="{DE0C31D9-1374-498E-921E-058699FFB957}" sibTransId="{C3D71F69-AC98-4906-832D-443DE1E3AECF}"/>
    <dgm:cxn modelId="{1B036AC8-A5BA-4E3A-B316-CB56BDE05117}" type="presOf" srcId="{980ACD1F-9419-4F4F-9EF5-3D830F814521}" destId="{2E129555-DEFE-431B-B4A1-8DEDECE7CBDD}" srcOrd="0" destOrd="0" presId="urn:microsoft.com/office/officeart/2018/2/layout/IconVerticalSolidList"/>
    <dgm:cxn modelId="{985B7DDE-1DC8-4E24-9AAA-B57FA78228CC}" srcId="{9E4DF659-549D-4491-81EA-CEEB18D05D82}" destId="{AEFA21B8-46A9-42D3-BA14-0BA9EA2E0ABA}" srcOrd="2" destOrd="0" parTransId="{B67EE907-7059-4FB6-9E58-A0362C43D7A8}" sibTransId="{0E4C043E-3213-4E26-8377-027614F1B213}"/>
    <dgm:cxn modelId="{93E62C0B-166A-4F09-99BE-AF20B0FBDB3F}" type="presParOf" srcId="{5074B4D4-39B9-4233-9D28-E6FB93F77C97}" destId="{CD72756C-0FEF-4470-8502-0E0843149436}" srcOrd="0" destOrd="0" presId="urn:microsoft.com/office/officeart/2018/2/layout/IconVerticalSolidList"/>
    <dgm:cxn modelId="{ED49BFE5-D974-4449-8B1A-BF28DD65EBD1}" type="presParOf" srcId="{CD72756C-0FEF-4470-8502-0E0843149436}" destId="{1F79D61D-BADA-4B5A-A78B-949CE437BD8D}" srcOrd="0" destOrd="0" presId="urn:microsoft.com/office/officeart/2018/2/layout/IconVerticalSolidList"/>
    <dgm:cxn modelId="{E917DC39-4EFF-4A54-A038-B9E7F48A90D5}" type="presParOf" srcId="{CD72756C-0FEF-4470-8502-0E0843149436}" destId="{608BD314-915C-411D-8B8C-988E9D1327E4}" srcOrd="1" destOrd="0" presId="urn:microsoft.com/office/officeart/2018/2/layout/IconVerticalSolidList"/>
    <dgm:cxn modelId="{BD2B76A9-E02C-4413-9A87-817C73909FE7}" type="presParOf" srcId="{CD72756C-0FEF-4470-8502-0E0843149436}" destId="{DFDAE279-BED2-4A31-8E27-A24E540F9A2E}" srcOrd="2" destOrd="0" presId="urn:microsoft.com/office/officeart/2018/2/layout/IconVerticalSolidList"/>
    <dgm:cxn modelId="{04286471-9B8B-4475-9482-4C32EA6020A6}" type="presParOf" srcId="{CD72756C-0FEF-4470-8502-0E0843149436}" destId="{7F89928B-C09C-4EFD-B8B2-1B017C2AF057}" srcOrd="3" destOrd="0" presId="urn:microsoft.com/office/officeart/2018/2/layout/IconVerticalSolidList"/>
    <dgm:cxn modelId="{7B74E15D-E14C-481A-8890-1B9C47F8F074}" type="presParOf" srcId="{CD72756C-0FEF-4470-8502-0E0843149436}" destId="{2E129555-DEFE-431B-B4A1-8DEDECE7CBDD}" srcOrd="4" destOrd="0" presId="urn:microsoft.com/office/officeart/2018/2/layout/IconVerticalSolidLis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0C9F2E3-9648-44E7-8E45-62E791A462E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FE1F147-7E34-4128-BC9E-82E503BC5F62}">
      <dgm:prSet/>
      <dgm:spPr/>
      <dgm:t>
        <a:bodyPr/>
        <a:lstStyle/>
        <a:p>
          <a:pPr>
            <a:lnSpc>
              <a:spcPct val="100000"/>
            </a:lnSpc>
          </a:pPr>
          <a:r>
            <a:rPr lang="en-US"/>
            <a:t>Raw Data: Many columns are redundant e.g. “Problem (formerly Complaint type)” </a:t>
          </a:r>
          <a:br>
            <a:rPr lang="en-US"/>
          </a:br>
          <a:br>
            <a:rPr lang="en-US"/>
          </a:br>
          <a:endParaRPr lang="en-US"/>
        </a:p>
      </dgm:t>
    </dgm:pt>
    <dgm:pt modelId="{E5765661-3E74-43C7-98BC-AACB83CCC1F4}" type="parTrans" cxnId="{31B1E680-667E-490A-8F83-F9EEEDF08E60}">
      <dgm:prSet/>
      <dgm:spPr/>
      <dgm:t>
        <a:bodyPr/>
        <a:lstStyle/>
        <a:p>
          <a:endParaRPr lang="en-US"/>
        </a:p>
      </dgm:t>
    </dgm:pt>
    <dgm:pt modelId="{CDC30222-6CD8-42DE-AFDD-F8B14FEE2CB0}" type="sibTrans" cxnId="{31B1E680-667E-490A-8F83-F9EEEDF08E60}">
      <dgm:prSet/>
      <dgm:spPr/>
      <dgm:t>
        <a:bodyPr/>
        <a:lstStyle/>
        <a:p>
          <a:pPr>
            <a:lnSpc>
              <a:spcPct val="100000"/>
            </a:lnSpc>
          </a:pPr>
          <a:endParaRPr lang="en-US"/>
        </a:p>
      </dgm:t>
    </dgm:pt>
    <dgm:pt modelId="{E0EC08C6-DFE8-47EA-99DF-C494FF53E454}">
      <dgm:prSet/>
      <dgm:spPr/>
      <dgm:t>
        <a:bodyPr/>
        <a:lstStyle/>
        <a:p>
          <a:pPr>
            <a:lnSpc>
              <a:spcPct val="100000"/>
            </a:lnSpc>
          </a:pPr>
          <a:r>
            <a:rPr lang="en-US"/>
            <a:t>Collect Data to Convenient CSV: By borough &amp; made .csv files for convenience</a:t>
          </a:r>
          <a:br>
            <a:rPr lang="en-US"/>
          </a:br>
          <a:br>
            <a:rPr lang="en-US"/>
          </a:br>
          <a:endParaRPr lang="en-US"/>
        </a:p>
      </dgm:t>
    </dgm:pt>
    <dgm:pt modelId="{A7A61575-AC04-42D8-ADC9-ADDD93BE1A14}" type="parTrans" cxnId="{ADEEEB6B-499F-4792-83E0-5757A9A1D943}">
      <dgm:prSet/>
      <dgm:spPr/>
      <dgm:t>
        <a:bodyPr/>
        <a:lstStyle/>
        <a:p>
          <a:endParaRPr lang="en-US"/>
        </a:p>
      </dgm:t>
    </dgm:pt>
    <dgm:pt modelId="{AD0A2956-EF02-4E18-9A4A-1B033A78A92A}" type="sibTrans" cxnId="{ADEEEB6B-499F-4792-83E0-5757A9A1D943}">
      <dgm:prSet/>
      <dgm:spPr/>
      <dgm:t>
        <a:bodyPr/>
        <a:lstStyle/>
        <a:p>
          <a:pPr>
            <a:lnSpc>
              <a:spcPct val="100000"/>
            </a:lnSpc>
          </a:pPr>
          <a:endParaRPr lang="en-US"/>
        </a:p>
      </dgm:t>
    </dgm:pt>
    <dgm:pt modelId="{D98476B3-8045-45C0-AC53-F3172A305D7E}">
      <dgm:prSet/>
      <dgm:spPr/>
      <dgm:t>
        <a:bodyPr/>
        <a:lstStyle/>
        <a:p>
          <a:pPr>
            <a:lnSpc>
              <a:spcPct val="100000"/>
            </a:lnSpc>
          </a:pPr>
          <a:r>
            <a:rPr lang="en-US"/>
            <a:t>Relevant Columns: Borough, Created Date</a:t>
          </a:r>
          <a:br>
            <a:rPr lang="en-US"/>
          </a:br>
          <a:br>
            <a:rPr lang="en-US"/>
          </a:br>
          <a:endParaRPr lang="en-US"/>
        </a:p>
      </dgm:t>
    </dgm:pt>
    <dgm:pt modelId="{4CDBF361-1A99-4858-969B-75FFDCDD9967}" type="parTrans" cxnId="{39C4D7D6-C67A-4B9A-AFC3-6702DB60EDCB}">
      <dgm:prSet/>
      <dgm:spPr/>
      <dgm:t>
        <a:bodyPr/>
        <a:lstStyle/>
        <a:p>
          <a:endParaRPr lang="en-US"/>
        </a:p>
      </dgm:t>
    </dgm:pt>
    <dgm:pt modelId="{2349A321-C17D-48E3-8B1C-F791553DAE02}" type="sibTrans" cxnId="{39C4D7D6-C67A-4B9A-AFC3-6702DB60EDCB}">
      <dgm:prSet/>
      <dgm:spPr/>
      <dgm:t>
        <a:bodyPr/>
        <a:lstStyle/>
        <a:p>
          <a:pPr>
            <a:lnSpc>
              <a:spcPct val="100000"/>
            </a:lnSpc>
          </a:pPr>
          <a:endParaRPr lang="en-US"/>
        </a:p>
      </dgm:t>
    </dgm:pt>
    <dgm:pt modelId="{798B49F7-203A-404C-9E76-8FCD86E641CE}">
      <dgm:prSet/>
      <dgm:spPr/>
      <dgm:t>
        <a:bodyPr/>
        <a:lstStyle/>
        <a:p>
          <a:pPr>
            <a:lnSpc>
              <a:spcPct val="100000"/>
            </a:lnSpc>
          </a:pPr>
          <a:r>
            <a:rPr lang="en-US"/>
            <a:t>Many empty columns e.g. Vehicle Type,Taxi Company Borough, Taxi Pick Up Location, etc</a:t>
          </a:r>
        </a:p>
      </dgm:t>
    </dgm:pt>
    <dgm:pt modelId="{E506131A-51D0-44D5-AE77-91C04828260E}" type="parTrans" cxnId="{BB099842-6682-433A-999E-1194E6FC38E9}">
      <dgm:prSet/>
      <dgm:spPr/>
      <dgm:t>
        <a:bodyPr/>
        <a:lstStyle/>
        <a:p>
          <a:endParaRPr lang="en-US"/>
        </a:p>
      </dgm:t>
    </dgm:pt>
    <dgm:pt modelId="{8110BCCA-76E0-4000-947C-BF8B44E5D42A}" type="sibTrans" cxnId="{BB099842-6682-433A-999E-1194E6FC38E9}">
      <dgm:prSet/>
      <dgm:spPr/>
      <dgm:t>
        <a:bodyPr/>
        <a:lstStyle/>
        <a:p>
          <a:endParaRPr lang="en-US"/>
        </a:p>
      </dgm:t>
    </dgm:pt>
    <dgm:pt modelId="{5E2580DC-4A04-4679-BE6F-473DACC5BA28}" type="pres">
      <dgm:prSet presAssocID="{70C9F2E3-9648-44E7-8E45-62E791A462E0}" presName="root" presStyleCnt="0">
        <dgm:presLayoutVars>
          <dgm:dir/>
          <dgm:resizeHandles val="exact"/>
        </dgm:presLayoutVars>
      </dgm:prSet>
      <dgm:spPr/>
    </dgm:pt>
    <dgm:pt modelId="{34797D1B-A9C1-4586-BFD0-A2A2ED1F4EF0}" type="pres">
      <dgm:prSet presAssocID="{3FE1F147-7E34-4128-BC9E-82E503BC5F62}" presName="compNode" presStyleCnt="0"/>
      <dgm:spPr/>
    </dgm:pt>
    <dgm:pt modelId="{0AE0A43B-49E6-4045-BF76-003D9020B46F}" type="pres">
      <dgm:prSet presAssocID="{3FE1F147-7E34-4128-BC9E-82E503BC5F62}" presName="bgRect" presStyleLbl="bgShp" presStyleIdx="0" presStyleCnt="4"/>
      <dgm:spPr/>
    </dgm:pt>
    <dgm:pt modelId="{99609EB1-798D-4AD9-864F-3B89E54DA760}" type="pres">
      <dgm:prSet presAssocID="{3FE1F147-7E34-4128-BC9E-82E503BC5F62}"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erver"/>
        </a:ext>
      </dgm:extLst>
    </dgm:pt>
    <dgm:pt modelId="{B418F075-353F-49C3-9396-A1FA9545D543}" type="pres">
      <dgm:prSet presAssocID="{3FE1F147-7E34-4128-BC9E-82E503BC5F62}" presName="spaceRect" presStyleCnt="0"/>
      <dgm:spPr/>
    </dgm:pt>
    <dgm:pt modelId="{AAB465FB-AE89-4E35-9390-1AE589A9A798}" type="pres">
      <dgm:prSet presAssocID="{3FE1F147-7E34-4128-BC9E-82E503BC5F62}" presName="parTx" presStyleLbl="revTx" presStyleIdx="0" presStyleCnt="4">
        <dgm:presLayoutVars>
          <dgm:chMax val="0"/>
          <dgm:chPref val="0"/>
        </dgm:presLayoutVars>
      </dgm:prSet>
      <dgm:spPr/>
    </dgm:pt>
    <dgm:pt modelId="{223C274D-97A7-4FE9-8EAB-36AD5618DBD2}" type="pres">
      <dgm:prSet presAssocID="{CDC30222-6CD8-42DE-AFDD-F8B14FEE2CB0}" presName="sibTrans" presStyleCnt="0"/>
      <dgm:spPr/>
    </dgm:pt>
    <dgm:pt modelId="{284646A9-EDE2-4B7B-B5DA-80490874DA9D}" type="pres">
      <dgm:prSet presAssocID="{E0EC08C6-DFE8-47EA-99DF-C494FF53E454}" presName="compNode" presStyleCnt="0"/>
      <dgm:spPr/>
    </dgm:pt>
    <dgm:pt modelId="{1785E79E-5F10-4434-BF2B-0CBBD647BC20}" type="pres">
      <dgm:prSet presAssocID="{E0EC08C6-DFE8-47EA-99DF-C494FF53E454}" presName="bgRect" presStyleLbl="bgShp" presStyleIdx="1" presStyleCnt="4"/>
      <dgm:spPr/>
    </dgm:pt>
    <dgm:pt modelId="{8912A6B3-3898-47C0-845B-00E792F9BFCE}" type="pres">
      <dgm:prSet presAssocID="{E0EC08C6-DFE8-47EA-99DF-C494FF53E454}"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AA2106E7-A096-4120-BC0C-73D53FF1A96A}" type="pres">
      <dgm:prSet presAssocID="{E0EC08C6-DFE8-47EA-99DF-C494FF53E454}" presName="spaceRect" presStyleCnt="0"/>
      <dgm:spPr/>
    </dgm:pt>
    <dgm:pt modelId="{2DDA0DEF-5F54-44E7-891A-CAD5BF68ABE7}" type="pres">
      <dgm:prSet presAssocID="{E0EC08C6-DFE8-47EA-99DF-C494FF53E454}" presName="parTx" presStyleLbl="revTx" presStyleIdx="1" presStyleCnt="4">
        <dgm:presLayoutVars>
          <dgm:chMax val="0"/>
          <dgm:chPref val="0"/>
        </dgm:presLayoutVars>
      </dgm:prSet>
      <dgm:spPr/>
    </dgm:pt>
    <dgm:pt modelId="{4A2576C8-FA36-4F40-9900-927B676379A6}" type="pres">
      <dgm:prSet presAssocID="{AD0A2956-EF02-4E18-9A4A-1B033A78A92A}" presName="sibTrans" presStyleCnt="0"/>
      <dgm:spPr/>
    </dgm:pt>
    <dgm:pt modelId="{B106A6AB-3034-43A8-BEA6-D9C70BEFC677}" type="pres">
      <dgm:prSet presAssocID="{D98476B3-8045-45C0-AC53-F3172A305D7E}" presName="compNode" presStyleCnt="0"/>
      <dgm:spPr/>
    </dgm:pt>
    <dgm:pt modelId="{833DDD87-48B5-4BF0-8F0B-4D27ED50F235}" type="pres">
      <dgm:prSet presAssocID="{D98476B3-8045-45C0-AC53-F3172A305D7E}" presName="bgRect" presStyleLbl="bgShp" presStyleIdx="2" presStyleCnt="4"/>
      <dgm:spPr/>
    </dgm:pt>
    <dgm:pt modelId="{C7925938-9762-420C-9DF3-5F3686B3B64D}" type="pres">
      <dgm:prSet presAssocID="{D98476B3-8045-45C0-AC53-F3172A305D7E}"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onthly calendar"/>
        </a:ext>
      </dgm:extLst>
    </dgm:pt>
    <dgm:pt modelId="{FBB023FB-FE88-42C3-B6EB-BA094842F1AA}" type="pres">
      <dgm:prSet presAssocID="{D98476B3-8045-45C0-AC53-F3172A305D7E}" presName="spaceRect" presStyleCnt="0"/>
      <dgm:spPr/>
    </dgm:pt>
    <dgm:pt modelId="{DC04C023-17C3-48F1-8A84-58BB16B7DBC8}" type="pres">
      <dgm:prSet presAssocID="{D98476B3-8045-45C0-AC53-F3172A305D7E}" presName="parTx" presStyleLbl="revTx" presStyleIdx="2" presStyleCnt="4">
        <dgm:presLayoutVars>
          <dgm:chMax val="0"/>
          <dgm:chPref val="0"/>
        </dgm:presLayoutVars>
      </dgm:prSet>
      <dgm:spPr/>
    </dgm:pt>
    <dgm:pt modelId="{8429B9C2-F361-491E-9544-5ABE38DA8C18}" type="pres">
      <dgm:prSet presAssocID="{2349A321-C17D-48E3-8B1C-F791553DAE02}" presName="sibTrans" presStyleCnt="0"/>
      <dgm:spPr/>
    </dgm:pt>
    <dgm:pt modelId="{E9D64BD0-48D8-4DAD-9BE4-E2177DF9E28C}" type="pres">
      <dgm:prSet presAssocID="{798B49F7-203A-404C-9E76-8FCD86E641CE}" presName="compNode" presStyleCnt="0"/>
      <dgm:spPr/>
    </dgm:pt>
    <dgm:pt modelId="{FDB0D42D-9BA3-454E-AC97-B167EF8BB2AF}" type="pres">
      <dgm:prSet presAssocID="{798B49F7-203A-404C-9E76-8FCD86E641CE}" presName="bgRect" presStyleLbl="bgShp" presStyleIdx="3" presStyleCnt="4"/>
      <dgm:spPr/>
    </dgm:pt>
    <dgm:pt modelId="{D45ACA49-1A96-45B8-8086-FD918942687E}" type="pres">
      <dgm:prSet presAssocID="{798B49F7-203A-404C-9E76-8FCD86E641C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xi"/>
        </a:ext>
      </dgm:extLst>
    </dgm:pt>
    <dgm:pt modelId="{76DDB875-D8D7-44FA-A0A8-459639B63C51}" type="pres">
      <dgm:prSet presAssocID="{798B49F7-203A-404C-9E76-8FCD86E641CE}" presName="spaceRect" presStyleCnt="0"/>
      <dgm:spPr/>
    </dgm:pt>
    <dgm:pt modelId="{DEABF0DE-5F2F-437A-9DAF-8413692C73A8}" type="pres">
      <dgm:prSet presAssocID="{798B49F7-203A-404C-9E76-8FCD86E641CE}" presName="parTx" presStyleLbl="revTx" presStyleIdx="3" presStyleCnt="4">
        <dgm:presLayoutVars>
          <dgm:chMax val="0"/>
          <dgm:chPref val="0"/>
        </dgm:presLayoutVars>
      </dgm:prSet>
      <dgm:spPr/>
    </dgm:pt>
  </dgm:ptLst>
  <dgm:cxnLst>
    <dgm:cxn modelId="{BB099842-6682-433A-999E-1194E6FC38E9}" srcId="{70C9F2E3-9648-44E7-8E45-62E791A462E0}" destId="{798B49F7-203A-404C-9E76-8FCD86E641CE}" srcOrd="3" destOrd="0" parTransId="{E506131A-51D0-44D5-AE77-91C04828260E}" sibTransId="{8110BCCA-76E0-4000-947C-BF8B44E5D42A}"/>
    <dgm:cxn modelId="{C9C21245-3AB1-41F2-8FA1-E14E77267EAF}" type="presOf" srcId="{D98476B3-8045-45C0-AC53-F3172A305D7E}" destId="{DC04C023-17C3-48F1-8A84-58BB16B7DBC8}" srcOrd="0" destOrd="0" presId="urn:microsoft.com/office/officeart/2018/2/layout/IconVerticalSolidList"/>
    <dgm:cxn modelId="{ADEEEB6B-499F-4792-83E0-5757A9A1D943}" srcId="{70C9F2E3-9648-44E7-8E45-62E791A462E0}" destId="{E0EC08C6-DFE8-47EA-99DF-C494FF53E454}" srcOrd="1" destOrd="0" parTransId="{A7A61575-AC04-42D8-ADC9-ADDD93BE1A14}" sibTransId="{AD0A2956-EF02-4E18-9A4A-1B033A78A92A}"/>
    <dgm:cxn modelId="{4946A154-3A0E-464D-AF14-C14CA78492AB}" type="presOf" srcId="{E0EC08C6-DFE8-47EA-99DF-C494FF53E454}" destId="{2DDA0DEF-5F54-44E7-891A-CAD5BF68ABE7}" srcOrd="0" destOrd="0" presId="urn:microsoft.com/office/officeart/2018/2/layout/IconVerticalSolidList"/>
    <dgm:cxn modelId="{31B1E680-667E-490A-8F83-F9EEEDF08E60}" srcId="{70C9F2E3-9648-44E7-8E45-62E791A462E0}" destId="{3FE1F147-7E34-4128-BC9E-82E503BC5F62}" srcOrd="0" destOrd="0" parTransId="{E5765661-3E74-43C7-98BC-AACB83CCC1F4}" sibTransId="{CDC30222-6CD8-42DE-AFDD-F8B14FEE2CB0}"/>
    <dgm:cxn modelId="{E17F439A-D5B2-4C5D-9C35-21909D181B97}" type="presOf" srcId="{70C9F2E3-9648-44E7-8E45-62E791A462E0}" destId="{5E2580DC-4A04-4679-BE6F-473DACC5BA28}" srcOrd="0" destOrd="0" presId="urn:microsoft.com/office/officeart/2018/2/layout/IconVerticalSolidList"/>
    <dgm:cxn modelId="{39752CD6-EF4A-43B5-B20C-66BEADA9E4A8}" type="presOf" srcId="{3FE1F147-7E34-4128-BC9E-82E503BC5F62}" destId="{AAB465FB-AE89-4E35-9390-1AE589A9A798}" srcOrd="0" destOrd="0" presId="urn:microsoft.com/office/officeart/2018/2/layout/IconVerticalSolidList"/>
    <dgm:cxn modelId="{39C4D7D6-C67A-4B9A-AFC3-6702DB60EDCB}" srcId="{70C9F2E3-9648-44E7-8E45-62E791A462E0}" destId="{D98476B3-8045-45C0-AC53-F3172A305D7E}" srcOrd="2" destOrd="0" parTransId="{4CDBF361-1A99-4858-969B-75FFDCDD9967}" sibTransId="{2349A321-C17D-48E3-8B1C-F791553DAE02}"/>
    <dgm:cxn modelId="{253CFCD9-0F3E-4110-8472-99E582035A6D}" type="presOf" srcId="{798B49F7-203A-404C-9E76-8FCD86E641CE}" destId="{DEABF0DE-5F2F-437A-9DAF-8413692C73A8}" srcOrd="0" destOrd="0" presId="urn:microsoft.com/office/officeart/2018/2/layout/IconVerticalSolidList"/>
    <dgm:cxn modelId="{367E3A30-0AE9-4005-8F3B-195034A3FA2E}" type="presParOf" srcId="{5E2580DC-4A04-4679-BE6F-473DACC5BA28}" destId="{34797D1B-A9C1-4586-BFD0-A2A2ED1F4EF0}" srcOrd="0" destOrd="0" presId="urn:microsoft.com/office/officeart/2018/2/layout/IconVerticalSolidList"/>
    <dgm:cxn modelId="{C97A3B6F-1952-4175-B8A6-D67E2CE349DF}" type="presParOf" srcId="{34797D1B-A9C1-4586-BFD0-A2A2ED1F4EF0}" destId="{0AE0A43B-49E6-4045-BF76-003D9020B46F}" srcOrd="0" destOrd="0" presId="urn:microsoft.com/office/officeart/2018/2/layout/IconVerticalSolidList"/>
    <dgm:cxn modelId="{D17E6E63-1D60-4F13-AF1F-EDE584C0FD72}" type="presParOf" srcId="{34797D1B-A9C1-4586-BFD0-A2A2ED1F4EF0}" destId="{99609EB1-798D-4AD9-864F-3B89E54DA760}" srcOrd="1" destOrd="0" presId="urn:microsoft.com/office/officeart/2018/2/layout/IconVerticalSolidList"/>
    <dgm:cxn modelId="{E3A17071-3260-46B1-9905-8F279B9AA012}" type="presParOf" srcId="{34797D1B-A9C1-4586-BFD0-A2A2ED1F4EF0}" destId="{B418F075-353F-49C3-9396-A1FA9545D543}" srcOrd="2" destOrd="0" presId="urn:microsoft.com/office/officeart/2018/2/layout/IconVerticalSolidList"/>
    <dgm:cxn modelId="{2C3CCD00-C527-4E9C-ABD4-EA25CEF85BE2}" type="presParOf" srcId="{34797D1B-A9C1-4586-BFD0-A2A2ED1F4EF0}" destId="{AAB465FB-AE89-4E35-9390-1AE589A9A798}" srcOrd="3" destOrd="0" presId="urn:microsoft.com/office/officeart/2018/2/layout/IconVerticalSolidList"/>
    <dgm:cxn modelId="{B3EE1FD6-F755-4ED9-A4DD-C45580C172C6}" type="presParOf" srcId="{5E2580DC-4A04-4679-BE6F-473DACC5BA28}" destId="{223C274D-97A7-4FE9-8EAB-36AD5618DBD2}" srcOrd="1" destOrd="0" presId="urn:microsoft.com/office/officeart/2018/2/layout/IconVerticalSolidList"/>
    <dgm:cxn modelId="{D0C6B8C2-AF3E-4751-ABBC-199CA50D4454}" type="presParOf" srcId="{5E2580DC-4A04-4679-BE6F-473DACC5BA28}" destId="{284646A9-EDE2-4B7B-B5DA-80490874DA9D}" srcOrd="2" destOrd="0" presId="urn:microsoft.com/office/officeart/2018/2/layout/IconVerticalSolidList"/>
    <dgm:cxn modelId="{AFF930A8-A455-471F-9BE3-8E1359CC7587}" type="presParOf" srcId="{284646A9-EDE2-4B7B-B5DA-80490874DA9D}" destId="{1785E79E-5F10-4434-BF2B-0CBBD647BC20}" srcOrd="0" destOrd="0" presId="urn:microsoft.com/office/officeart/2018/2/layout/IconVerticalSolidList"/>
    <dgm:cxn modelId="{32A80444-6FB5-465A-9AFA-95867E76FBD2}" type="presParOf" srcId="{284646A9-EDE2-4B7B-B5DA-80490874DA9D}" destId="{8912A6B3-3898-47C0-845B-00E792F9BFCE}" srcOrd="1" destOrd="0" presId="urn:microsoft.com/office/officeart/2018/2/layout/IconVerticalSolidList"/>
    <dgm:cxn modelId="{F68E11D1-77D1-405D-A7B9-0973C278151F}" type="presParOf" srcId="{284646A9-EDE2-4B7B-B5DA-80490874DA9D}" destId="{AA2106E7-A096-4120-BC0C-73D53FF1A96A}" srcOrd="2" destOrd="0" presId="urn:microsoft.com/office/officeart/2018/2/layout/IconVerticalSolidList"/>
    <dgm:cxn modelId="{2BB62CCB-2F8F-490A-9982-BFC7F5E2E9C7}" type="presParOf" srcId="{284646A9-EDE2-4B7B-B5DA-80490874DA9D}" destId="{2DDA0DEF-5F54-44E7-891A-CAD5BF68ABE7}" srcOrd="3" destOrd="0" presId="urn:microsoft.com/office/officeart/2018/2/layout/IconVerticalSolidList"/>
    <dgm:cxn modelId="{30051C38-CBA6-4134-A17F-95A7A45DFD99}" type="presParOf" srcId="{5E2580DC-4A04-4679-BE6F-473DACC5BA28}" destId="{4A2576C8-FA36-4F40-9900-927B676379A6}" srcOrd="3" destOrd="0" presId="urn:microsoft.com/office/officeart/2018/2/layout/IconVerticalSolidList"/>
    <dgm:cxn modelId="{0D76D045-BCB4-44DD-BD60-63BA15A0B4D9}" type="presParOf" srcId="{5E2580DC-4A04-4679-BE6F-473DACC5BA28}" destId="{B106A6AB-3034-43A8-BEA6-D9C70BEFC677}" srcOrd="4" destOrd="0" presId="urn:microsoft.com/office/officeart/2018/2/layout/IconVerticalSolidList"/>
    <dgm:cxn modelId="{EB264BCA-0A31-4C73-A13D-1CF67249E223}" type="presParOf" srcId="{B106A6AB-3034-43A8-BEA6-D9C70BEFC677}" destId="{833DDD87-48B5-4BF0-8F0B-4D27ED50F235}" srcOrd="0" destOrd="0" presId="urn:microsoft.com/office/officeart/2018/2/layout/IconVerticalSolidList"/>
    <dgm:cxn modelId="{82341F49-1E22-49A4-845B-B67D8F17D63F}" type="presParOf" srcId="{B106A6AB-3034-43A8-BEA6-D9C70BEFC677}" destId="{C7925938-9762-420C-9DF3-5F3686B3B64D}" srcOrd="1" destOrd="0" presId="urn:microsoft.com/office/officeart/2018/2/layout/IconVerticalSolidList"/>
    <dgm:cxn modelId="{1F524D22-622D-4B58-BBEF-C2C55F227FA9}" type="presParOf" srcId="{B106A6AB-3034-43A8-BEA6-D9C70BEFC677}" destId="{FBB023FB-FE88-42C3-B6EB-BA094842F1AA}" srcOrd="2" destOrd="0" presId="urn:microsoft.com/office/officeart/2018/2/layout/IconVerticalSolidList"/>
    <dgm:cxn modelId="{752E309F-623B-4810-A0D9-A8B66C4AFA34}" type="presParOf" srcId="{B106A6AB-3034-43A8-BEA6-D9C70BEFC677}" destId="{DC04C023-17C3-48F1-8A84-58BB16B7DBC8}" srcOrd="3" destOrd="0" presId="urn:microsoft.com/office/officeart/2018/2/layout/IconVerticalSolidList"/>
    <dgm:cxn modelId="{929A4D97-0D0D-4190-9DA0-A5EA77BB345D}" type="presParOf" srcId="{5E2580DC-4A04-4679-BE6F-473DACC5BA28}" destId="{8429B9C2-F361-491E-9544-5ABE38DA8C18}" srcOrd="5" destOrd="0" presId="urn:microsoft.com/office/officeart/2018/2/layout/IconVerticalSolidList"/>
    <dgm:cxn modelId="{77F603F3-259A-4882-970B-807B801EE493}" type="presParOf" srcId="{5E2580DC-4A04-4679-BE6F-473DACC5BA28}" destId="{E9D64BD0-48D8-4DAD-9BE4-E2177DF9E28C}" srcOrd="6" destOrd="0" presId="urn:microsoft.com/office/officeart/2018/2/layout/IconVerticalSolidList"/>
    <dgm:cxn modelId="{FD2C1052-19A6-4E2A-B6D9-143BB665A473}" type="presParOf" srcId="{E9D64BD0-48D8-4DAD-9BE4-E2177DF9E28C}" destId="{FDB0D42D-9BA3-454E-AC97-B167EF8BB2AF}" srcOrd="0" destOrd="0" presId="urn:microsoft.com/office/officeart/2018/2/layout/IconVerticalSolidList"/>
    <dgm:cxn modelId="{874521EB-EEB5-4D21-A73D-ED5DAE42C596}" type="presParOf" srcId="{E9D64BD0-48D8-4DAD-9BE4-E2177DF9E28C}" destId="{D45ACA49-1A96-45B8-8086-FD918942687E}" srcOrd="1" destOrd="0" presId="urn:microsoft.com/office/officeart/2018/2/layout/IconVerticalSolidList"/>
    <dgm:cxn modelId="{5F2778BC-9116-4688-BBD6-992B16D82625}" type="presParOf" srcId="{E9D64BD0-48D8-4DAD-9BE4-E2177DF9E28C}" destId="{76DDB875-D8D7-44FA-A0A8-459639B63C51}" srcOrd="2" destOrd="0" presId="urn:microsoft.com/office/officeart/2018/2/layout/IconVerticalSolidList"/>
    <dgm:cxn modelId="{2F220C01-5870-47A6-8890-56DAED9E5D14}" type="presParOf" srcId="{E9D64BD0-48D8-4DAD-9BE4-E2177DF9E28C}" destId="{DEABF0DE-5F2F-437A-9DAF-8413692C73A8}" srcOrd="3" destOrd="0" presId="urn:microsoft.com/office/officeart/2018/2/layout/IconVerticalSolidList"/>
  </dgm:cxnLst>
  <dgm:bg>
    <a:effectLst>
      <a:outerShdw blurRad="50800" dist="38100" dir="5400000" algn="t" rotWithShape="0">
        <a:prstClr val="black">
          <a:alpha val="40000"/>
        </a:prstClr>
      </a:outerShdw>
    </a:effectLst>
  </dgm:bg>
  <dgm:whole>
    <a:ln>
      <a:solidFill>
        <a:schemeClr val="accent5">
          <a:shade val="80000"/>
          <a:hueOff val="0"/>
          <a:satOff val="0"/>
          <a:lumOff val="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14B20FA-B3A8-4414-B800-0BDD863279A1}"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6D1702BB-C6F8-4482-81CD-478719D85A31}">
      <dgm:prSet custT="1"/>
      <dgm:spPr>
        <a:solidFill>
          <a:schemeClr val="bg2">
            <a:lumMod val="90000"/>
          </a:schemeClr>
        </a:solidFill>
      </dgm:spPr>
      <dgm:t>
        <a:bodyPr/>
        <a:lstStyle/>
        <a:p>
          <a:pPr algn="l">
            <a:lnSpc>
              <a:spcPct val="90000"/>
            </a:lnSpc>
          </a:pPr>
          <a:r>
            <a:rPr lang="en-US" sz="1400" b="1">
              <a:latin typeface="Aptos"/>
              <a:ea typeface="+mn-ea"/>
              <a:cs typeface="+mn-cs"/>
            </a:rPr>
            <a:t>The raw data offered many features and many irrelevant columns.</a:t>
          </a:r>
          <a:endParaRPr lang="en-US" sz="1400">
            <a:latin typeface="Aptos"/>
            <a:ea typeface="+mn-ea"/>
            <a:cs typeface="+mn-cs"/>
          </a:endParaRPr>
        </a:p>
      </dgm:t>
    </dgm:pt>
    <dgm:pt modelId="{CDC78C06-B803-479F-B27E-2B665A7AE39B}" type="parTrans" cxnId="{E95A0B42-7A1A-4E17-A16F-62499C736E6C}">
      <dgm:prSet/>
      <dgm:spPr/>
      <dgm:t>
        <a:bodyPr/>
        <a:lstStyle/>
        <a:p>
          <a:endParaRPr lang="en-US"/>
        </a:p>
      </dgm:t>
    </dgm:pt>
    <dgm:pt modelId="{AA8C0432-411D-43A0-BAE0-B5EC3A70268E}" type="sibTrans" cxnId="{E95A0B42-7A1A-4E17-A16F-62499C736E6C}">
      <dgm:prSet/>
      <dgm:spPr/>
      <dgm:t>
        <a:bodyPr/>
        <a:lstStyle/>
        <a:p>
          <a:endParaRPr lang="en-US"/>
        </a:p>
      </dgm:t>
    </dgm:pt>
    <dgm:pt modelId="{54EEA574-4115-4DDA-9967-93410DD2B6F0}">
      <dgm:prSet custT="1"/>
      <dgm:spPr>
        <a:solidFill>
          <a:schemeClr val="bg2">
            <a:lumMod val="90000"/>
          </a:schemeClr>
        </a:solidFill>
      </dgm:spPr>
      <dgm:t>
        <a:bodyPr/>
        <a:lstStyle/>
        <a:p>
          <a:pPr algn="l">
            <a:lnSpc>
              <a:spcPct val="90000"/>
            </a:lnSpc>
          </a:pPr>
          <a:r>
            <a:rPr lang="en-US" sz="1400" b="1">
              <a:latin typeface="Aptos"/>
              <a:ea typeface="+mn-ea"/>
              <a:cs typeface="+mn-cs"/>
            </a:rPr>
            <a:t>The dataset was large with roughly 140,000 rows  and  exactly 38 columns.</a:t>
          </a:r>
          <a:endParaRPr lang="en-US" sz="1400">
            <a:latin typeface="Aptos"/>
            <a:ea typeface="+mn-ea"/>
            <a:cs typeface="+mn-cs"/>
          </a:endParaRPr>
        </a:p>
      </dgm:t>
    </dgm:pt>
    <dgm:pt modelId="{B0CF9A00-15F6-45FE-BC8E-D746DB32E7CE}" type="parTrans" cxnId="{FA07C4BA-992C-494F-9D88-D656C273055D}">
      <dgm:prSet/>
      <dgm:spPr/>
      <dgm:t>
        <a:bodyPr/>
        <a:lstStyle/>
        <a:p>
          <a:endParaRPr lang="en-US"/>
        </a:p>
      </dgm:t>
    </dgm:pt>
    <dgm:pt modelId="{6DDD17A2-11EE-412D-BDED-F49A13BA714E}" type="sibTrans" cxnId="{FA07C4BA-992C-494F-9D88-D656C273055D}">
      <dgm:prSet/>
      <dgm:spPr/>
      <dgm:t>
        <a:bodyPr/>
        <a:lstStyle/>
        <a:p>
          <a:endParaRPr lang="en-US"/>
        </a:p>
      </dgm:t>
    </dgm:pt>
    <dgm:pt modelId="{9AE8A5BD-BCB8-4D20-AC86-8D4D2CF7037A}" type="pres">
      <dgm:prSet presAssocID="{214B20FA-B3A8-4414-B800-0BDD863279A1}" presName="linear" presStyleCnt="0">
        <dgm:presLayoutVars>
          <dgm:animLvl val="lvl"/>
          <dgm:resizeHandles val="exact"/>
        </dgm:presLayoutVars>
      </dgm:prSet>
      <dgm:spPr/>
    </dgm:pt>
    <dgm:pt modelId="{8D45AFBF-F3B2-46AB-8186-B2502249131D}" type="pres">
      <dgm:prSet presAssocID="{6D1702BB-C6F8-4482-81CD-478719D85A31}" presName="parentText" presStyleLbl="node1" presStyleIdx="0" presStyleCnt="2" custLinFactNeighborY="77751">
        <dgm:presLayoutVars>
          <dgm:chMax val="0"/>
          <dgm:bulletEnabled val="1"/>
        </dgm:presLayoutVars>
      </dgm:prSet>
      <dgm:spPr/>
    </dgm:pt>
    <dgm:pt modelId="{316915B5-4465-4A46-B8F5-C633907D125E}" type="pres">
      <dgm:prSet presAssocID="{AA8C0432-411D-43A0-BAE0-B5EC3A70268E}" presName="spacer" presStyleCnt="0"/>
      <dgm:spPr/>
    </dgm:pt>
    <dgm:pt modelId="{96078601-C762-4352-99DB-244706A33FF6}" type="pres">
      <dgm:prSet presAssocID="{54EEA574-4115-4DDA-9967-93410DD2B6F0}" presName="parentText" presStyleLbl="node1" presStyleIdx="1" presStyleCnt="2" custLinFactY="48012" custLinFactNeighborX="258" custLinFactNeighborY="100000">
        <dgm:presLayoutVars>
          <dgm:chMax val="0"/>
          <dgm:bulletEnabled val="1"/>
        </dgm:presLayoutVars>
      </dgm:prSet>
      <dgm:spPr/>
    </dgm:pt>
  </dgm:ptLst>
  <dgm:cxnLst>
    <dgm:cxn modelId="{3936B525-44D1-4052-8AF2-487C56EA8997}" type="presOf" srcId="{6D1702BB-C6F8-4482-81CD-478719D85A31}" destId="{8D45AFBF-F3B2-46AB-8186-B2502249131D}" srcOrd="0" destOrd="0" presId="urn:microsoft.com/office/officeart/2005/8/layout/vList2"/>
    <dgm:cxn modelId="{2A97195D-A187-45E7-8340-EBBBDD4F16C6}" type="presOf" srcId="{54EEA574-4115-4DDA-9967-93410DD2B6F0}" destId="{96078601-C762-4352-99DB-244706A33FF6}" srcOrd="0" destOrd="0" presId="urn:microsoft.com/office/officeart/2005/8/layout/vList2"/>
    <dgm:cxn modelId="{E95A0B42-7A1A-4E17-A16F-62499C736E6C}" srcId="{214B20FA-B3A8-4414-B800-0BDD863279A1}" destId="{6D1702BB-C6F8-4482-81CD-478719D85A31}" srcOrd="0" destOrd="0" parTransId="{CDC78C06-B803-479F-B27E-2B665A7AE39B}" sibTransId="{AA8C0432-411D-43A0-BAE0-B5EC3A70268E}"/>
    <dgm:cxn modelId="{FA07C4BA-992C-494F-9D88-D656C273055D}" srcId="{214B20FA-B3A8-4414-B800-0BDD863279A1}" destId="{54EEA574-4115-4DDA-9967-93410DD2B6F0}" srcOrd="1" destOrd="0" parTransId="{B0CF9A00-15F6-45FE-BC8E-D746DB32E7CE}" sibTransId="{6DDD17A2-11EE-412D-BDED-F49A13BA714E}"/>
    <dgm:cxn modelId="{39CCACCA-0D27-48C3-B917-809D7FABCE87}" type="presOf" srcId="{214B20FA-B3A8-4414-B800-0BDD863279A1}" destId="{9AE8A5BD-BCB8-4D20-AC86-8D4D2CF7037A}" srcOrd="0" destOrd="0" presId="urn:microsoft.com/office/officeart/2005/8/layout/vList2"/>
    <dgm:cxn modelId="{C684CA65-36BA-4539-9BA7-EEF01D5DB040}" type="presParOf" srcId="{9AE8A5BD-BCB8-4D20-AC86-8D4D2CF7037A}" destId="{8D45AFBF-F3B2-46AB-8186-B2502249131D}" srcOrd="0" destOrd="0" presId="urn:microsoft.com/office/officeart/2005/8/layout/vList2"/>
    <dgm:cxn modelId="{AE0B42DC-E0DE-47F7-9B80-28D1CB5E73C7}" type="presParOf" srcId="{9AE8A5BD-BCB8-4D20-AC86-8D4D2CF7037A}" destId="{316915B5-4465-4A46-B8F5-C633907D125E}" srcOrd="1" destOrd="0" presId="urn:microsoft.com/office/officeart/2005/8/layout/vList2"/>
    <dgm:cxn modelId="{A8D9FC4B-7FC5-42AE-9FAB-9633F86BE641}" type="presParOf" srcId="{9AE8A5BD-BCB8-4D20-AC86-8D4D2CF7037A}" destId="{96078601-C762-4352-99DB-244706A33FF6}" srcOrd="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1748C5C-50AF-481D-BB90-668C64D08F67}" type="doc">
      <dgm:prSet loTypeId="urn:microsoft.com/office/officeart/2005/8/layout/target2" loCatId="relationship" qsTypeId="urn:microsoft.com/office/officeart/2005/8/quickstyle/simple1" qsCatId="simple" csTypeId="urn:microsoft.com/office/officeart/2005/8/colors/accent0_2" csCatId="mainScheme" phldr="1"/>
      <dgm:spPr/>
      <dgm:t>
        <a:bodyPr/>
        <a:lstStyle/>
        <a:p>
          <a:endParaRPr lang="en-US"/>
        </a:p>
      </dgm:t>
    </dgm:pt>
    <dgm:pt modelId="{A3E4F5A8-3669-4A31-8E55-61416123039B}">
      <dgm:prSet/>
      <dgm:spPr>
        <a:solidFill>
          <a:schemeClr val="bg2">
            <a:lumMod val="90000"/>
          </a:schemeClr>
        </a:solidFill>
      </dgm:spPr>
      <dgm:t>
        <a:bodyPr/>
        <a:lstStyle/>
        <a:p>
          <a:r>
            <a:rPr lang="en-US"/>
            <a:t>Sightings rise in warmer months and fall in winter.</a:t>
          </a:r>
        </a:p>
      </dgm:t>
    </dgm:pt>
    <dgm:pt modelId="{C34AEA75-87E8-4CA3-800E-4C000B6ED3EE}" type="parTrans" cxnId="{ECD2764E-7CE0-4EE7-8A63-B77F6B84BFC9}">
      <dgm:prSet/>
      <dgm:spPr/>
      <dgm:t>
        <a:bodyPr/>
        <a:lstStyle/>
        <a:p>
          <a:endParaRPr lang="en-US"/>
        </a:p>
      </dgm:t>
    </dgm:pt>
    <dgm:pt modelId="{E729D91A-4BD3-442B-996D-6B481D691EEA}" type="sibTrans" cxnId="{ECD2764E-7CE0-4EE7-8A63-B77F6B84BFC9}">
      <dgm:prSet/>
      <dgm:spPr/>
      <dgm:t>
        <a:bodyPr/>
        <a:lstStyle/>
        <a:p>
          <a:endParaRPr lang="en-US"/>
        </a:p>
      </dgm:t>
    </dgm:pt>
    <dgm:pt modelId="{B56F234D-47F6-4173-AE9A-1678909B3176}">
      <dgm:prSet/>
      <dgm:spPr>
        <a:solidFill>
          <a:schemeClr val="accent2">
            <a:lumMod val="20000"/>
            <a:lumOff val="80000"/>
          </a:schemeClr>
        </a:solidFill>
      </dgm:spPr>
      <dgm:t>
        <a:bodyPr/>
        <a:lstStyle/>
        <a:p>
          <a:r>
            <a:rPr lang="en-US"/>
            <a:t>Temperature lines up with daily sighting counts.</a:t>
          </a:r>
        </a:p>
      </dgm:t>
    </dgm:pt>
    <dgm:pt modelId="{2ED93B07-A5B9-49D0-8124-5B2E113FAF73}" type="parTrans" cxnId="{96C61992-28F5-4A57-8B80-0A06E3E4E349}">
      <dgm:prSet/>
      <dgm:spPr/>
      <dgm:t>
        <a:bodyPr/>
        <a:lstStyle/>
        <a:p>
          <a:endParaRPr lang="en-US"/>
        </a:p>
      </dgm:t>
    </dgm:pt>
    <dgm:pt modelId="{5E820C47-A300-44B6-BFA5-0D590D451159}" type="sibTrans" cxnId="{96C61992-28F5-4A57-8B80-0A06E3E4E349}">
      <dgm:prSet/>
      <dgm:spPr/>
      <dgm:t>
        <a:bodyPr/>
        <a:lstStyle/>
        <a:p>
          <a:endParaRPr lang="en-US"/>
        </a:p>
      </dgm:t>
    </dgm:pt>
    <dgm:pt modelId="{3893B403-CA10-41E4-BB91-F19396B00739}">
      <dgm:prSet/>
      <dgm:spPr>
        <a:solidFill>
          <a:schemeClr val="tx2">
            <a:lumMod val="10000"/>
            <a:lumOff val="90000"/>
          </a:schemeClr>
        </a:solidFill>
      </dgm:spPr>
      <dgm:t>
        <a:bodyPr/>
        <a:lstStyle/>
        <a:p>
          <a:pPr rtl="0"/>
          <a:r>
            <a:rPr lang="en-US"/>
            <a:t>The series is </a:t>
          </a:r>
          <a:r>
            <a:rPr lang="en-US">
              <a:latin typeface="Aptos Display" panose="02110004020202020204"/>
            </a:rPr>
            <a:t>very </a:t>
          </a:r>
          <a:r>
            <a:rPr lang="en-US"/>
            <a:t>noisy, but not random.</a:t>
          </a:r>
        </a:p>
      </dgm:t>
    </dgm:pt>
    <dgm:pt modelId="{D154DF31-F36C-4DAE-BE51-7AE0C77A11D7}" type="parTrans" cxnId="{D1E428D6-D109-42AB-A75D-7E324C4EF749}">
      <dgm:prSet/>
      <dgm:spPr/>
      <dgm:t>
        <a:bodyPr/>
        <a:lstStyle/>
        <a:p>
          <a:endParaRPr lang="en-US"/>
        </a:p>
      </dgm:t>
    </dgm:pt>
    <dgm:pt modelId="{61B0156C-8295-4239-AF3C-7C97B2A6B12F}" type="sibTrans" cxnId="{D1E428D6-D109-42AB-A75D-7E324C4EF749}">
      <dgm:prSet/>
      <dgm:spPr/>
      <dgm:t>
        <a:bodyPr/>
        <a:lstStyle/>
        <a:p>
          <a:endParaRPr lang="en-US"/>
        </a:p>
      </dgm:t>
    </dgm:pt>
    <dgm:pt modelId="{D5C6FB24-9E7B-491E-987C-888B6BEC8731}" type="pres">
      <dgm:prSet presAssocID="{01748C5C-50AF-481D-BB90-668C64D08F67}" presName="Name0" presStyleCnt="0">
        <dgm:presLayoutVars>
          <dgm:chMax val="3"/>
          <dgm:chPref val="1"/>
          <dgm:dir/>
          <dgm:animLvl val="lvl"/>
          <dgm:resizeHandles/>
        </dgm:presLayoutVars>
      </dgm:prSet>
      <dgm:spPr/>
    </dgm:pt>
    <dgm:pt modelId="{6C8884F4-5534-40E6-9606-B96583EC3055}" type="pres">
      <dgm:prSet presAssocID="{01748C5C-50AF-481D-BB90-668C64D08F67}" presName="outerBox" presStyleCnt="0"/>
      <dgm:spPr/>
    </dgm:pt>
    <dgm:pt modelId="{4F69D607-BB95-408A-A935-4E09930574EF}" type="pres">
      <dgm:prSet presAssocID="{01748C5C-50AF-481D-BB90-668C64D08F67}" presName="outerBoxParent" presStyleLbl="node1" presStyleIdx="0" presStyleCnt="3" custLinFactNeighborX="3222" custLinFactNeighborY="-9486"/>
      <dgm:spPr/>
    </dgm:pt>
    <dgm:pt modelId="{D0BAAEC3-8182-49D0-95DF-E1B0C0A00222}" type="pres">
      <dgm:prSet presAssocID="{01748C5C-50AF-481D-BB90-668C64D08F67}" presName="outerBoxChildren" presStyleCnt="0"/>
      <dgm:spPr/>
    </dgm:pt>
    <dgm:pt modelId="{1E963D5C-E563-4870-A266-6E96BC3BDA15}" type="pres">
      <dgm:prSet presAssocID="{01748C5C-50AF-481D-BB90-668C64D08F67}" presName="middleBox" presStyleCnt="0"/>
      <dgm:spPr/>
    </dgm:pt>
    <dgm:pt modelId="{771F662A-B87D-41D3-9E92-743727AF2989}" type="pres">
      <dgm:prSet presAssocID="{01748C5C-50AF-481D-BB90-668C64D08F67}" presName="middleBoxParent" presStyleLbl="node1" presStyleIdx="1" presStyleCnt="3"/>
      <dgm:spPr/>
    </dgm:pt>
    <dgm:pt modelId="{80371C9F-3CA8-43B4-B1E6-F8F7A42EB569}" type="pres">
      <dgm:prSet presAssocID="{01748C5C-50AF-481D-BB90-668C64D08F67}" presName="middleBoxChildren" presStyleCnt="0"/>
      <dgm:spPr/>
    </dgm:pt>
    <dgm:pt modelId="{AF6E594C-F3E0-4213-983E-7AAEFE7C41B9}" type="pres">
      <dgm:prSet presAssocID="{01748C5C-50AF-481D-BB90-668C64D08F67}" presName="centerBox" presStyleCnt="0"/>
      <dgm:spPr/>
    </dgm:pt>
    <dgm:pt modelId="{62829E61-AE41-426E-969D-C5A71D858EAB}" type="pres">
      <dgm:prSet presAssocID="{01748C5C-50AF-481D-BB90-668C64D08F67}" presName="centerBoxParent" presStyleLbl="node1" presStyleIdx="2" presStyleCnt="3"/>
      <dgm:spPr/>
    </dgm:pt>
  </dgm:ptLst>
  <dgm:cxnLst>
    <dgm:cxn modelId="{5BCFD412-A708-4C72-B819-8F480598FE3C}" type="presOf" srcId="{A3E4F5A8-3669-4A31-8E55-61416123039B}" destId="{4F69D607-BB95-408A-A935-4E09930574EF}" srcOrd="0" destOrd="0" presId="urn:microsoft.com/office/officeart/2005/8/layout/target2"/>
    <dgm:cxn modelId="{9037F437-99E4-48C9-BAA2-9664B353693C}" type="presOf" srcId="{B56F234D-47F6-4173-AE9A-1678909B3176}" destId="{771F662A-B87D-41D3-9E92-743727AF2989}" srcOrd="0" destOrd="0" presId="urn:microsoft.com/office/officeart/2005/8/layout/target2"/>
    <dgm:cxn modelId="{C6F20C4A-111F-4163-B494-DA26D14EAB0C}" type="presOf" srcId="{01748C5C-50AF-481D-BB90-668C64D08F67}" destId="{D5C6FB24-9E7B-491E-987C-888B6BEC8731}" srcOrd="0" destOrd="0" presId="urn:microsoft.com/office/officeart/2005/8/layout/target2"/>
    <dgm:cxn modelId="{ECD2764E-7CE0-4EE7-8A63-B77F6B84BFC9}" srcId="{01748C5C-50AF-481D-BB90-668C64D08F67}" destId="{A3E4F5A8-3669-4A31-8E55-61416123039B}" srcOrd="0" destOrd="0" parTransId="{C34AEA75-87E8-4CA3-800E-4C000B6ED3EE}" sibTransId="{E729D91A-4BD3-442B-996D-6B481D691EEA}"/>
    <dgm:cxn modelId="{96C61992-28F5-4A57-8B80-0A06E3E4E349}" srcId="{01748C5C-50AF-481D-BB90-668C64D08F67}" destId="{B56F234D-47F6-4173-AE9A-1678909B3176}" srcOrd="1" destOrd="0" parTransId="{2ED93B07-A5B9-49D0-8124-5B2E113FAF73}" sibTransId="{5E820C47-A300-44B6-BFA5-0D590D451159}"/>
    <dgm:cxn modelId="{994945AB-5C70-4917-A1A9-519E72D5CED7}" type="presOf" srcId="{3893B403-CA10-41E4-BB91-F19396B00739}" destId="{62829E61-AE41-426E-969D-C5A71D858EAB}" srcOrd="0" destOrd="0" presId="urn:microsoft.com/office/officeart/2005/8/layout/target2"/>
    <dgm:cxn modelId="{D1E428D6-D109-42AB-A75D-7E324C4EF749}" srcId="{01748C5C-50AF-481D-BB90-668C64D08F67}" destId="{3893B403-CA10-41E4-BB91-F19396B00739}" srcOrd="2" destOrd="0" parTransId="{D154DF31-F36C-4DAE-BE51-7AE0C77A11D7}" sibTransId="{61B0156C-8295-4239-AF3C-7C97B2A6B12F}"/>
    <dgm:cxn modelId="{AE2B0F8F-6FDC-4EBC-8743-C95639728E25}" type="presParOf" srcId="{D5C6FB24-9E7B-491E-987C-888B6BEC8731}" destId="{6C8884F4-5534-40E6-9606-B96583EC3055}" srcOrd="0" destOrd="0" presId="urn:microsoft.com/office/officeart/2005/8/layout/target2"/>
    <dgm:cxn modelId="{6AA30053-D84F-436E-901D-381A5EB691CC}" type="presParOf" srcId="{6C8884F4-5534-40E6-9606-B96583EC3055}" destId="{4F69D607-BB95-408A-A935-4E09930574EF}" srcOrd="0" destOrd="0" presId="urn:microsoft.com/office/officeart/2005/8/layout/target2"/>
    <dgm:cxn modelId="{A85DDC75-882D-4453-B7F6-9378EB0227DA}" type="presParOf" srcId="{6C8884F4-5534-40E6-9606-B96583EC3055}" destId="{D0BAAEC3-8182-49D0-95DF-E1B0C0A00222}" srcOrd="1" destOrd="0" presId="urn:microsoft.com/office/officeart/2005/8/layout/target2"/>
    <dgm:cxn modelId="{C11DF2FC-029A-4920-A69D-8F3542D530DB}" type="presParOf" srcId="{D5C6FB24-9E7B-491E-987C-888B6BEC8731}" destId="{1E963D5C-E563-4870-A266-6E96BC3BDA15}" srcOrd="1" destOrd="0" presId="urn:microsoft.com/office/officeart/2005/8/layout/target2"/>
    <dgm:cxn modelId="{6B257EA0-6F21-4FD8-8860-C9DE507AEBC8}" type="presParOf" srcId="{1E963D5C-E563-4870-A266-6E96BC3BDA15}" destId="{771F662A-B87D-41D3-9E92-743727AF2989}" srcOrd="0" destOrd="0" presId="urn:microsoft.com/office/officeart/2005/8/layout/target2"/>
    <dgm:cxn modelId="{0B8FD461-554D-40AB-9857-6CA733F976FE}" type="presParOf" srcId="{1E963D5C-E563-4870-A266-6E96BC3BDA15}" destId="{80371C9F-3CA8-43B4-B1E6-F8F7A42EB569}" srcOrd="1" destOrd="0" presId="urn:microsoft.com/office/officeart/2005/8/layout/target2"/>
    <dgm:cxn modelId="{C7B0E3A5-4292-48A2-8F14-FABE32C0DEAA}" type="presParOf" srcId="{D5C6FB24-9E7B-491E-987C-888B6BEC8731}" destId="{AF6E594C-F3E0-4213-983E-7AAEFE7C41B9}" srcOrd="2" destOrd="0" presId="urn:microsoft.com/office/officeart/2005/8/layout/target2"/>
    <dgm:cxn modelId="{60A22757-FADA-4AFF-B7DB-0C37513B1A8B}" type="presParOf" srcId="{AF6E594C-F3E0-4213-983E-7AAEFE7C41B9}" destId="{62829E61-AE41-426E-969D-C5A71D858EAB}" srcOrd="0"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A209C76-05E3-42E6-885F-AE056881F742}" type="doc">
      <dgm:prSet loTypeId="urn:microsoft.com/office/officeart/2005/8/layout/hierarchy3" loCatId="hierarchy" qsTypeId="urn:microsoft.com/office/officeart/2005/8/quickstyle/simple1" qsCatId="simple" csTypeId="urn:microsoft.com/office/officeart/2005/8/colors/accent5_2" csCatId="accent5" phldr="1"/>
      <dgm:spPr/>
      <dgm:t>
        <a:bodyPr/>
        <a:lstStyle/>
        <a:p>
          <a:endParaRPr lang="en-US"/>
        </a:p>
      </dgm:t>
    </dgm:pt>
    <dgm:pt modelId="{3931B5CB-FC8C-43F8-B487-6340DE8FF135}">
      <dgm:prSet/>
      <dgm:spPr/>
      <dgm:t>
        <a:bodyPr/>
        <a:lstStyle/>
        <a:p>
          <a:r>
            <a:rPr lang="en-US" b="1"/>
            <a:t>Inputs</a:t>
          </a:r>
          <a:endParaRPr lang="en-US"/>
        </a:p>
      </dgm:t>
    </dgm:pt>
    <dgm:pt modelId="{A57C7515-B01B-4823-A053-4853005025A8}" type="parTrans" cxnId="{9D3A7512-F8E5-40DB-A182-630CEFF06FD9}">
      <dgm:prSet/>
      <dgm:spPr/>
      <dgm:t>
        <a:bodyPr/>
        <a:lstStyle/>
        <a:p>
          <a:endParaRPr lang="en-US"/>
        </a:p>
      </dgm:t>
    </dgm:pt>
    <dgm:pt modelId="{B65CC18E-0E78-4CAB-B71B-68DAACEFDEF4}" type="sibTrans" cxnId="{9D3A7512-F8E5-40DB-A182-630CEFF06FD9}">
      <dgm:prSet/>
      <dgm:spPr/>
      <dgm:t>
        <a:bodyPr/>
        <a:lstStyle/>
        <a:p>
          <a:endParaRPr lang="en-US"/>
        </a:p>
      </dgm:t>
    </dgm:pt>
    <dgm:pt modelId="{50BB67C0-6361-4764-93C0-B8B73D8D9852}">
      <dgm:prSet/>
      <dgm:spPr/>
      <dgm:t>
        <a:bodyPr/>
        <a:lstStyle/>
        <a:p>
          <a:r>
            <a:rPr lang="en-US"/>
            <a:t>Collect Brooklyn entries</a:t>
          </a:r>
        </a:p>
      </dgm:t>
    </dgm:pt>
    <dgm:pt modelId="{8CF65BFD-6809-4061-B2D0-EC8B2218E043}" type="parTrans" cxnId="{19C75DAC-3EFE-445F-8343-2D5AE15451B5}">
      <dgm:prSet/>
      <dgm:spPr/>
      <dgm:t>
        <a:bodyPr/>
        <a:lstStyle/>
        <a:p>
          <a:endParaRPr lang="en-US"/>
        </a:p>
      </dgm:t>
    </dgm:pt>
    <dgm:pt modelId="{B71C4430-CD3D-4326-B00A-989E8F418CB7}" type="sibTrans" cxnId="{19C75DAC-3EFE-445F-8343-2D5AE15451B5}">
      <dgm:prSet/>
      <dgm:spPr/>
      <dgm:t>
        <a:bodyPr/>
        <a:lstStyle/>
        <a:p>
          <a:endParaRPr lang="en-US"/>
        </a:p>
      </dgm:t>
    </dgm:pt>
    <dgm:pt modelId="{80A44F7F-A318-4866-8159-CAF7F983EEF1}">
      <dgm:prSet/>
      <dgm:spPr/>
      <dgm:t>
        <a:bodyPr/>
        <a:lstStyle/>
        <a:p>
          <a:r>
            <a:rPr lang="en-US"/>
            <a:t>Group by date</a:t>
          </a:r>
        </a:p>
      </dgm:t>
    </dgm:pt>
    <dgm:pt modelId="{07C17227-1810-429F-9EC0-42745A2B41C0}" type="parTrans" cxnId="{1C0D9573-87E0-40AE-9E6B-F1E7CF81255A}">
      <dgm:prSet/>
      <dgm:spPr/>
      <dgm:t>
        <a:bodyPr/>
        <a:lstStyle/>
        <a:p>
          <a:endParaRPr lang="en-US"/>
        </a:p>
      </dgm:t>
    </dgm:pt>
    <dgm:pt modelId="{0C514778-BEA6-464A-92D8-AF2036AB799B}" type="sibTrans" cxnId="{1C0D9573-87E0-40AE-9E6B-F1E7CF81255A}">
      <dgm:prSet/>
      <dgm:spPr/>
      <dgm:t>
        <a:bodyPr/>
        <a:lstStyle/>
        <a:p>
          <a:endParaRPr lang="en-US"/>
        </a:p>
      </dgm:t>
    </dgm:pt>
    <dgm:pt modelId="{22B20CDA-9001-4108-86AF-31B3617ADB4D}">
      <dgm:prSet/>
      <dgm:spPr/>
      <dgm:t>
        <a:bodyPr/>
        <a:lstStyle/>
        <a:p>
          <a:r>
            <a:rPr lang="en-US" sz="1100">
              <a:latin typeface="Calibri"/>
              <a:ea typeface="Calibri"/>
              <a:cs typeface="Calibri"/>
            </a:rPr>
            <a:t>Check for dates with 0 rat sightings</a:t>
          </a:r>
        </a:p>
      </dgm:t>
    </dgm:pt>
    <dgm:pt modelId="{127CAC30-C80C-45CD-B1E4-E95A0F38403C}" type="parTrans" cxnId="{6329B57D-877A-4DF2-B2AB-699389D39518}">
      <dgm:prSet/>
      <dgm:spPr/>
      <dgm:t>
        <a:bodyPr/>
        <a:lstStyle/>
        <a:p>
          <a:endParaRPr lang="en-US"/>
        </a:p>
      </dgm:t>
    </dgm:pt>
    <dgm:pt modelId="{3D911CBF-3111-42F9-AC31-F60B956C0898}" type="sibTrans" cxnId="{6329B57D-877A-4DF2-B2AB-699389D39518}">
      <dgm:prSet/>
      <dgm:spPr/>
      <dgm:t>
        <a:bodyPr/>
        <a:lstStyle/>
        <a:p>
          <a:endParaRPr lang="en-US"/>
        </a:p>
      </dgm:t>
    </dgm:pt>
    <dgm:pt modelId="{8A2985E1-7366-43C1-943B-6324DC5F0AC2}">
      <dgm:prSet/>
      <dgm:spPr/>
      <dgm:t>
        <a:bodyPr/>
        <a:lstStyle/>
        <a:p>
          <a:r>
            <a:rPr lang="en-US"/>
            <a:t>Load the rat sightings data </a:t>
          </a:r>
        </a:p>
      </dgm:t>
    </dgm:pt>
    <dgm:pt modelId="{81A8E067-5F26-4526-955F-904848B42BF4}" type="parTrans" cxnId="{92A7986B-866A-4A95-A048-2186ED6B752C}">
      <dgm:prSet/>
      <dgm:spPr/>
      <dgm:t>
        <a:bodyPr/>
        <a:lstStyle/>
        <a:p>
          <a:endParaRPr lang="en-US"/>
        </a:p>
      </dgm:t>
    </dgm:pt>
    <dgm:pt modelId="{83F09CFD-416B-4FA6-8D07-2C94C424C9B6}" type="sibTrans" cxnId="{92A7986B-866A-4A95-A048-2186ED6B752C}">
      <dgm:prSet/>
      <dgm:spPr/>
      <dgm:t>
        <a:bodyPr/>
        <a:lstStyle/>
        <a:p>
          <a:endParaRPr lang="en-US"/>
        </a:p>
      </dgm:t>
    </dgm:pt>
    <dgm:pt modelId="{A3047265-7552-47C6-B9E5-4258D94689D9}">
      <dgm:prSet phldr="0"/>
      <dgm:spPr/>
      <dgm:t>
        <a:bodyPr/>
        <a:lstStyle/>
        <a:p>
          <a:pPr rtl="0"/>
          <a:r>
            <a:rPr lang="en-US" sz="1100">
              <a:latin typeface="Calibri"/>
              <a:ea typeface="Calibri"/>
              <a:cs typeface="Calibri"/>
            </a:rPr>
            <a:t>Ranges from 0 – 67 sightings per day</a:t>
          </a:r>
        </a:p>
      </dgm:t>
    </dgm:pt>
    <dgm:pt modelId="{FA0CEB5A-EFC0-4263-8E6A-DC054356C4BD}" type="parTrans" cxnId="{0AAA82B5-3A56-4410-9666-2B190FF28711}">
      <dgm:prSet/>
      <dgm:spPr/>
    </dgm:pt>
    <dgm:pt modelId="{8DDD5D23-974C-4927-8A9B-886A90941BB7}" type="sibTrans" cxnId="{0AAA82B5-3A56-4410-9666-2B190FF28711}">
      <dgm:prSet/>
      <dgm:spPr/>
    </dgm:pt>
    <dgm:pt modelId="{3CFBBA63-012B-4919-BB13-C3625C3A7D55}" type="pres">
      <dgm:prSet presAssocID="{6A209C76-05E3-42E6-885F-AE056881F742}" presName="diagram" presStyleCnt="0">
        <dgm:presLayoutVars>
          <dgm:chPref val="1"/>
          <dgm:dir/>
          <dgm:animOne val="branch"/>
          <dgm:animLvl val="lvl"/>
          <dgm:resizeHandles/>
        </dgm:presLayoutVars>
      </dgm:prSet>
      <dgm:spPr/>
    </dgm:pt>
    <dgm:pt modelId="{4182D541-C038-4020-A574-EE0816BA8AD8}" type="pres">
      <dgm:prSet presAssocID="{3931B5CB-FC8C-43F8-B487-6340DE8FF135}" presName="root" presStyleCnt="0"/>
      <dgm:spPr/>
    </dgm:pt>
    <dgm:pt modelId="{10F99F13-208A-4BA9-A6B6-34FFC52BC226}" type="pres">
      <dgm:prSet presAssocID="{3931B5CB-FC8C-43F8-B487-6340DE8FF135}" presName="rootComposite" presStyleCnt="0"/>
      <dgm:spPr/>
    </dgm:pt>
    <dgm:pt modelId="{2849CAA5-EEC0-42EB-92CA-C653CF20643D}" type="pres">
      <dgm:prSet presAssocID="{3931B5CB-FC8C-43F8-B487-6340DE8FF135}" presName="rootText" presStyleLbl="node1" presStyleIdx="0" presStyleCnt="1" custLinFactNeighborX="579" custLinFactNeighborY="-6355"/>
      <dgm:spPr/>
    </dgm:pt>
    <dgm:pt modelId="{630F7DE2-C332-4B6F-B64F-9EE04032356B}" type="pres">
      <dgm:prSet presAssocID="{3931B5CB-FC8C-43F8-B487-6340DE8FF135}" presName="rootConnector" presStyleLbl="node1" presStyleIdx="0" presStyleCnt="1"/>
      <dgm:spPr/>
    </dgm:pt>
    <dgm:pt modelId="{8F45B874-9C2A-4E06-9725-9264212F4847}" type="pres">
      <dgm:prSet presAssocID="{3931B5CB-FC8C-43F8-B487-6340DE8FF135}" presName="childShape" presStyleCnt="0"/>
      <dgm:spPr/>
    </dgm:pt>
    <dgm:pt modelId="{9CBC3190-A689-4747-B6A5-07519690F420}" type="pres">
      <dgm:prSet presAssocID="{81A8E067-5F26-4526-955F-904848B42BF4}" presName="Name13" presStyleLbl="parChTrans1D2" presStyleIdx="0" presStyleCnt="5"/>
      <dgm:spPr/>
    </dgm:pt>
    <dgm:pt modelId="{B7FED92E-2831-402B-A616-30F593D293E9}" type="pres">
      <dgm:prSet presAssocID="{8A2985E1-7366-43C1-943B-6324DC5F0AC2}" presName="childText" presStyleLbl="bgAcc1" presStyleIdx="0" presStyleCnt="5">
        <dgm:presLayoutVars>
          <dgm:bulletEnabled val="1"/>
        </dgm:presLayoutVars>
      </dgm:prSet>
      <dgm:spPr/>
    </dgm:pt>
    <dgm:pt modelId="{AE5A25DC-900F-489B-821A-3C413B46ADE3}" type="pres">
      <dgm:prSet presAssocID="{8CF65BFD-6809-4061-B2D0-EC8B2218E043}" presName="Name13" presStyleLbl="parChTrans1D2" presStyleIdx="1" presStyleCnt="5"/>
      <dgm:spPr/>
    </dgm:pt>
    <dgm:pt modelId="{B870F91F-8F47-408F-8152-927E6C0EBC2B}" type="pres">
      <dgm:prSet presAssocID="{50BB67C0-6361-4764-93C0-B8B73D8D9852}" presName="childText" presStyleLbl="bgAcc1" presStyleIdx="1" presStyleCnt="5">
        <dgm:presLayoutVars>
          <dgm:bulletEnabled val="1"/>
        </dgm:presLayoutVars>
      </dgm:prSet>
      <dgm:spPr/>
    </dgm:pt>
    <dgm:pt modelId="{7E75DC07-A1F4-4CE3-81A1-05AC8F1E96A5}" type="pres">
      <dgm:prSet presAssocID="{07C17227-1810-429F-9EC0-42745A2B41C0}" presName="Name13" presStyleLbl="parChTrans1D2" presStyleIdx="2" presStyleCnt="5"/>
      <dgm:spPr/>
    </dgm:pt>
    <dgm:pt modelId="{13417D55-24F4-43B3-B9A5-D06571B4D1CE}" type="pres">
      <dgm:prSet presAssocID="{80A44F7F-A318-4866-8159-CAF7F983EEF1}" presName="childText" presStyleLbl="bgAcc1" presStyleIdx="2" presStyleCnt="5">
        <dgm:presLayoutVars>
          <dgm:bulletEnabled val="1"/>
        </dgm:presLayoutVars>
      </dgm:prSet>
      <dgm:spPr/>
    </dgm:pt>
    <dgm:pt modelId="{555BEB13-41F1-40CF-834B-176699D6BA0A}" type="pres">
      <dgm:prSet presAssocID="{127CAC30-C80C-45CD-B1E4-E95A0F38403C}" presName="Name13" presStyleLbl="parChTrans1D2" presStyleIdx="3" presStyleCnt="5"/>
      <dgm:spPr/>
    </dgm:pt>
    <dgm:pt modelId="{13F1F0AC-63AB-4FA3-B66B-0F8C756F2E7F}" type="pres">
      <dgm:prSet presAssocID="{22B20CDA-9001-4108-86AF-31B3617ADB4D}" presName="childText" presStyleLbl="bgAcc1" presStyleIdx="3" presStyleCnt="5">
        <dgm:presLayoutVars>
          <dgm:bulletEnabled val="1"/>
        </dgm:presLayoutVars>
      </dgm:prSet>
      <dgm:spPr/>
    </dgm:pt>
    <dgm:pt modelId="{A9512F0B-A5F0-493E-B90B-87C24808E445}" type="pres">
      <dgm:prSet presAssocID="{FA0CEB5A-EFC0-4263-8E6A-DC054356C4BD}" presName="Name13" presStyleLbl="parChTrans1D2" presStyleIdx="4" presStyleCnt="5"/>
      <dgm:spPr/>
    </dgm:pt>
    <dgm:pt modelId="{9F17B6BF-FA52-4A77-A04C-0D63E9007202}" type="pres">
      <dgm:prSet presAssocID="{A3047265-7552-47C6-B9E5-4258D94689D9}" presName="childText" presStyleLbl="bgAcc1" presStyleIdx="4" presStyleCnt="5">
        <dgm:presLayoutVars>
          <dgm:bulletEnabled val="1"/>
        </dgm:presLayoutVars>
      </dgm:prSet>
      <dgm:spPr/>
    </dgm:pt>
  </dgm:ptLst>
  <dgm:cxnLst>
    <dgm:cxn modelId="{9D3A7512-F8E5-40DB-A182-630CEFF06FD9}" srcId="{6A209C76-05E3-42E6-885F-AE056881F742}" destId="{3931B5CB-FC8C-43F8-B487-6340DE8FF135}" srcOrd="0" destOrd="0" parTransId="{A57C7515-B01B-4823-A053-4853005025A8}" sibTransId="{B65CC18E-0E78-4CAB-B71B-68DAACEFDEF4}"/>
    <dgm:cxn modelId="{A9011515-45C9-440B-9E7B-BD060A0E25F2}" type="presOf" srcId="{6A209C76-05E3-42E6-885F-AE056881F742}" destId="{3CFBBA63-012B-4919-BB13-C3625C3A7D55}" srcOrd="0" destOrd="0" presId="urn:microsoft.com/office/officeart/2005/8/layout/hierarchy3"/>
    <dgm:cxn modelId="{B6B1A816-56C1-4CFA-A383-0D98E59C88E8}" type="presOf" srcId="{127CAC30-C80C-45CD-B1E4-E95A0F38403C}" destId="{555BEB13-41F1-40CF-834B-176699D6BA0A}" srcOrd="0" destOrd="0" presId="urn:microsoft.com/office/officeart/2005/8/layout/hierarchy3"/>
    <dgm:cxn modelId="{4AF60632-F90E-47E3-842B-7BC3568CD098}" type="presOf" srcId="{FA0CEB5A-EFC0-4263-8E6A-DC054356C4BD}" destId="{A9512F0B-A5F0-493E-B90B-87C24808E445}" srcOrd="0" destOrd="0" presId="urn:microsoft.com/office/officeart/2005/8/layout/hierarchy3"/>
    <dgm:cxn modelId="{3292A534-9084-4D83-B821-96458DD2C46F}" type="presOf" srcId="{8A2985E1-7366-43C1-943B-6324DC5F0AC2}" destId="{B7FED92E-2831-402B-A616-30F593D293E9}" srcOrd="0" destOrd="0" presId="urn:microsoft.com/office/officeart/2005/8/layout/hierarchy3"/>
    <dgm:cxn modelId="{92A7986B-866A-4A95-A048-2186ED6B752C}" srcId="{3931B5CB-FC8C-43F8-B487-6340DE8FF135}" destId="{8A2985E1-7366-43C1-943B-6324DC5F0AC2}" srcOrd="0" destOrd="0" parTransId="{81A8E067-5F26-4526-955F-904848B42BF4}" sibTransId="{83F09CFD-416B-4FA6-8D07-2C94C424C9B6}"/>
    <dgm:cxn modelId="{EC56694D-03AC-4E79-A8BE-612DE9AFC24A}" type="presOf" srcId="{50BB67C0-6361-4764-93C0-B8B73D8D9852}" destId="{B870F91F-8F47-408F-8152-927E6C0EBC2B}" srcOrd="0" destOrd="0" presId="urn:microsoft.com/office/officeart/2005/8/layout/hierarchy3"/>
    <dgm:cxn modelId="{1C0D9573-87E0-40AE-9E6B-F1E7CF81255A}" srcId="{3931B5CB-FC8C-43F8-B487-6340DE8FF135}" destId="{80A44F7F-A318-4866-8159-CAF7F983EEF1}" srcOrd="2" destOrd="0" parTransId="{07C17227-1810-429F-9EC0-42745A2B41C0}" sibTransId="{0C514778-BEA6-464A-92D8-AF2036AB799B}"/>
    <dgm:cxn modelId="{EF14C354-D4E0-48A2-99C2-82C31312B34D}" type="presOf" srcId="{81A8E067-5F26-4526-955F-904848B42BF4}" destId="{9CBC3190-A689-4747-B6A5-07519690F420}" srcOrd="0" destOrd="0" presId="urn:microsoft.com/office/officeart/2005/8/layout/hierarchy3"/>
    <dgm:cxn modelId="{64CC3E55-77F6-47AE-9E6D-334006B748C8}" type="presOf" srcId="{A3047265-7552-47C6-B9E5-4258D94689D9}" destId="{9F17B6BF-FA52-4A77-A04C-0D63E9007202}" srcOrd="0" destOrd="0" presId="urn:microsoft.com/office/officeart/2005/8/layout/hierarchy3"/>
    <dgm:cxn modelId="{DE868375-4E45-4106-8F06-7D103D52611F}" type="presOf" srcId="{07C17227-1810-429F-9EC0-42745A2B41C0}" destId="{7E75DC07-A1F4-4CE3-81A1-05AC8F1E96A5}" srcOrd="0" destOrd="0" presId="urn:microsoft.com/office/officeart/2005/8/layout/hierarchy3"/>
    <dgm:cxn modelId="{6329B57D-877A-4DF2-B2AB-699389D39518}" srcId="{3931B5CB-FC8C-43F8-B487-6340DE8FF135}" destId="{22B20CDA-9001-4108-86AF-31B3617ADB4D}" srcOrd="3" destOrd="0" parTransId="{127CAC30-C80C-45CD-B1E4-E95A0F38403C}" sibTransId="{3D911CBF-3111-42F9-AC31-F60B956C0898}"/>
    <dgm:cxn modelId="{FA954683-7864-458B-BB63-F79652C6DEF6}" type="presOf" srcId="{3931B5CB-FC8C-43F8-B487-6340DE8FF135}" destId="{2849CAA5-EEC0-42EB-92CA-C653CF20643D}" srcOrd="0" destOrd="0" presId="urn:microsoft.com/office/officeart/2005/8/layout/hierarchy3"/>
    <dgm:cxn modelId="{6162C099-98B2-491F-9B81-6B43FD6F6948}" type="presOf" srcId="{80A44F7F-A318-4866-8159-CAF7F983EEF1}" destId="{13417D55-24F4-43B3-B9A5-D06571B4D1CE}" srcOrd="0" destOrd="0" presId="urn:microsoft.com/office/officeart/2005/8/layout/hierarchy3"/>
    <dgm:cxn modelId="{19C75DAC-3EFE-445F-8343-2D5AE15451B5}" srcId="{3931B5CB-FC8C-43F8-B487-6340DE8FF135}" destId="{50BB67C0-6361-4764-93C0-B8B73D8D9852}" srcOrd="1" destOrd="0" parTransId="{8CF65BFD-6809-4061-B2D0-EC8B2218E043}" sibTransId="{B71C4430-CD3D-4326-B00A-989E8F418CB7}"/>
    <dgm:cxn modelId="{0AAA82B5-3A56-4410-9666-2B190FF28711}" srcId="{3931B5CB-FC8C-43F8-B487-6340DE8FF135}" destId="{A3047265-7552-47C6-B9E5-4258D94689D9}" srcOrd="4" destOrd="0" parTransId="{FA0CEB5A-EFC0-4263-8E6A-DC054356C4BD}" sibTransId="{8DDD5D23-974C-4927-8A9B-886A90941BB7}"/>
    <dgm:cxn modelId="{FD02D7BF-C3BD-4788-9F6E-8891261BC57E}" type="presOf" srcId="{22B20CDA-9001-4108-86AF-31B3617ADB4D}" destId="{13F1F0AC-63AB-4FA3-B66B-0F8C756F2E7F}" srcOrd="0" destOrd="0" presId="urn:microsoft.com/office/officeart/2005/8/layout/hierarchy3"/>
    <dgm:cxn modelId="{50F544DD-827B-4A25-909B-C890AD3AD107}" type="presOf" srcId="{8CF65BFD-6809-4061-B2D0-EC8B2218E043}" destId="{AE5A25DC-900F-489B-821A-3C413B46ADE3}" srcOrd="0" destOrd="0" presId="urn:microsoft.com/office/officeart/2005/8/layout/hierarchy3"/>
    <dgm:cxn modelId="{BAFDF9F7-16C2-48C7-9858-C52963494778}" type="presOf" srcId="{3931B5CB-FC8C-43F8-B487-6340DE8FF135}" destId="{630F7DE2-C332-4B6F-B64F-9EE04032356B}" srcOrd="1" destOrd="0" presId="urn:microsoft.com/office/officeart/2005/8/layout/hierarchy3"/>
    <dgm:cxn modelId="{912A8026-801A-4D3F-BB4D-3A0574F2AB25}" type="presParOf" srcId="{3CFBBA63-012B-4919-BB13-C3625C3A7D55}" destId="{4182D541-C038-4020-A574-EE0816BA8AD8}" srcOrd="0" destOrd="0" presId="urn:microsoft.com/office/officeart/2005/8/layout/hierarchy3"/>
    <dgm:cxn modelId="{B44C2D83-DE5A-4792-9C49-A387A39A8DE0}" type="presParOf" srcId="{4182D541-C038-4020-A574-EE0816BA8AD8}" destId="{10F99F13-208A-4BA9-A6B6-34FFC52BC226}" srcOrd="0" destOrd="0" presId="urn:microsoft.com/office/officeart/2005/8/layout/hierarchy3"/>
    <dgm:cxn modelId="{FE791D66-00F1-4DCF-9C66-C403986C747C}" type="presParOf" srcId="{10F99F13-208A-4BA9-A6B6-34FFC52BC226}" destId="{2849CAA5-EEC0-42EB-92CA-C653CF20643D}" srcOrd="0" destOrd="0" presId="urn:microsoft.com/office/officeart/2005/8/layout/hierarchy3"/>
    <dgm:cxn modelId="{84D954B2-062D-4932-AACA-B2A76E71C915}" type="presParOf" srcId="{10F99F13-208A-4BA9-A6B6-34FFC52BC226}" destId="{630F7DE2-C332-4B6F-B64F-9EE04032356B}" srcOrd="1" destOrd="0" presId="urn:microsoft.com/office/officeart/2005/8/layout/hierarchy3"/>
    <dgm:cxn modelId="{DFE750C3-C7F9-42B2-AADA-C756CD33CA51}" type="presParOf" srcId="{4182D541-C038-4020-A574-EE0816BA8AD8}" destId="{8F45B874-9C2A-4E06-9725-9264212F4847}" srcOrd="1" destOrd="0" presId="urn:microsoft.com/office/officeart/2005/8/layout/hierarchy3"/>
    <dgm:cxn modelId="{0E470C9C-6CBD-475D-87F3-9F917A59977E}" type="presParOf" srcId="{8F45B874-9C2A-4E06-9725-9264212F4847}" destId="{9CBC3190-A689-4747-B6A5-07519690F420}" srcOrd="0" destOrd="0" presId="urn:microsoft.com/office/officeart/2005/8/layout/hierarchy3"/>
    <dgm:cxn modelId="{72AA33A2-18E6-4EED-A8C7-B48203D5AB50}" type="presParOf" srcId="{8F45B874-9C2A-4E06-9725-9264212F4847}" destId="{B7FED92E-2831-402B-A616-30F593D293E9}" srcOrd="1" destOrd="0" presId="urn:microsoft.com/office/officeart/2005/8/layout/hierarchy3"/>
    <dgm:cxn modelId="{D73D7124-CCE3-4FD8-91B4-5558E1545ED2}" type="presParOf" srcId="{8F45B874-9C2A-4E06-9725-9264212F4847}" destId="{AE5A25DC-900F-489B-821A-3C413B46ADE3}" srcOrd="2" destOrd="0" presId="urn:microsoft.com/office/officeart/2005/8/layout/hierarchy3"/>
    <dgm:cxn modelId="{AE5182F3-0E9A-4E9F-9445-A92C20BB1DCF}" type="presParOf" srcId="{8F45B874-9C2A-4E06-9725-9264212F4847}" destId="{B870F91F-8F47-408F-8152-927E6C0EBC2B}" srcOrd="3" destOrd="0" presId="urn:microsoft.com/office/officeart/2005/8/layout/hierarchy3"/>
    <dgm:cxn modelId="{6DA60267-ECF5-4537-AB6D-24167311B71C}" type="presParOf" srcId="{8F45B874-9C2A-4E06-9725-9264212F4847}" destId="{7E75DC07-A1F4-4CE3-81A1-05AC8F1E96A5}" srcOrd="4" destOrd="0" presId="urn:microsoft.com/office/officeart/2005/8/layout/hierarchy3"/>
    <dgm:cxn modelId="{4056B0E2-CB80-48EC-A3B9-99BA63D38049}" type="presParOf" srcId="{8F45B874-9C2A-4E06-9725-9264212F4847}" destId="{13417D55-24F4-43B3-B9A5-D06571B4D1CE}" srcOrd="5" destOrd="0" presId="urn:microsoft.com/office/officeart/2005/8/layout/hierarchy3"/>
    <dgm:cxn modelId="{ED9A0A1B-4DFF-4577-9B19-86169E4FB895}" type="presParOf" srcId="{8F45B874-9C2A-4E06-9725-9264212F4847}" destId="{555BEB13-41F1-40CF-834B-176699D6BA0A}" srcOrd="6" destOrd="0" presId="urn:microsoft.com/office/officeart/2005/8/layout/hierarchy3"/>
    <dgm:cxn modelId="{D9C2157B-45EA-4084-ABA8-7D6E0A9EA80F}" type="presParOf" srcId="{8F45B874-9C2A-4E06-9725-9264212F4847}" destId="{13F1F0AC-63AB-4FA3-B66B-0F8C756F2E7F}" srcOrd="7" destOrd="0" presId="urn:microsoft.com/office/officeart/2005/8/layout/hierarchy3"/>
    <dgm:cxn modelId="{7B6E0AC2-827A-4832-95E3-053EA5864DA8}" type="presParOf" srcId="{8F45B874-9C2A-4E06-9725-9264212F4847}" destId="{A9512F0B-A5F0-493E-B90B-87C24808E445}" srcOrd="8" destOrd="0" presId="urn:microsoft.com/office/officeart/2005/8/layout/hierarchy3"/>
    <dgm:cxn modelId="{18E08718-2D11-473A-9BB1-228042F502A4}" type="presParOf" srcId="{8F45B874-9C2A-4E06-9725-9264212F4847}" destId="{9F17B6BF-FA52-4A77-A04C-0D63E9007202}" srcOrd="9" destOrd="0" presId="urn:microsoft.com/office/officeart/2005/8/layout/hierarchy3"/>
  </dgm:cxnLst>
  <dgm:bg/>
  <dgm:whole>
    <a:ln>
      <a:solidFill>
        <a:schemeClr val="tx1">
          <a:lumMod val="85000"/>
          <a:lumOff val="15000"/>
          <a:alpha val="42000"/>
        </a:schemeClr>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A209C76-05E3-42E6-885F-AE056881F742}" type="doc">
      <dgm:prSet loTypeId="urn:microsoft.com/office/officeart/2005/8/layout/pictureOrgChart+Icon" loCatId="hierarchy" qsTypeId="urn:microsoft.com/office/officeart/2005/8/quickstyle/simple1" qsCatId="simple" csTypeId="urn:microsoft.com/office/officeart/2005/8/colors/accent5_2" csCatId="accent5" phldr="1"/>
      <dgm:spPr/>
      <dgm:t>
        <a:bodyPr/>
        <a:lstStyle/>
        <a:p>
          <a:endParaRPr lang="en-US"/>
        </a:p>
      </dgm:t>
    </dgm:pt>
    <dgm:pt modelId="{3931B5CB-FC8C-43F8-B487-6340DE8FF135}">
      <dgm:prSet custT="1"/>
      <dgm:spPr/>
      <dgm:t>
        <a:bodyPr/>
        <a:lstStyle/>
        <a:p>
          <a:r>
            <a:rPr lang="en-US" sz="2000" b="1" i="0" u="none"/>
            <a:t>Features</a:t>
          </a:r>
          <a:endParaRPr lang="en-US" sz="2000"/>
        </a:p>
      </dgm:t>
    </dgm:pt>
    <dgm:pt modelId="{A57C7515-B01B-4823-A053-4853005025A8}" type="parTrans" cxnId="{9D3A7512-F8E5-40DB-A182-630CEFF06FD9}">
      <dgm:prSet/>
      <dgm:spPr/>
      <dgm:t>
        <a:bodyPr/>
        <a:lstStyle/>
        <a:p>
          <a:endParaRPr lang="en-US"/>
        </a:p>
      </dgm:t>
    </dgm:pt>
    <dgm:pt modelId="{B65CC18E-0E78-4CAB-B71B-68DAACEFDEF4}" type="sibTrans" cxnId="{9D3A7512-F8E5-40DB-A182-630CEFF06FD9}">
      <dgm:prSet/>
      <dgm:spPr/>
      <dgm:t>
        <a:bodyPr/>
        <a:lstStyle/>
        <a:p>
          <a:endParaRPr lang="en-US"/>
        </a:p>
      </dgm:t>
    </dgm:pt>
    <dgm:pt modelId="{B182246D-9D37-488C-BB8F-FCDB6E0CF2B6}">
      <dgm:prSet/>
      <dgm:spPr/>
      <dgm:t>
        <a:bodyPr/>
        <a:lstStyle/>
        <a:p>
          <a:pPr rtl="0">
            <a:buFont typeface="Arial" panose="020B0604020202020204" pitchFamily="34" charset="0"/>
            <a:buChar char="•"/>
          </a:pPr>
          <a:r>
            <a:rPr lang="en-US" b="0" i="0" u="none">
              <a:latin typeface="Aptos Display" panose="02110004020202020204"/>
            </a:rPr>
            <a:t>Weather data</a:t>
          </a:r>
          <a:r>
            <a:rPr lang="en-US" b="0" i="0"/>
            <a:t> from Open-</a:t>
          </a:r>
          <a:r>
            <a:rPr lang="en-US" b="0" i="0" err="1"/>
            <a:t>Meteo</a:t>
          </a:r>
          <a:endParaRPr lang="en-US" b="1" i="0" u="none" err="1"/>
        </a:p>
      </dgm:t>
    </dgm:pt>
    <dgm:pt modelId="{AC670EDA-E3FB-4B2D-92F8-FBD01DA5D344}" type="parTrans" cxnId="{0BF145AD-F4DA-4F2D-B56C-2A0E22253B48}">
      <dgm:prSet/>
      <dgm:spPr/>
      <dgm:t>
        <a:bodyPr/>
        <a:lstStyle/>
        <a:p>
          <a:endParaRPr lang="en-US"/>
        </a:p>
      </dgm:t>
    </dgm:pt>
    <dgm:pt modelId="{D2DB85E4-8942-48EF-99AC-FFBA833ED51C}" type="sibTrans" cxnId="{0BF145AD-F4DA-4F2D-B56C-2A0E22253B48}">
      <dgm:prSet/>
      <dgm:spPr/>
      <dgm:t>
        <a:bodyPr/>
        <a:lstStyle/>
        <a:p>
          <a:endParaRPr lang="en-US"/>
        </a:p>
      </dgm:t>
    </dgm:pt>
    <dgm:pt modelId="{92C43984-1ADD-407F-80DA-34E772E9035D}">
      <dgm:prSet/>
      <dgm:spPr/>
      <dgm:t>
        <a:bodyPr/>
        <a:lstStyle/>
        <a:p>
          <a:pPr rtl="0">
            <a:buFont typeface="Arial" panose="020B0604020202020204" pitchFamily="34" charset="0"/>
            <a:buChar char="•"/>
          </a:pPr>
          <a:r>
            <a:rPr lang="en-US" b="0" i="0" u="none"/>
            <a:t>Lags, </a:t>
          </a:r>
          <a:r>
            <a:rPr lang="en-US" b="0" i="0" u="none">
              <a:latin typeface="Aptos Display" panose="02110004020202020204"/>
            </a:rPr>
            <a:t>Moving Averages, One-Hot Encoders</a:t>
          </a:r>
          <a:endParaRPr lang="en-US" b="1" i="0" u="none"/>
        </a:p>
      </dgm:t>
    </dgm:pt>
    <dgm:pt modelId="{DE6E99D1-FC8B-496B-87DE-9A021182D373}" type="parTrans" cxnId="{BD7D165A-B70F-4399-A329-B52C6DBE9977}">
      <dgm:prSet/>
      <dgm:spPr/>
      <dgm:t>
        <a:bodyPr/>
        <a:lstStyle/>
        <a:p>
          <a:endParaRPr lang="en-US"/>
        </a:p>
      </dgm:t>
    </dgm:pt>
    <dgm:pt modelId="{5D247C92-2F57-4BE1-AF8B-39CCDA5243B0}" type="sibTrans" cxnId="{BD7D165A-B70F-4399-A329-B52C6DBE9977}">
      <dgm:prSet/>
      <dgm:spPr/>
      <dgm:t>
        <a:bodyPr/>
        <a:lstStyle/>
        <a:p>
          <a:endParaRPr lang="en-US"/>
        </a:p>
      </dgm:t>
    </dgm:pt>
    <dgm:pt modelId="{ED591D9D-EA95-4C79-87DF-8089EF4F28F9}">
      <dgm:prSet/>
      <dgm:spPr/>
      <dgm:t>
        <a:bodyPr/>
        <a:lstStyle/>
        <a:p>
          <a:pPr rtl="0">
            <a:buFont typeface="Arial" panose="020B0604020202020204" pitchFamily="34" charset="0"/>
            <a:buChar char="•"/>
          </a:pPr>
          <a:r>
            <a:rPr lang="en-US" b="0" i="0" u="none">
              <a:latin typeface="Aptos Display" panose="02110004020202020204"/>
            </a:rPr>
            <a:t>Feature Selection via Experimentation</a:t>
          </a:r>
          <a:endParaRPr lang="en-US" b="1" i="0" u="none"/>
        </a:p>
      </dgm:t>
    </dgm:pt>
    <dgm:pt modelId="{E07BD538-6FE1-4FD5-96E4-E5ABC4FE4370}" type="parTrans" cxnId="{AF9083B2-D490-4F94-B812-92D0E50F9542}">
      <dgm:prSet/>
      <dgm:spPr/>
      <dgm:t>
        <a:bodyPr/>
        <a:lstStyle/>
        <a:p>
          <a:endParaRPr lang="en-US"/>
        </a:p>
      </dgm:t>
    </dgm:pt>
    <dgm:pt modelId="{D8D97EE1-811D-4142-B950-55317E35FF31}" type="sibTrans" cxnId="{AF9083B2-D490-4F94-B812-92D0E50F9542}">
      <dgm:prSet/>
      <dgm:spPr/>
      <dgm:t>
        <a:bodyPr/>
        <a:lstStyle/>
        <a:p>
          <a:endParaRPr lang="en-US"/>
        </a:p>
      </dgm:t>
    </dgm:pt>
    <dgm:pt modelId="{1AEE1AFF-0B71-484B-97BD-9DCF7BCA6798}" type="pres">
      <dgm:prSet presAssocID="{6A209C76-05E3-42E6-885F-AE056881F742}" presName="hierChild1" presStyleCnt="0">
        <dgm:presLayoutVars>
          <dgm:orgChart val="1"/>
          <dgm:chPref val="1"/>
          <dgm:dir/>
          <dgm:animOne val="branch"/>
          <dgm:animLvl val="lvl"/>
          <dgm:resizeHandles/>
        </dgm:presLayoutVars>
      </dgm:prSet>
      <dgm:spPr/>
    </dgm:pt>
    <dgm:pt modelId="{1BC52D16-E0B5-4401-9376-CB29092C4A62}" type="pres">
      <dgm:prSet presAssocID="{3931B5CB-FC8C-43F8-B487-6340DE8FF135}" presName="hierRoot1" presStyleCnt="0">
        <dgm:presLayoutVars>
          <dgm:hierBranch val="init"/>
        </dgm:presLayoutVars>
      </dgm:prSet>
      <dgm:spPr/>
    </dgm:pt>
    <dgm:pt modelId="{FB08EC64-6436-4FCC-93B1-1BF02930ADCA}" type="pres">
      <dgm:prSet presAssocID="{3931B5CB-FC8C-43F8-B487-6340DE8FF135}" presName="rootComposite1" presStyleCnt="0"/>
      <dgm:spPr/>
    </dgm:pt>
    <dgm:pt modelId="{8D8517B8-21C7-4509-9642-91FEA6E03CCE}" type="pres">
      <dgm:prSet presAssocID="{3931B5CB-FC8C-43F8-B487-6340DE8FF135}" presName="rootText1" presStyleLbl="node0" presStyleIdx="0" presStyleCnt="1">
        <dgm:presLayoutVars>
          <dgm:chPref val="3"/>
        </dgm:presLayoutVars>
      </dgm:prSet>
      <dgm:spPr/>
    </dgm:pt>
    <dgm:pt modelId="{25834314-23B9-41DB-965D-3594323CBDC9}" type="pres">
      <dgm:prSet presAssocID="{3931B5CB-FC8C-43F8-B487-6340DE8FF135}" presName="rootPict1" presStyleLbl="alignImgPlac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pt>
    <dgm:pt modelId="{655C7F6E-5AD2-4ED0-A7B2-3139269E2AB1}" type="pres">
      <dgm:prSet presAssocID="{3931B5CB-FC8C-43F8-B487-6340DE8FF135}" presName="rootConnector1" presStyleLbl="node1" presStyleIdx="0" presStyleCnt="0"/>
      <dgm:spPr/>
    </dgm:pt>
    <dgm:pt modelId="{B63CEB15-641C-47E0-B6D8-D064C2F5557C}" type="pres">
      <dgm:prSet presAssocID="{3931B5CB-FC8C-43F8-B487-6340DE8FF135}" presName="hierChild2" presStyleCnt="0"/>
      <dgm:spPr/>
    </dgm:pt>
    <dgm:pt modelId="{78B67095-89AA-46A3-B27E-5020B2B8B953}" type="pres">
      <dgm:prSet presAssocID="{AC670EDA-E3FB-4B2D-92F8-FBD01DA5D344}" presName="Name37" presStyleLbl="parChTrans1D2" presStyleIdx="0" presStyleCnt="3"/>
      <dgm:spPr/>
    </dgm:pt>
    <dgm:pt modelId="{45D4FFA7-BA0B-4D46-8705-9972026E4CD2}" type="pres">
      <dgm:prSet presAssocID="{B182246D-9D37-488C-BB8F-FCDB6E0CF2B6}" presName="hierRoot2" presStyleCnt="0">
        <dgm:presLayoutVars>
          <dgm:hierBranch val="init"/>
        </dgm:presLayoutVars>
      </dgm:prSet>
      <dgm:spPr/>
    </dgm:pt>
    <dgm:pt modelId="{B8309666-7E24-492C-B638-BF287C36723E}" type="pres">
      <dgm:prSet presAssocID="{B182246D-9D37-488C-BB8F-FCDB6E0CF2B6}" presName="rootComposite" presStyleCnt="0"/>
      <dgm:spPr/>
    </dgm:pt>
    <dgm:pt modelId="{4E306966-C5E5-4A38-B5EF-284F50462118}" type="pres">
      <dgm:prSet presAssocID="{B182246D-9D37-488C-BB8F-FCDB6E0CF2B6}" presName="rootText" presStyleLbl="node2" presStyleIdx="0" presStyleCnt="3">
        <dgm:presLayoutVars>
          <dgm:chPref val="3"/>
        </dgm:presLayoutVars>
      </dgm:prSet>
      <dgm:spPr/>
    </dgm:pt>
    <dgm:pt modelId="{DCE1069C-FAD0-4916-B191-508459792B55}" type="pres">
      <dgm:prSet presAssocID="{B182246D-9D37-488C-BB8F-FCDB6E0CF2B6}" presName="rootPict" presStyleLbl="alignImgPlac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l="-17000" r="-17000"/>
          </a:stretch>
        </a:blipFill>
      </dgm:spPr>
      <dgm:extLst>
        <a:ext uri="{E40237B7-FDA0-4F09-8148-C483321AD2D9}">
          <dgm14:cNvPr xmlns:dgm14="http://schemas.microsoft.com/office/drawing/2010/diagram" id="0" name="" descr="Rain with solid fill"/>
        </a:ext>
      </dgm:extLst>
    </dgm:pt>
    <dgm:pt modelId="{E85914C6-41E3-4344-AFDD-750E09C9333D}" type="pres">
      <dgm:prSet presAssocID="{B182246D-9D37-488C-BB8F-FCDB6E0CF2B6}" presName="rootConnector" presStyleLbl="node2" presStyleIdx="0" presStyleCnt="3"/>
      <dgm:spPr/>
    </dgm:pt>
    <dgm:pt modelId="{04443623-5826-4BE9-823C-86A188FD74F3}" type="pres">
      <dgm:prSet presAssocID="{B182246D-9D37-488C-BB8F-FCDB6E0CF2B6}" presName="hierChild4" presStyleCnt="0"/>
      <dgm:spPr/>
    </dgm:pt>
    <dgm:pt modelId="{35BC85B2-1CC8-4C64-87F1-B6F69CDFB9C4}" type="pres">
      <dgm:prSet presAssocID="{B182246D-9D37-488C-BB8F-FCDB6E0CF2B6}" presName="hierChild5" presStyleCnt="0"/>
      <dgm:spPr/>
    </dgm:pt>
    <dgm:pt modelId="{507158FA-8842-4BC8-958A-113B9CA2C260}" type="pres">
      <dgm:prSet presAssocID="{DE6E99D1-FC8B-496B-87DE-9A021182D373}" presName="Name37" presStyleLbl="parChTrans1D2" presStyleIdx="1" presStyleCnt="3"/>
      <dgm:spPr/>
    </dgm:pt>
    <dgm:pt modelId="{C9AEE80C-A7DE-4F16-AAF3-5E457E89F8F2}" type="pres">
      <dgm:prSet presAssocID="{92C43984-1ADD-407F-80DA-34E772E9035D}" presName="hierRoot2" presStyleCnt="0">
        <dgm:presLayoutVars>
          <dgm:hierBranch val="init"/>
        </dgm:presLayoutVars>
      </dgm:prSet>
      <dgm:spPr/>
    </dgm:pt>
    <dgm:pt modelId="{FC899BEA-7347-4A28-9009-D13F2C78FFBE}" type="pres">
      <dgm:prSet presAssocID="{92C43984-1ADD-407F-80DA-34E772E9035D}" presName="rootComposite" presStyleCnt="0"/>
      <dgm:spPr/>
    </dgm:pt>
    <dgm:pt modelId="{21B0748F-2BB2-449B-979C-CB83E9470040}" type="pres">
      <dgm:prSet presAssocID="{92C43984-1ADD-407F-80DA-34E772E9035D}" presName="rootText" presStyleLbl="node2" presStyleIdx="1" presStyleCnt="3">
        <dgm:presLayoutVars>
          <dgm:chPref val="3"/>
        </dgm:presLayoutVars>
      </dgm:prSet>
      <dgm:spPr/>
    </dgm:pt>
    <dgm:pt modelId="{FED67E58-00F0-41BB-9FEA-AED45A8433BA}" type="pres">
      <dgm:prSet presAssocID="{92C43984-1ADD-407F-80DA-34E772E9035D}" presName="rootPict" presStyleLbl="alignImgPlace1" presStyleIdx="2" presStyleCnt="4"/>
      <dgm:spPr>
        <a:blipFill>
          <a:blip xmlns:r="http://schemas.openxmlformats.org/officeDocument/2006/relationships" r:embed="rId3"/>
          <a:srcRect/>
          <a:stretch>
            <a:fillRect l="-51000" r="-51000"/>
          </a:stretch>
        </a:blipFill>
      </dgm:spPr>
    </dgm:pt>
    <dgm:pt modelId="{F490FFDE-6EE6-4140-8EAE-82C4C7835726}" type="pres">
      <dgm:prSet presAssocID="{92C43984-1ADD-407F-80DA-34E772E9035D}" presName="rootConnector" presStyleLbl="node2" presStyleIdx="1" presStyleCnt="3"/>
      <dgm:spPr/>
    </dgm:pt>
    <dgm:pt modelId="{FC25B72E-935D-4A1F-9ED3-DF3C0995DD5A}" type="pres">
      <dgm:prSet presAssocID="{92C43984-1ADD-407F-80DA-34E772E9035D}" presName="hierChild4" presStyleCnt="0"/>
      <dgm:spPr/>
    </dgm:pt>
    <dgm:pt modelId="{6E5CC71B-7AE8-4125-AE2A-2AD37A9A245B}" type="pres">
      <dgm:prSet presAssocID="{92C43984-1ADD-407F-80DA-34E772E9035D}" presName="hierChild5" presStyleCnt="0"/>
      <dgm:spPr/>
    </dgm:pt>
    <dgm:pt modelId="{2EC7D064-F53C-4CA5-8AB1-C5B155B3D74D}" type="pres">
      <dgm:prSet presAssocID="{E07BD538-6FE1-4FD5-96E4-E5ABC4FE4370}" presName="Name37" presStyleLbl="parChTrans1D2" presStyleIdx="2" presStyleCnt="3"/>
      <dgm:spPr/>
    </dgm:pt>
    <dgm:pt modelId="{03929B1E-4132-4104-9C88-93F10F895E3B}" type="pres">
      <dgm:prSet presAssocID="{ED591D9D-EA95-4C79-87DF-8089EF4F28F9}" presName="hierRoot2" presStyleCnt="0">
        <dgm:presLayoutVars>
          <dgm:hierBranch val="init"/>
        </dgm:presLayoutVars>
      </dgm:prSet>
      <dgm:spPr/>
    </dgm:pt>
    <dgm:pt modelId="{623AA471-E1B3-4AA7-A641-82E3A52CA44A}" type="pres">
      <dgm:prSet presAssocID="{ED591D9D-EA95-4C79-87DF-8089EF4F28F9}" presName="rootComposite" presStyleCnt="0"/>
      <dgm:spPr/>
    </dgm:pt>
    <dgm:pt modelId="{DA074BD6-1869-417E-A054-1A9FCF4EDB48}" type="pres">
      <dgm:prSet presAssocID="{ED591D9D-EA95-4C79-87DF-8089EF4F28F9}" presName="rootText" presStyleLbl="node2" presStyleIdx="2" presStyleCnt="3">
        <dgm:presLayoutVars>
          <dgm:chPref val="3"/>
        </dgm:presLayoutVars>
      </dgm:prSet>
      <dgm:spPr/>
    </dgm:pt>
    <dgm:pt modelId="{A09AE0ED-EF1B-4DEF-A6A3-161977884B56}" type="pres">
      <dgm:prSet presAssocID="{ED591D9D-EA95-4C79-87DF-8089EF4F28F9}" presName="rootPict" presStyleLbl="alignImgPlace1" presStyleIdx="3" presStyleCnt="4"/>
      <dgm:spPr>
        <a:blipFill>
          <a:blip xmlns:r="http://schemas.openxmlformats.org/officeDocument/2006/relationships" r:embed="rId4"/>
          <a:srcRect/>
          <a:stretch>
            <a:fillRect l="-17000" r="-17000"/>
          </a:stretch>
        </a:blipFill>
        <a:ln>
          <a:solidFill>
            <a:schemeClr val="bg1"/>
          </a:solidFill>
        </a:ln>
      </dgm:spPr>
    </dgm:pt>
    <dgm:pt modelId="{2D79B1E0-AB4C-415B-A927-C3F763F72DDA}" type="pres">
      <dgm:prSet presAssocID="{ED591D9D-EA95-4C79-87DF-8089EF4F28F9}" presName="rootConnector" presStyleLbl="node2" presStyleIdx="2" presStyleCnt="3"/>
      <dgm:spPr/>
    </dgm:pt>
    <dgm:pt modelId="{ED076B5B-CBBE-4CC7-9A2B-C32F1C026090}" type="pres">
      <dgm:prSet presAssocID="{ED591D9D-EA95-4C79-87DF-8089EF4F28F9}" presName="hierChild4" presStyleCnt="0"/>
      <dgm:spPr/>
    </dgm:pt>
    <dgm:pt modelId="{C168873F-E325-48D2-B176-31146B4A749A}" type="pres">
      <dgm:prSet presAssocID="{ED591D9D-EA95-4C79-87DF-8089EF4F28F9}" presName="hierChild5" presStyleCnt="0"/>
      <dgm:spPr/>
    </dgm:pt>
    <dgm:pt modelId="{3800A669-47BC-4120-BED3-A27C932F13A7}" type="pres">
      <dgm:prSet presAssocID="{3931B5CB-FC8C-43F8-B487-6340DE8FF135}" presName="hierChild3" presStyleCnt="0"/>
      <dgm:spPr/>
    </dgm:pt>
  </dgm:ptLst>
  <dgm:cxnLst>
    <dgm:cxn modelId="{FF5C310E-56C1-4A09-B507-CC8F0D70E27B}" type="presOf" srcId="{E07BD538-6FE1-4FD5-96E4-E5ABC4FE4370}" destId="{2EC7D064-F53C-4CA5-8AB1-C5B155B3D74D}" srcOrd="0" destOrd="0" presId="urn:microsoft.com/office/officeart/2005/8/layout/pictureOrgChart+Icon"/>
    <dgm:cxn modelId="{641A970E-9BBA-4B50-B329-DC182C84A96D}" type="presOf" srcId="{3931B5CB-FC8C-43F8-B487-6340DE8FF135}" destId="{655C7F6E-5AD2-4ED0-A7B2-3139269E2AB1}" srcOrd="1" destOrd="0" presId="urn:microsoft.com/office/officeart/2005/8/layout/pictureOrgChart+Icon"/>
    <dgm:cxn modelId="{1D537310-BF58-4F93-A853-DAA06F7A85CF}" type="presOf" srcId="{B182246D-9D37-488C-BB8F-FCDB6E0CF2B6}" destId="{4E306966-C5E5-4A38-B5EF-284F50462118}" srcOrd="0" destOrd="0" presId="urn:microsoft.com/office/officeart/2005/8/layout/pictureOrgChart+Icon"/>
    <dgm:cxn modelId="{9D3A7512-F8E5-40DB-A182-630CEFF06FD9}" srcId="{6A209C76-05E3-42E6-885F-AE056881F742}" destId="{3931B5CB-FC8C-43F8-B487-6340DE8FF135}" srcOrd="0" destOrd="0" parTransId="{A57C7515-B01B-4823-A053-4853005025A8}" sibTransId="{B65CC18E-0E78-4CAB-B71B-68DAACEFDEF4}"/>
    <dgm:cxn modelId="{F5463842-9DB0-4273-B7E7-86E4315B915B}" type="presOf" srcId="{ED591D9D-EA95-4C79-87DF-8089EF4F28F9}" destId="{DA074BD6-1869-417E-A054-1A9FCF4EDB48}" srcOrd="0" destOrd="0" presId="urn:microsoft.com/office/officeart/2005/8/layout/pictureOrgChart+Icon"/>
    <dgm:cxn modelId="{6C11096A-AE0E-422F-946F-C8FB4297EF5C}" type="presOf" srcId="{92C43984-1ADD-407F-80DA-34E772E9035D}" destId="{21B0748F-2BB2-449B-979C-CB83E9470040}" srcOrd="0" destOrd="0" presId="urn:microsoft.com/office/officeart/2005/8/layout/pictureOrgChart+Icon"/>
    <dgm:cxn modelId="{CBF36C6A-EEB0-462D-BA1E-90FF15EA982E}" type="presOf" srcId="{AC670EDA-E3FB-4B2D-92F8-FBD01DA5D344}" destId="{78B67095-89AA-46A3-B27E-5020B2B8B953}" srcOrd="0" destOrd="0" presId="urn:microsoft.com/office/officeart/2005/8/layout/pictureOrgChart+Icon"/>
    <dgm:cxn modelId="{78565A4D-157F-4579-A13F-1A7B4C36B7D3}" type="presOf" srcId="{6A209C76-05E3-42E6-885F-AE056881F742}" destId="{1AEE1AFF-0B71-484B-97BD-9DCF7BCA6798}" srcOrd="0" destOrd="0" presId="urn:microsoft.com/office/officeart/2005/8/layout/pictureOrgChart+Icon"/>
    <dgm:cxn modelId="{B9ACA354-81D8-42C2-9CA2-4E7B0FEBEF55}" type="presOf" srcId="{ED591D9D-EA95-4C79-87DF-8089EF4F28F9}" destId="{2D79B1E0-AB4C-415B-A927-C3F763F72DDA}" srcOrd="1" destOrd="0" presId="urn:microsoft.com/office/officeart/2005/8/layout/pictureOrgChart+Icon"/>
    <dgm:cxn modelId="{2BD8E376-0B98-43B1-9573-5F6294B1D6A9}" type="presOf" srcId="{B182246D-9D37-488C-BB8F-FCDB6E0CF2B6}" destId="{E85914C6-41E3-4344-AFDD-750E09C9333D}" srcOrd="1" destOrd="0" presId="urn:microsoft.com/office/officeart/2005/8/layout/pictureOrgChart+Icon"/>
    <dgm:cxn modelId="{BD7D165A-B70F-4399-A329-B52C6DBE9977}" srcId="{3931B5CB-FC8C-43F8-B487-6340DE8FF135}" destId="{92C43984-1ADD-407F-80DA-34E772E9035D}" srcOrd="1" destOrd="0" parTransId="{DE6E99D1-FC8B-496B-87DE-9A021182D373}" sibTransId="{5D247C92-2F57-4BE1-AF8B-39CCDA5243B0}"/>
    <dgm:cxn modelId="{0BF145AD-F4DA-4F2D-B56C-2A0E22253B48}" srcId="{3931B5CB-FC8C-43F8-B487-6340DE8FF135}" destId="{B182246D-9D37-488C-BB8F-FCDB6E0CF2B6}" srcOrd="0" destOrd="0" parTransId="{AC670EDA-E3FB-4B2D-92F8-FBD01DA5D344}" sibTransId="{D2DB85E4-8942-48EF-99AC-FFBA833ED51C}"/>
    <dgm:cxn modelId="{AF9083B2-D490-4F94-B812-92D0E50F9542}" srcId="{3931B5CB-FC8C-43F8-B487-6340DE8FF135}" destId="{ED591D9D-EA95-4C79-87DF-8089EF4F28F9}" srcOrd="2" destOrd="0" parTransId="{E07BD538-6FE1-4FD5-96E4-E5ABC4FE4370}" sibTransId="{D8D97EE1-811D-4142-B950-55317E35FF31}"/>
    <dgm:cxn modelId="{DF80B5B4-8B6F-4DD6-9238-84F6F48C2F6D}" type="presOf" srcId="{DE6E99D1-FC8B-496B-87DE-9A021182D373}" destId="{507158FA-8842-4BC8-958A-113B9CA2C260}" srcOrd="0" destOrd="0" presId="urn:microsoft.com/office/officeart/2005/8/layout/pictureOrgChart+Icon"/>
    <dgm:cxn modelId="{97E8D3BB-1BC8-4F7D-A5E6-FAA7140BC4B9}" type="presOf" srcId="{3931B5CB-FC8C-43F8-B487-6340DE8FF135}" destId="{8D8517B8-21C7-4509-9642-91FEA6E03CCE}" srcOrd="0" destOrd="0" presId="urn:microsoft.com/office/officeart/2005/8/layout/pictureOrgChart+Icon"/>
    <dgm:cxn modelId="{247F61F6-6123-437D-AFC0-16B0AD828CED}" type="presOf" srcId="{92C43984-1ADD-407F-80DA-34E772E9035D}" destId="{F490FFDE-6EE6-4140-8EAE-82C4C7835726}" srcOrd="1" destOrd="0" presId="urn:microsoft.com/office/officeart/2005/8/layout/pictureOrgChart+Icon"/>
    <dgm:cxn modelId="{B95813DD-4BDE-4AB4-B805-9B541D3B522E}" type="presParOf" srcId="{1AEE1AFF-0B71-484B-97BD-9DCF7BCA6798}" destId="{1BC52D16-E0B5-4401-9376-CB29092C4A62}" srcOrd="0" destOrd="0" presId="urn:microsoft.com/office/officeart/2005/8/layout/pictureOrgChart+Icon"/>
    <dgm:cxn modelId="{25DDF2A9-FF41-498B-B39F-AC406B468860}" type="presParOf" srcId="{1BC52D16-E0B5-4401-9376-CB29092C4A62}" destId="{FB08EC64-6436-4FCC-93B1-1BF02930ADCA}" srcOrd="0" destOrd="0" presId="urn:microsoft.com/office/officeart/2005/8/layout/pictureOrgChart+Icon"/>
    <dgm:cxn modelId="{349AF5CD-E465-44FA-959C-31C76AA4A2AF}" type="presParOf" srcId="{FB08EC64-6436-4FCC-93B1-1BF02930ADCA}" destId="{8D8517B8-21C7-4509-9642-91FEA6E03CCE}" srcOrd="0" destOrd="0" presId="urn:microsoft.com/office/officeart/2005/8/layout/pictureOrgChart+Icon"/>
    <dgm:cxn modelId="{F724F96B-A1EA-4992-88A4-23AD89295779}" type="presParOf" srcId="{FB08EC64-6436-4FCC-93B1-1BF02930ADCA}" destId="{25834314-23B9-41DB-965D-3594323CBDC9}" srcOrd="1" destOrd="0" presId="urn:microsoft.com/office/officeart/2005/8/layout/pictureOrgChart+Icon"/>
    <dgm:cxn modelId="{315FE763-538D-499A-896C-3551A5800E41}" type="presParOf" srcId="{FB08EC64-6436-4FCC-93B1-1BF02930ADCA}" destId="{655C7F6E-5AD2-4ED0-A7B2-3139269E2AB1}" srcOrd="2" destOrd="0" presId="urn:microsoft.com/office/officeart/2005/8/layout/pictureOrgChart+Icon"/>
    <dgm:cxn modelId="{BF6D6757-4AC2-450A-8B6F-0C267F3B9F88}" type="presParOf" srcId="{1BC52D16-E0B5-4401-9376-CB29092C4A62}" destId="{B63CEB15-641C-47E0-B6D8-D064C2F5557C}" srcOrd="1" destOrd="0" presId="urn:microsoft.com/office/officeart/2005/8/layout/pictureOrgChart+Icon"/>
    <dgm:cxn modelId="{162A3E3B-F503-48A0-BC75-776397DB6ABF}" type="presParOf" srcId="{B63CEB15-641C-47E0-B6D8-D064C2F5557C}" destId="{78B67095-89AA-46A3-B27E-5020B2B8B953}" srcOrd="0" destOrd="0" presId="urn:microsoft.com/office/officeart/2005/8/layout/pictureOrgChart+Icon"/>
    <dgm:cxn modelId="{371EB4E3-B653-4E05-A0B2-53510B5E0572}" type="presParOf" srcId="{B63CEB15-641C-47E0-B6D8-D064C2F5557C}" destId="{45D4FFA7-BA0B-4D46-8705-9972026E4CD2}" srcOrd="1" destOrd="0" presId="urn:microsoft.com/office/officeart/2005/8/layout/pictureOrgChart+Icon"/>
    <dgm:cxn modelId="{EEB2F29E-9210-46D2-93E1-6F26FA081196}" type="presParOf" srcId="{45D4FFA7-BA0B-4D46-8705-9972026E4CD2}" destId="{B8309666-7E24-492C-B638-BF287C36723E}" srcOrd="0" destOrd="0" presId="urn:microsoft.com/office/officeart/2005/8/layout/pictureOrgChart+Icon"/>
    <dgm:cxn modelId="{8806709A-F8BF-452B-B023-AF3F763C2563}" type="presParOf" srcId="{B8309666-7E24-492C-B638-BF287C36723E}" destId="{4E306966-C5E5-4A38-B5EF-284F50462118}" srcOrd="0" destOrd="0" presId="urn:microsoft.com/office/officeart/2005/8/layout/pictureOrgChart+Icon"/>
    <dgm:cxn modelId="{2EEEBDA9-6A11-4E54-BBE9-207136690DDA}" type="presParOf" srcId="{B8309666-7E24-492C-B638-BF287C36723E}" destId="{DCE1069C-FAD0-4916-B191-508459792B55}" srcOrd="1" destOrd="0" presId="urn:microsoft.com/office/officeart/2005/8/layout/pictureOrgChart+Icon"/>
    <dgm:cxn modelId="{3A9361E3-4E66-47EA-812A-FEC8C37CAEB9}" type="presParOf" srcId="{B8309666-7E24-492C-B638-BF287C36723E}" destId="{E85914C6-41E3-4344-AFDD-750E09C9333D}" srcOrd="2" destOrd="0" presId="urn:microsoft.com/office/officeart/2005/8/layout/pictureOrgChart+Icon"/>
    <dgm:cxn modelId="{DD48EC17-215B-49AF-8388-098351FD13AF}" type="presParOf" srcId="{45D4FFA7-BA0B-4D46-8705-9972026E4CD2}" destId="{04443623-5826-4BE9-823C-86A188FD74F3}" srcOrd="1" destOrd="0" presId="urn:microsoft.com/office/officeart/2005/8/layout/pictureOrgChart+Icon"/>
    <dgm:cxn modelId="{A6EA30A3-6D2C-4444-AF30-071AC9E2039E}" type="presParOf" srcId="{45D4FFA7-BA0B-4D46-8705-9972026E4CD2}" destId="{35BC85B2-1CC8-4C64-87F1-B6F69CDFB9C4}" srcOrd="2" destOrd="0" presId="urn:microsoft.com/office/officeart/2005/8/layout/pictureOrgChart+Icon"/>
    <dgm:cxn modelId="{ADCB4B1B-0B2F-4E7A-AFCA-C1CF53926102}" type="presParOf" srcId="{B63CEB15-641C-47E0-B6D8-D064C2F5557C}" destId="{507158FA-8842-4BC8-958A-113B9CA2C260}" srcOrd="2" destOrd="0" presId="urn:microsoft.com/office/officeart/2005/8/layout/pictureOrgChart+Icon"/>
    <dgm:cxn modelId="{470B951A-11ED-496E-9760-1EB8313FEA11}" type="presParOf" srcId="{B63CEB15-641C-47E0-B6D8-D064C2F5557C}" destId="{C9AEE80C-A7DE-4F16-AAF3-5E457E89F8F2}" srcOrd="3" destOrd="0" presId="urn:microsoft.com/office/officeart/2005/8/layout/pictureOrgChart+Icon"/>
    <dgm:cxn modelId="{2B2A1E2C-0806-4978-8FE1-18995E5AF26B}" type="presParOf" srcId="{C9AEE80C-A7DE-4F16-AAF3-5E457E89F8F2}" destId="{FC899BEA-7347-4A28-9009-D13F2C78FFBE}" srcOrd="0" destOrd="0" presId="urn:microsoft.com/office/officeart/2005/8/layout/pictureOrgChart+Icon"/>
    <dgm:cxn modelId="{E8CDD8D3-5A57-4F61-8F01-9196B0AC316E}" type="presParOf" srcId="{FC899BEA-7347-4A28-9009-D13F2C78FFBE}" destId="{21B0748F-2BB2-449B-979C-CB83E9470040}" srcOrd="0" destOrd="0" presId="urn:microsoft.com/office/officeart/2005/8/layout/pictureOrgChart+Icon"/>
    <dgm:cxn modelId="{65ECDA94-1833-41D5-89B8-8275047C64DC}" type="presParOf" srcId="{FC899BEA-7347-4A28-9009-D13F2C78FFBE}" destId="{FED67E58-00F0-41BB-9FEA-AED45A8433BA}" srcOrd="1" destOrd="0" presId="urn:microsoft.com/office/officeart/2005/8/layout/pictureOrgChart+Icon"/>
    <dgm:cxn modelId="{D940E7C5-E958-472C-AA46-E22F876F7DEE}" type="presParOf" srcId="{FC899BEA-7347-4A28-9009-D13F2C78FFBE}" destId="{F490FFDE-6EE6-4140-8EAE-82C4C7835726}" srcOrd="2" destOrd="0" presId="urn:microsoft.com/office/officeart/2005/8/layout/pictureOrgChart+Icon"/>
    <dgm:cxn modelId="{6C649533-44EF-4D00-930D-B1B37F4DA340}" type="presParOf" srcId="{C9AEE80C-A7DE-4F16-AAF3-5E457E89F8F2}" destId="{FC25B72E-935D-4A1F-9ED3-DF3C0995DD5A}" srcOrd="1" destOrd="0" presId="urn:microsoft.com/office/officeart/2005/8/layout/pictureOrgChart+Icon"/>
    <dgm:cxn modelId="{ABFD85BE-B04A-49D4-8C67-4EB23C86FC6F}" type="presParOf" srcId="{C9AEE80C-A7DE-4F16-AAF3-5E457E89F8F2}" destId="{6E5CC71B-7AE8-4125-AE2A-2AD37A9A245B}" srcOrd="2" destOrd="0" presId="urn:microsoft.com/office/officeart/2005/8/layout/pictureOrgChart+Icon"/>
    <dgm:cxn modelId="{33C482BC-F4F9-4B56-8D35-F1E26AE11DBA}" type="presParOf" srcId="{B63CEB15-641C-47E0-B6D8-D064C2F5557C}" destId="{2EC7D064-F53C-4CA5-8AB1-C5B155B3D74D}" srcOrd="4" destOrd="0" presId="urn:microsoft.com/office/officeart/2005/8/layout/pictureOrgChart+Icon"/>
    <dgm:cxn modelId="{EF5DA767-76D9-402F-85EB-BF9FEC9D6200}" type="presParOf" srcId="{B63CEB15-641C-47E0-B6D8-D064C2F5557C}" destId="{03929B1E-4132-4104-9C88-93F10F895E3B}" srcOrd="5" destOrd="0" presId="urn:microsoft.com/office/officeart/2005/8/layout/pictureOrgChart+Icon"/>
    <dgm:cxn modelId="{F6F9284E-700F-437F-BBEB-5254CF3057C6}" type="presParOf" srcId="{03929B1E-4132-4104-9C88-93F10F895E3B}" destId="{623AA471-E1B3-4AA7-A641-82E3A52CA44A}" srcOrd="0" destOrd="0" presId="urn:microsoft.com/office/officeart/2005/8/layout/pictureOrgChart+Icon"/>
    <dgm:cxn modelId="{0094117D-4D01-4C5A-9AF5-E67F5BE9CF73}" type="presParOf" srcId="{623AA471-E1B3-4AA7-A641-82E3A52CA44A}" destId="{DA074BD6-1869-417E-A054-1A9FCF4EDB48}" srcOrd="0" destOrd="0" presId="urn:microsoft.com/office/officeart/2005/8/layout/pictureOrgChart+Icon"/>
    <dgm:cxn modelId="{8D452CA5-3283-40A7-9A43-02BA5CB17241}" type="presParOf" srcId="{623AA471-E1B3-4AA7-A641-82E3A52CA44A}" destId="{A09AE0ED-EF1B-4DEF-A6A3-161977884B56}" srcOrd="1" destOrd="0" presId="urn:microsoft.com/office/officeart/2005/8/layout/pictureOrgChart+Icon"/>
    <dgm:cxn modelId="{8DE314D9-6AF7-4BD0-86EB-8797F7DFA4B2}" type="presParOf" srcId="{623AA471-E1B3-4AA7-A641-82E3A52CA44A}" destId="{2D79B1E0-AB4C-415B-A927-C3F763F72DDA}" srcOrd="2" destOrd="0" presId="urn:microsoft.com/office/officeart/2005/8/layout/pictureOrgChart+Icon"/>
    <dgm:cxn modelId="{0C4D639D-8B94-43CC-AEC0-FF227FCC97AF}" type="presParOf" srcId="{03929B1E-4132-4104-9C88-93F10F895E3B}" destId="{ED076B5B-CBBE-4CC7-9A2B-C32F1C026090}" srcOrd="1" destOrd="0" presId="urn:microsoft.com/office/officeart/2005/8/layout/pictureOrgChart+Icon"/>
    <dgm:cxn modelId="{95A851C1-46DE-46DD-9307-11A1D740D916}" type="presParOf" srcId="{03929B1E-4132-4104-9C88-93F10F895E3B}" destId="{C168873F-E325-48D2-B176-31146B4A749A}" srcOrd="2" destOrd="0" presId="urn:microsoft.com/office/officeart/2005/8/layout/pictureOrgChart+Icon"/>
    <dgm:cxn modelId="{9EB0B192-218A-4546-B053-360D37BF97DE}" type="presParOf" srcId="{1BC52D16-E0B5-4401-9376-CB29092C4A62}" destId="{3800A669-47BC-4120-BED3-A27C932F13A7}" srcOrd="2" destOrd="0" presId="urn:microsoft.com/office/officeart/2005/8/layout/pictureOrgChart+Icon"/>
  </dgm:cxnLst>
  <dgm:bg>
    <a:solidFill>
      <a:schemeClr val="bg2">
        <a:lumMod val="75000"/>
      </a:schemeClr>
    </a:solidFill>
  </dgm:bg>
  <dgm:whole>
    <a:ln>
      <a:solidFill>
        <a:schemeClr val="tx1"/>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A209C76-05E3-42E6-885F-AE056881F742}" type="doc">
      <dgm:prSet loTypeId="urn:microsoft.com/office/officeart/2005/8/layout/hierarchy3" loCatId="hierarchy" qsTypeId="urn:microsoft.com/office/officeart/2005/8/quickstyle/simple1" qsCatId="simple" csTypeId="urn:microsoft.com/office/officeart/2005/8/colors/accent4_2" csCatId="accent4" phldr="1"/>
      <dgm:spPr/>
      <dgm:t>
        <a:bodyPr/>
        <a:lstStyle/>
        <a:p>
          <a:endParaRPr lang="en-US"/>
        </a:p>
      </dgm:t>
    </dgm:pt>
    <dgm:pt modelId="{3931B5CB-FC8C-43F8-B487-6340DE8FF135}">
      <dgm:prSet/>
      <dgm:spPr/>
      <dgm:t>
        <a:bodyPr/>
        <a:lstStyle/>
        <a:p>
          <a:r>
            <a:rPr lang="en-US" b="1"/>
            <a:t>Tuning for Prophet</a:t>
          </a:r>
          <a:endParaRPr lang="en-US"/>
        </a:p>
      </dgm:t>
    </dgm:pt>
    <dgm:pt modelId="{A57C7515-B01B-4823-A053-4853005025A8}" type="parTrans" cxnId="{9D3A7512-F8E5-40DB-A182-630CEFF06FD9}">
      <dgm:prSet/>
      <dgm:spPr/>
      <dgm:t>
        <a:bodyPr/>
        <a:lstStyle/>
        <a:p>
          <a:endParaRPr lang="en-US"/>
        </a:p>
      </dgm:t>
    </dgm:pt>
    <dgm:pt modelId="{B65CC18E-0E78-4CAB-B71B-68DAACEFDEF4}" type="sibTrans" cxnId="{9D3A7512-F8E5-40DB-A182-630CEFF06FD9}">
      <dgm:prSet/>
      <dgm:spPr/>
      <dgm:t>
        <a:bodyPr/>
        <a:lstStyle/>
        <a:p>
          <a:endParaRPr lang="en-US"/>
        </a:p>
      </dgm:t>
    </dgm:pt>
    <dgm:pt modelId="{8A2985E1-7366-43C1-943B-6324DC5F0AC2}">
      <dgm:prSet custT="1"/>
      <dgm:spPr/>
      <dgm:t>
        <a:bodyPr/>
        <a:lstStyle/>
        <a:p>
          <a:pPr rtl="0"/>
          <a:br>
            <a:rPr lang="en-US" sz="1400">
              <a:latin typeface="Aptos Display" panose="02110004020202020204"/>
            </a:rPr>
          </a:br>
          <a:r>
            <a:rPr lang="en-US" sz="1400"/>
            <a:t>Gridsearch</a:t>
          </a:r>
          <a:br>
            <a:rPr lang="en-US" sz="1400"/>
          </a:br>
          <a:endParaRPr lang="en-US" sz="1400"/>
        </a:p>
      </dgm:t>
    </dgm:pt>
    <dgm:pt modelId="{81A8E067-5F26-4526-955F-904848B42BF4}" type="parTrans" cxnId="{92A7986B-866A-4A95-A048-2186ED6B752C}">
      <dgm:prSet/>
      <dgm:spPr/>
      <dgm:t>
        <a:bodyPr/>
        <a:lstStyle/>
        <a:p>
          <a:endParaRPr lang="en-US"/>
        </a:p>
      </dgm:t>
    </dgm:pt>
    <dgm:pt modelId="{83F09CFD-416B-4FA6-8D07-2C94C424C9B6}" type="sibTrans" cxnId="{92A7986B-866A-4A95-A048-2186ED6B752C}">
      <dgm:prSet/>
      <dgm:spPr/>
      <dgm:t>
        <a:bodyPr/>
        <a:lstStyle/>
        <a:p>
          <a:endParaRPr lang="en-US"/>
        </a:p>
      </dgm:t>
    </dgm:pt>
    <dgm:pt modelId="{474FE07C-85AD-45AB-8178-1C633BA85CA8}">
      <dgm:prSet custT="1"/>
      <dgm:spPr/>
      <dgm:t>
        <a:bodyPr/>
        <a:lstStyle/>
        <a:p>
          <a:pPr rtl="0"/>
          <a:br>
            <a:rPr lang="en-US" sz="1400">
              <a:latin typeface="Aptos Display" panose="02110004020202020204"/>
            </a:rPr>
          </a:br>
          <a:r>
            <a:rPr lang="en-US" sz="1400"/>
            <a:t>'changepoint_prior_scale'</a:t>
          </a:r>
          <a:br>
            <a:rPr lang="en-US" sz="1400"/>
          </a:br>
          <a:r>
            <a:rPr lang="en-US" sz="1400"/>
            <a:t>'seasonality_prior_scale'</a:t>
          </a:r>
          <a:br>
            <a:rPr lang="en-US" sz="1400"/>
          </a:br>
          <a:endParaRPr lang="en-US" sz="1400"/>
        </a:p>
      </dgm:t>
    </dgm:pt>
    <dgm:pt modelId="{AF926692-2705-4713-8FD9-DD454744AAAD}" type="parTrans" cxnId="{F246FBA4-68DE-46FE-B966-35405DBEA345}">
      <dgm:prSet/>
      <dgm:spPr/>
      <dgm:t>
        <a:bodyPr/>
        <a:lstStyle/>
        <a:p>
          <a:endParaRPr lang="en-US"/>
        </a:p>
      </dgm:t>
    </dgm:pt>
    <dgm:pt modelId="{5475CC84-AC27-4815-AA8B-EA93768E5E94}" type="sibTrans" cxnId="{F246FBA4-68DE-46FE-B966-35405DBEA345}">
      <dgm:prSet/>
      <dgm:spPr/>
      <dgm:t>
        <a:bodyPr/>
        <a:lstStyle/>
        <a:p>
          <a:endParaRPr lang="en-US"/>
        </a:p>
      </dgm:t>
    </dgm:pt>
    <dgm:pt modelId="{2623BC46-D1B2-439C-B5A7-5AF9D649C173}">
      <dgm:prSet custT="1"/>
      <dgm:spPr/>
      <dgm:t>
        <a:bodyPr/>
        <a:lstStyle/>
        <a:p>
          <a:pPr rtl="0"/>
          <a:br>
            <a:rPr lang="en-US" sz="1400">
              <a:latin typeface="Aptos Display" panose="02110004020202020204"/>
            </a:rPr>
          </a:br>
          <a:r>
            <a:rPr lang="en-US" sz="1400">
              <a:latin typeface="Aptos Display" panose="02110004020202020204"/>
            </a:rPr>
            <a:t>mean</a:t>
          </a:r>
          <a:r>
            <a:rPr lang="en-US" sz="1400"/>
            <a:t> RMSE of 7.17</a:t>
          </a:r>
          <a:br>
            <a:rPr lang="en-US" sz="1400" b="0">
              <a:latin typeface="Aptos Display" panose="02110004020202020204"/>
            </a:rPr>
          </a:br>
          <a:endParaRPr lang="en-US" sz="1400" b="0"/>
        </a:p>
      </dgm:t>
    </dgm:pt>
    <dgm:pt modelId="{F3ACD0CF-EDEC-427E-9425-E1B8EDCC2A76}" type="parTrans" cxnId="{54977B0E-1975-4C4F-A5B2-02826A72A217}">
      <dgm:prSet/>
      <dgm:spPr/>
      <dgm:t>
        <a:bodyPr/>
        <a:lstStyle/>
        <a:p>
          <a:endParaRPr lang="en-US"/>
        </a:p>
      </dgm:t>
    </dgm:pt>
    <dgm:pt modelId="{67B02385-CB4B-46DC-84EC-49BACAA8BEBE}" type="sibTrans" cxnId="{54977B0E-1975-4C4F-A5B2-02826A72A217}">
      <dgm:prSet/>
      <dgm:spPr/>
      <dgm:t>
        <a:bodyPr/>
        <a:lstStyle/>
        <a:p>
          <a:endParaRPr lang="en-US"/>
        </a:p>
      </dgm:t>
    </dgm:pt>
    <dgm:pt modelId="{8CDF70B2-DE43-4742-87DA-0A577E9173B4}">
      <dgm:prSet phldr="0"/>
      <dgm:spPr/>
      <dgm:t>
        <a:bodyPr/>
        <a:lstStyle/>
        <a:p>
          <a:pPr rtl="0"/>
          <a:r>
            <a:rPr lang="en-US" sz="1400" b="0">
              <a:latin typeface="Aptos Display" panose="02110004020202020204"/>
            </a:rPr>
            <a:t>mean RMSE improved</a:t>
          </a:r>
        </a:p>
      </dgm:t>
    </dgm:pt>
    <dgm:pt modelId="{400F202D-2DC3-482E-A789-23C05958E98A}" type="parTrans" cxnId="{541A5AC7-B61B-46E4-96FE-963FA80E3009}">
      <dgm:prSet/>
      <dgm:spPr/>
      <dgm:t>
        <a:bodyPr/>
        <a:lstStyle/>
        <a:p>
          <a:endParaRPr lang="en-US"/>
        </a:p>
      </dgm:t>
    </dgm:pt>
    <dgm:pt modelId="{1F204E02-A9F7-4456-96EE-7AA9C4C525F5}" type="sibTrans" cxnId="{541A5AC7-B61B-46E4-96FE-963FA80E3009}">
      <dgm:prSet/>
      <dgm:spPr/>
      <dgm:t>
        <a:bodyPr/>
        <a:lstStyle/>
        <a:p>
          <a:endParaRPr lang="en-US"/>
        </a:p>
      </dgm:t>
    </dgm:pt>
    <dgm:pt modelId="{3CFBBA63-012B-4919-BB13-C3625C3A7D55}" type="pres">
      <dgm:prSet presAssocID="{6A209C76-05E3-42E6-885F-AE056881F742}" presName="diagram" presStyleCnt="0">
        <dgm:presLayoutVars>
          <dgm:chPref val="1"/>
          <dgm:dir/>
          <dgm:animOne val="branch"/>
          <dgm:animLvl val="lvl"/>
          <dgm:resizeHandles/>
        </dgm:presLayoutVars>
      </dgm:prSet>
      <dgm:spPr/>
    </dgm:pt>
    <dgm:pt modelId="{4182D541-C038-4020-A574-EE0816BA8AD8}" type="pres">
      <dgm:prSet presAssocID="{3931B5CB-FC8C-43F8-B487-6340DE8FF135}" presName="root" presStyleCnt="0"/>
      <dgm:spPr/>
    </dgm:pt>
    <dgm:pt modelId="{10F99F13-208A-4BA9-A6B6-34FFC52BC226}" type="pres">
      <dgm:prSet presAssocID="{3931B5CB-FC8C-43F8-B487-6340DE8FF135}" presName="rootComposite" presStyleCnt="0"/>
      <dgm:spPr/>
    </dgm:pt>
    <dgm:pt modelId="{2849CAA5-EEC0-42EB-92CA-C653CF20643D}" type="pres">
      <dgm:prSet presAssocID="{3931B5CB-FC8C-43F8-B487-6340DE8FF135}" presName="rootText" presStyleLbl="node1" presStyleIdx="0" presStyleCnt="1" custLinFactNeighborX="579" custLinFactNeighborY="-6355"/>
      <dgm:spPr/>
    </dgm:pt>
    <dgm:pt modelId="{630F7DE2-C332-4B6F-B64F-9EE04032356B}" type="pres">
      <dgm:prSet presAssocID="{3931B5CB-FC8C-43F8-B487-6340DE8FF135}" presName="rootConnector" presStyleLbl="node1" presStyleIdx="0" presStyleCnt="1"/>
      <dgm:spPr/>
    </dgm:pt>
    <dgm:pt modelId="{8F45B874-9C2A-4E06-9725-9264212F4847}" type="pres">
      <dgm:prSet presAssocID="{3931B5CB-FC8C-43F8-B487-6340DE8FF135}" presName="childShape" presStyleCnt="0"/>
      <dgm:spPr/>
    </dgm:pt>
    <dgm:pt modelId="{9CBC3190-A689-4747-B6A5-07519690F420}" type="pres">
      <dgm:prSet presAssocID="{81A8E067-5F26-4526-955F-904848B42BF4}" presName="Name13" presStyleLbl="parChTrans1D2" presStyleIdx="0" presStyleCnt="4"/>
      <dgm:spPr/>
    </dgm:pt>
    <dgm:pt modelId="{B7FED92E-2831-402B-A616-30F593D293E9}" type="pres">
      <dgm:prSet presAssocID="{8A2985E1-7366-43C1-943B-6324DC5F0AC2}" presName="childText" presStyleLbl="bgAcc1" presStyleIdx="0" presStyleCnt="4">
        <dgm:presLayoutVars>
          <dgm:bulletEnabled val="1"/>
        </dgm:presLayoutVars>
      </dgm:prSet>
      <dgm:spPr/>
    </dgm:pt>
    <dgm:pt modelId="{10AA5EDE-E793-4303-A36A-534357E355A4}" type="pres">
      <dgm:prSet presAssocID="{AF926692-2705-4713-8FD9-DD454744AAAD}" presName="Name13" presStyleLbl="parChTrans1D2" presStyleIdx="1" presStyleCnt="4"/>
      <dgm:spPr/>
    </dgm:pt>
    <dgm:pt modelId="{9F6BF3BD-0AC2-489E-9F88-5D15C4B304A8}" type="pres">
      <dgm:prSet presAssocID="{474FE07C-85AD-45AB-8178-1C633BA85CA8}" presName="childText" presStyleLbl="bgAcc1" presStyleIdx="1" presStyleCnt="4">
        <dgm:presLayoutVars>
          <dgm:bulletEnabled val="1"/>
        </dgm:presLayoutVars>
      </dgm:prSet>
      <dgm:spPr/>
    </dgm:pt>
    <dgm:pt modelId="{AFACC3CB-21EC-4982-922A-29CFFAF9DA75}" type="pres">
      <dgm:prSet presAssocID="{F3ACD0CF-EDEC-427E-9425-E1B8EDCC2A76}" presName="Name13" presStyleLbl="parChTrans1D2" presStyleIdx="2" presStyleCnt="4"/>
      <dgm:spPr/>
    </dgm:pt>
    <dgm:pt modelId="{7C9B2DC8-7795-4EC5-A566-B6302948430E}" type="pres">
      <dgm:prSet presAssocID="{2623BC46-D1B2-439C-B5A7-5AF9D649C173}" presName="childText" presStyleLbl="bgAcc1" presStyleIdx="2" presStyleCnt="4">
        <dgm:presLayoutVars>
          <dgm:bulletEnabled val="1"/>
        </dgm:presLayoutVars>
      </dgm:prSet>
      <dgm:spPr/>
    </dgm:pt>
    <dgm:pt modelId="{BA334A2E-0B1D-4E68-ADA1-76D0A210BF4A}" type="pres">
      <dgm:prSet presAssocID="{400F202D-2DC3-482E-A789-23C05958E98A}" presName="Name13" presStyleLbl="parChTrans1D2" presStyleIdx="3" presStyleCnt="4"/>
      <dgm:spPr/>
    </dgm:pt>
    <dgm:pt modelId="{455B35EF-95FF-40D4-84F7-293178BCBB01}" type="pres">
      <dgm:prSet presAssocID="{8CDF70B2-DE43-4742-87DA-0A577E9173B4}" presName="childText" presStyleLbl="bgAcc1" presStyleIdx="3" presStyleCnt="4">
        <dgm:presLayoutVars>
          <dgm:bulletEnabled val="1"/>
        </dgm:presLayoutVars>
      </dgm:prSet>
      <dgm:spPr/>
    </dgm:pt>
  </dgm:ptLst>
  <dgm:cxnLst>
    <dgm:cxn modelId="{6C40380E-4F48-427E-BD48-B0E62D1202C6}" type="presOf" srcId="{400F202D-2DC3-482E-A789-23C05958E98A}" destId="{BA334A2E-0B1D-4E68-ADA1-76D0A210BF4A}" srcOrd="0" destOrd="0" presId="urn:microsoft.com/office/officeart/2005/8/layout/hierarchy3"/>
    <dgm:cxn modelId="{54977B0E-1975-4C4F-A5B2-02826A72A217}" srcId="{3931B5CB-FC8C-43F8-B487-6340DE8FF135}" destId="{2623BC46-D1B2-439C-B5A7-5AF9D649C173}" srcOrd="2" destOrd="0" parTransId="{F3ACD0CF-EDEC-427E-9425-E1B8EDCC2A76}" sibTransId="{67B02385-CB4B-46DC-84EC-49BACAA8BEBE}"/>
    <dgm:cxn modelId="{9D3A7512-F8E5-40DB-A182-630CEFF06FD9}" srcId="{6A209C76-05E3-42E6-885F-AE056881F742}" destId="{3931B5CB-FC8C-43F8-B487-6340DE8FF135}" srcOrd="0" destOrd="0" parTransId="{A57C7515-B01B-4823-A053-4853005025A8}" sibTransId="{B65CC18E-0E78-4CAB-B71B-68DAACEFDEF4}"/>
    <dgm:cxn modelId="{A5798267-35C0-4208-9631-9153C78061C8}" type="presOf" srcId="{3931B5CB-FC8C-43F8-B487-6340DE8FF135}" destId="{2849CAA5-EEC0-42EB-92CA-C653CF20643D}" srcOrd="0" destOrd="0" presId="urn:microsoft.com/office/officeart/2005/8/layout/hierarchy3"/>
    <dgm:cxn modelId="{92A7986B-866A-4A95-A048-2186ED6B752C}" srcId="{3931B5CB-FC8C-43F8-B487-6340DE8FF135}" destId="{8A2985E1-7366-43C1-943B-6324DC5F0AC2}" srcOrd="0" destOrd="0" parTransId="{81A8E067-5F26-4526-955F-904848B42BF4}" sibTransId="{83F09CFD-416B-4FA6-8D07-2C94C424C9B6}"/>
    <dgm:cxn modelId="{3CE39376-DE60-42C8-9628-CE134254EA30}" type="presOf" srcId="{F3ACD0CF-EDEC-427E-9425-E1B8EDCC2A76}" destId="{AFACC3CB-21EC-4982-922A-29CFFAF9DA75}" srcOrd="0" destOrd="0" presId="urn:microsoft.com/office/officeart/2005/8/layout/hierarchy3"/>
    <dgm:cxn modelId="{5ECCBC84-6F57-4204-8E72-E4EE976F5CB9}" type="presOf" srcId="{474FE07C-85AD-45AB-8178-1C633BA85CA8}" destId="{9F6BF3BD-0AC2-489E-9F88-5D15C4B304A8}" srcOrd="0" destOrd="0" presId="urn:microsoft.com/office/officeart/2005/8/layout/hierarchy3"/>
    <dgm:cxn modelId="{027EE98C-851A-44DB-899C-2A842948B133}" type="presOf" srcId="{81A8E067-5F26-4526-955F-904848B42BF4}" destId="{9CBC3190-A689-4747-B6A5-07519690F420}" srcOrd="0" destOrd="0" presId="urn:microsoft.com/office/officeart/2005/8/layout/hierarchy3"/>
    <dgm:cxn modelId="{F246FBA4-68DE-46FE-B966-35405DBEA345}" srcId="{3931B5CB-FC8C-43F8-B487-6340DE8FF135}" destId="{474FE07C-85AD-45AB-8178-1C633BA85CA8}" srcOrd="1" destOrd="0" parTransId="{AF926692-2705-4713-8FD9-DD454744AAAD}" sibTransId="{5475CC84-AC27-4815-AA8B-EA93768E5E94}"/>
    <dgm:cxn modelId="{07E733AC-7D4B-4EDA-BDA3-9C6C909294EF}" type="presOf" srcId="{8CDF70B2-DE43-4742-87DA-0A577E9173B4}" destId="{455B35EF-95FF-40D4-84F7-293178BCBB01}" srcOrd="0" destOrd="0" presId="urn:microsoft.com/office/officeart/2005/8/layout/hierarchy3"/>
    <dgm:cxn modelId="{28EEDEB6-26F8-4C05-98D9-07474BF0BBE7}" type="presOf" srcId="{8A2985E1-7366-43C1-943B-6324DC5F0AC2}" destId="{B7FED92E-2831-402B-A616-30F593D293E9}" srcOrd="0" destOrd="0" presId="urn:microsoft.com/office/officeart/2005/8/layout/hierarchy3"/>
    <dgm:cxn modelId="{541A5AC7-B61B-46E4-96FE-963FA80E3009}" srcId="{3931B5CB-FC8C-43F8-B487-6340DE8FF135}" destId="{8CDF70B2-DE43-4742-87DA-0A577E9173B4}" srcOrd="3" destOrd="0" parTransId="{400F202D-2DC3-482E-A789-23C05958E98A}" sibTransId="{1F204E02-A9F7-4456-96EE-7AA9C4C525F5}"/>
    <dgm:cxn modelId="{EF7733CB-08F2-4E55-AA60-77FFBA4F2F53}" type="presOf" srcId="{2623BC46-D1B2-439C-B5A7-5AF9D649C173}" destId="{7C9B2DC8-7795-4EC5-A566-B6302948430E}" srcOrd="0" destOrd="0" presId="urn:microsoft.com/office/officeart/2005/8/layout/hierarchy3"/>
    <dgm:cxn modelId="{B514D2DB-B966-42F1-AF6C-2251EAC79563}" type="presOf" srcId="{3931B5CB-FC8C-43F8-B487-6340DE8FF135}" destId="{630F7DE2-C332-4B6F-B64F-9EE04032356B}" srcOrd="1" destOrd="0" presId="urn:microsoft.com/office/officeart/2005/8/layout/hierarchy3"/>
    <dgm:cxn modelId="{C560C9E1-6998-4BF0-8844-506F613D0286}" type="presOf" srcId="{AF926692-2705-4713-8FD9-DD454744AAAD}" destId="{10AA5EDE-E793-4303-A36A-534357E355A4}" srcOrd="0" destOrd="0" presId="urn:microsoft.com/office/officeart/2005/8/layout/hierarchy3"/>
    <dgm:cxn modelId="{EC206EEA-2E9A-4758-8469-6DECE8CD9F3A}" type="presOf" srcId="{6A209C76-05E3-42E6-885F-AE056881F742}" destId="{3CFBBA63-012B-4919-BB13-C3625C3A7D55}" srcOrd="0" destOrd="0" presId="urn:microsoft.com/office/officeart/2005/8/layout/hierarchy3"/>
    <dgm:cxn modelId="{C88C7767-3707-4D09-8AC4-3670A1113975}" type="presParOf" srcId="{3CFBBA63-012B-4919-BB13-C3625C3A7D55}" destId="{4182D541-C038-4020-A574-EE0816BA8AD8}" srcOrd="0" destOrd="0" presId="urn:microsoft.com/office/officeart/2005/8/layout/hierarchy3"/>
    <dgm:cxn modelId="{3F5B1F06-1F6F-4393-BDD2-28144B41FD40}" type="presParOf" srcId="{4182D541-C038-4020-A574-EE0816BA8AD8}" destId="{10F99F13-208A-4BA9-A6B6-34FFC52BC226}" srcOrd="0" destOrd="0" presId="urn:microsoft.com/office/officeart/2005/8/layout/hierarchy3"/>
    <dgm:cxn modelId="{3BC1A991-7C28-4E2A-ADAE-BD8DA0418CD3}" type="presParOf" srcId="{10F99F13-208A-4BA9-A6B6-34FFC52BC226}" destId="{2849CAA5-EEC0-42EB-92CA-C653CF20643D}" srcOrd="0" destOrd="0" presId="urn:microsoft.com/office/officeart/2005/8/layout/hierarchy3"/>
    <dgm:cxn modelId="{CCC3CD5A-2292-4BDD-9E8D-632D878527EF}" type="presParOf" srcId="{10F99F13-208A-4BA9-A6B6-34FFC52BC226}" destId="{630F7DE2-C332-4B6F-B64F-9EE04032356B}" srcOrd="1" destOrd="0" presId="urn:microsoft.com/office/officeart/2005/8/layout/hierarchy3"/>
    <dgm:cxn modelId="{8B64C85B-6CFF-4D1A-B8CB-10A05245F99A}" type="presParOf" srcId="{4182D541-C038-4020-A574-EE0816BA8AD8}" destId="{8F45B874-9C2A-4E06-9725-9264212F4847}" srcOrd="1" destOrd="0" presId="urn:microsoft.com/office/officeart/2005/8/layout/hierarchy3"/>
    <dgm:cxn modelId="{ABC5104A-562F-49C2-9598-397A57DBEC7C}" type="presParOf" srcId="{8F45B874-9C2A-4E06-9725-9264212F4847}" destId="{9CBC3190-A689-4747-B6A5-07519690F420}" srcOrd="0" destOrd="0" presId="urn:microsoft.com/office/officeart/2005/8/layout/hierarchy3"/>
    <dgm:cxn modelId="{EAD2B00C-9EEF-4DCF-AC81-ED40956ED413}" type="presParOf" srcId="{8F45B874-9C2A-4E06-9725-9264212F4847}" destId="{B7FED92E-2831-402B-A616-30F593D293E9}" srcOrd="1" destOrd="0" presId="urn:microsoft.com/office/officeart/2005/8/layout/hierarchy3"/>
    <dgm:cxn modelId="{7A1255E3-4FDF-47D4-848C-942859E4230B}" type="presParOf" srcId="{8F45B874-9C2A-4E06-9725-9264212F4847}" destId="{10AA5EDE-E793-4303-A36A-534357E355A4}" srcOrd="2" destOrd="0" presId="urn:microsoft.com/office/officeart/2005/8/layout/hierarchy3"/>
    <dgm:cxn modelId="{D31B0CA1-71E3-4A3A-9AE7-42F68D932FEC}" type="presParOf" srcId="{8F45B874-9C2A-4E06-9725-9264212F4847}" destId="{9F6BF3BD-0AC2-489E-9F88-5D15C4B304A8}" srcOrd="3" destOrd="0" presId="urn:microsoft.com/office/officeart/2005/8/layout/hierarchy3"/>
    <dgm:cxn modelId="{F4870388-1FFB-49B4-9AD1-4A0F8056A4E7}" type="presParOf" srcId="{8F45B874-9C2A-4E06-9725-9264212F4847}" destId="{AFACC3CB-21EC-4982-922A-29CFFAF9DA75}" srcOrd="4" destOrd="0" presId="urn:microsoft.com/office/officeart/2005/8/layout/hierarchy3"/>
    <dgm:cxn modelId="{2FEF9F6A-95EC-4B04-B18C-7EEFAA889A80}" type="presParOf" srcId="{8F45B874-9C2A-4E06-9725-9264212F4847}" destId="{7C9B2DC8-7795-4EC5-A566-B6302948430E}" srcOrd="5" destOrd="0" presId="urn:microsoft.com/office/officeart/2005/8/layout/hierarchy3"/>
    <dgm:cxn modelId="{F83F8BDA-D70C-482C-B872-C202B058601D}" type="presParOf" srcId="{8F45B874-9C2A-4E06-9725-9264212F4847}" destId="{BA334A2E-0B1D-4E68-ADA1-76D0A210BF4A}" srcOrd="6" destOrd="0" presId="urn:microsoft.com/office/officeart/2005/8/layout/hierarchy3"/>
    <dgm:cxn modelId="{28E929B2-0750-425E-9308-FDC34B8B640E}" type="presParOf" srcId="{8F45B874-9C2A-4E06-9725-9264212F4847}" destId="{455B35EF-95FF-40D4-84F7-293178BCBB01}" srcOrd="7" destOrd="0" presId="urn:microsoft.com/office/officeart/2005/8/layout/hierarchy3"/>
  </dgm:cxnLst>
  <dgm:bg>
    <a:effectLst>
      <a:outerShdw blurRad="50800" dist="38100" dir="16200000" rotWithShape="0">
        <a:schemeClr val="tx2">
          <a:lumMod val="25000"/>
          <a:lumOff val="75000"/>
          <a:alpha val="40000"/>
        </a:schemeClr>
      </a:outerShdw>
    </a:effectLst>
  </dgm:bg>
  <dgm:whole>
    <a:ln>
      <a:solidFill>
        <a:schemeClr val="tx2">
          <a:lumMod val="25000"/>
          <a:lumOff val="75000"/>
          <a:alpha val="42000"/>
        </a:schemeClr>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A209C76-05E3-42E6-885F-AE056881F742}" type="doc">
      <dgm:prSet loTypeId="urn:microsoft.com/office/officeart/2005/8/layout/hierarchy3" loCatId="hierarchy" qsTypeId="urn:microsoft.com/office/officeart/2005/8/quickstyle/simple1" qsCatId="simple" csTypeId="urn:microsoft.com/office/officeart/2005/8/colors/accent4_2" csCatId="accent4" phldr="1"/>
      <dgm:spPr/>
      <dgm:t>
        <a:bodyPr/>
        <a:lstStyle/>
        <a:p>
          <a:endParaRPr lang="en-US"/>
        </a:p>
      </dgm:t>
    </dgm:pt>
    <dgm:pt modelId="{3931B5CB-FC8C-43F8-B487-6340DE8FF135}">
      <dgm:prSet/>
      <dgm:spPr/>
      <dgm:t>
        <a:bodyPr/>
        <a:lstStyle/>
        <a:p>
          <a:r>
            <a:rPr lang="en-US" b="1"/>
            <a:t>Tuning for </a:t>
          </a:r>
          <a:r>
            <a:rPr lang="en-US" b="1">
              <a:latin typeface="Aptos Display" panose="02110004020202020204"/>
            </a:rPr>
            <a:t>NeuralProphet</a:t>
          </a:r>
          <a:endParaRPr lang="en-US"/>
        </a:p>
      </dgm:t>
    </dgm:pt>
    <dgm:pt modelId="{A57C7515-B01B-4823-A053-4853005025A8}" type="parTrans" cxnId="{9D3A7512-F8E5-40DB-A182-630CEFF06FD9}">
      <dgm:prSet/>
      <dgm:spPr/>
      <dgm:t>
        <a:bodyPr/>
        <a:lstStyle/>
        <a:p>
          <a:endParaRPr lang="en-US"/>
        </a:p>
      </dgm:t>
    </dgm:pt>
    <dgm:pt modelId="{B65CC18E-0E78-4CAB-B71B-68DAACEFDEF4}" type="sibTrans" cxnId="{9D3A7512-F8E5-40DB-A182-630CEFF06FD9}">
      <dgm:prSet/>
      <dgm:spPr/>
      <dgm:t>
        <a:bodyPr/>
        <a:lstStyle/>
        <a:p>
          <a:endParaRPr lang="en-US"/>
        </a:p>
      </dgm:t>
    </dgm:pt>
    <dgm:pt modelId="{8A2985E1-7366-43C1-943B-6324DC5F0AC2}">
      <dgm:prSet custT="1"/>
      <dgm:spPr/>
      <dgm:t>
        <a:bodyPr/>
        <a:lstStyle/>
        <a:p>
          <a:pPr rtl="0"/>
          <a:br>
            <a:rPr lang="en-US" sz="1400">
              <a:latin typeface="Aptos Display" panose="02110004020202020204"/>
            </a:rPr>
          </a:br>
          <a:r>
            <a:rPr lang="en-US" sz="1400">
              <a:latin typeface="Aptos Display" panose="02110004020202020204"/>
            </a:rPr>
            <a:t>Optuna</a:t>
          </a:r>
          <a:br>
            <a:rPr lang="en-US" sz="1400"/>
          </a:br>
          <a:endParaRPr lang="en-US" sz="1400"/>
        </a:p>
      </dgm:t>
    </dgm:pt>
    <dgm:pt modelId="{81A8E067-5F26-4526-955F-904848B42BF4}" type="parTrans" cxnId="{92A7986B-866A-4A95-A048-2186ED6B752C}">
      <dgm:prSet/>
      <dgm:spPr/>
      <dgm:t>
        <a:bodyPr/>
        <a:lstStyle/>
        <a:p>
          <a:endParaRPr lang="en-US"/>
        </a:p>
      </dgm:t>
    </dgm:pt>
    <dgm:pt modelId="{83F09CFD-416B-4FA6-8D07-2C94C424C9B6}" type="sibTrans" cxnId="{92A7986B-866A-4A95-A048-2186ED6B752C}">
      <dgm:prSet/>
      <dgm:spPr/>
      <dgm:t>
        <a:bodyPr/>
        <a:lstStyle/>
        <a:p>
          <a:endParaRPr lang="en-US"/>
        </a:p>
      </dgm:t>
    </dgm:pt>
    <dgm:pt modelId="{474FE07C-85AD-45AB-8178-1C633BA85CA8}">
      <dgm:prSet custT="1"/>
      <dgm:spPr/>
      <dgm:t>
        <a:bodyPr/>
        <a:lstStyle/>
        <a:p>
          <a:pPr rtl="0"/>
          <a:br>
            <a:rPr lang="en-US" sz="1400">
              <a:latin typeface="Aptos Display" panose="02110004020202020204"/>
            </a:rPr>
          </a:br>
          <a:r>
            <a:rPr lang="en-US" sz="1400">
              <a:latin typeface="Aptos Display" panose="02110004020202020204"/>
            </a:rPr>
            <a:t>Regress</a:t>
          </a:r>
          <a:r>
            <a:rPr lang="en-US" sz="1400">
              <a:solidFill>
                <a:srgbClr val="000000"/>
              </a:solidFill>
              <a:latin typeface="Aptos Display" panose="02110004020202020204"/>
            </a:rPr>
            <a:t> </a:t>
          </a:r>
          <a:r>
            <a:rPr lang="en-US" sz="1400">
              <a:latin typeface="Aptos Display" panose="02110004020202020204"/>
            </a:rPr>
            <a:t>features</a:t>
          </a:r>
          <a:r>
            <a:rPr lang="en-US" sz="1400">
              <a:solidFill>
                <a:srgbClr val="000000"/>
              </a:solidFill>
              <a:latin typeface="Aptos Display" panose="02110004020202020204"/>
            </a:rPr>
            <a:t>: </a:t>
          </a:r>
          <a:r>
            <a:rPr lang="en-US" sz="1400">
              <a:latin typeface="Aptos Display" panose="02110004020202020204"/>
            </a:rPr>
            <a:t>Weather</a:t>
          </a:r>
          <a:br>
            <a:rPr lang="en-US" sz="1400"/>
          </a:br>
          <a:endParaRPr lang="en-US" sz="1400"/>
        </a:p>
      </dgm:t>
    </dgm:pt>
    <dgm:pt modelId="{AF926692-2705-4713-8FD9-DD454744AAAD}" type="parTrans" cxnId="{F246FBA4-68DE-46FE-B966-35405DBEA345}">
      <dgm:prSet/>
      <dgm:spPr/>
      <dgm:t>
        <a:bodyPr/>
        <a:lstStyle/>
        <a:p>
          <a:endParaRPr lang="en-US"/>
        </a:p>
      </dgm:t>
    </dgm:pt>
    <dgm:pt modelId="{5475CC84-AC27-4815-AA8B-EA93768E5E94}" type="sibTrans" cxnId="{F246FBA4-68DE-46FE-B966-35405DBEA345}">
      <dgm:prSet/>
      <dgm:spPr/>
      <dgm:t>
        <a:bodyPr/>
        <a:lstStyle/>
        <a:p>
          <a:endParaRPr lang="en-US"/>
        </a:p>
      </dgm:t>
    </dgm:pt>
    <dgm:pt modelId="{2623BC46-D1B2-439C-B5A7-5AF9D649C173}">
      <dgm:prSet custT="1"/>
      <dgm:spPr/>
      <dgm:t>
        <a:bodyPr/>
        <a:lstStyle/>
        <a:p>
          <a:pPr rtl="0"/>
          <a:br>
            <a:rPr lang="en-US" sz="1400">
              <a:latin typeface="Aptos Display" panose="02110004020202020204"/>
            </a:rPr>
          </a:br>
          <a:r>
            <a:rPr lang="en-US" sz="1400">
              <a:latin typeface="Aptos Display" panose="02110004020202020204"/>
            </a:rPr>
            <a:t>Parameters:</a:t>
          </a:r>
          <a:r>
            <a:rPr lang="en-US" sz="1400" b="0">
              <a:solidFill>
                <a:srgbClr val="000000"/>
              </a:solidFill>
              <a:latin typeface="Aptos Display" panose="02110004020202020204"/>
            </a:rPr>
            <a:t> </a:t>
          </a:r>
          <a:r>
            <a:rPr lang="en-US" sz="1400" b="0">
              <a:latin typeface="Aptos Display" panose="02110004020202020204"/>
            </a:rPr>
            <a:t>epochs</a:t>
          </a:r>
          <a:r>
            <a:rPr lang="en-US" sz="1400" b="0">
              <a:solidFill>
                <a:srgbClr val="000000"/>
              </a:solidFill>
              <a:latin typeface="Aptos Display" panose="02110004020202020204"/>
            </a:rPr>
            <a:t>, </a:t>
          </a:r>
          <a:r>
            <a:rPr lang="en-US" sz="1400" b="0">
              <a:latin typeface="Aptos Display" panose="02110004020202020204"/>
            </a:rPr>
            <a:t>learning_rate,</a:t>
          </a:r>
          <a:r>
            <a:rPr lang="en-US" sz="1400" b="0">
              <a:solidFill>
                <a:srgbClr val="000000"/>
              </a:solidFill>
              <a:latin typeface="Aptos Display" panose="02110004020202020204"/>
            </a:rPr>
            <a:t> ar_</a:t>
          </a:r>
          <a:r>
            <a:rPr lang="en-US" sz="1400" b="0">
              <a:latin typeface="Aptos Display" panose="02110004020202020204"/>
            </a:rPr>
            <a:t>reg</a:t>
          </a:r>
          <a:r>
            <a:rPr lang="en-US" sz="1400" b="0">
              <a:solidFill>
                <a:srgbClr val="000000"/>
              </a:solidFill>
              <a:latin typeface="Aptos Display" panose="02110004020202020204"/>
            </a:rPr>
            <a:t>,</a:t>
          </a:r>
          <a:br>
            <a:rPr lang="en-US" sz="1400" b="0">
              <a:latin typeface="Aptos Display" panose="02110004020202020204"/>
            </a:rPr>
          </a:br>
          <a:endParaRPr lang="en-US" sz="1400" b="0"/>
        </a:p>
      </dgm:t>
    </dgm:pt>
    <dgm:pt modelId="{F3ACD0CF-EDEC-427E-9425-E1B8EDCC2A76}" type="parTrans" cxnId="{54977B0E-1975-4C4F-A5B2-02826A72A217}">
      <dgm:prSet/>
      <dgm:spPr/>
      <dgm:t>
        <a:bodyPr/>
        <a:lstStyle/>
        <a:p>
          <a:endParaRPr lang="en-US"/>
        </a:p>
      </dgm:t>
    </dgm:pt>
    <dgm:pt modelId="{67B02385-CB4B-46DC-84EC-49BACAA8BEBE}" type="sibTrans" cxnId="{54977B0E-1975-4C4F-A5B2-02826A72A217}">
      <dgm:prSet/>
      <dgm:spPr/>
      <dgm:t>
        <a:bodyPr/>
        <a:lstStyle/>
        <a:p>
          <a:endParaRPr lang="en-US"/>
        </a:p>
      </dgm:t>
    </dgm:pt>
    <dgm:pt modelId="{8CDF70B2-DE43-4742-87DA-0A577E9173B4}">
      <dgm:prSet phldr="0"/>
      <dgm:spPr/>
      <dgm:t>
        <a:bodyPr/>
        <a:lstStyle/>
        <a:p>
          <a:pPr rtl="0"/>
          <a:r>
            <a:rPr lang="en-US" sz="1400" b="0">
              <a:latin typeface="Aptos Display" panose="02110004020202020204"/>
            </a:rPr>
            <a:t>mean RMSE of 7.12 after minimal tuning</a:t>
          </a:r>
        </a:p>
      </dgm:t>
    </dgm:pt>
    <dgm:pt modelId="{400F202D-2DC3-482E-A789-23C05958E98A}" type="parTrans" cxnId="{541A5AC7-B61B-46E4-96FE-963FA80E3009}">
      <dgm:prSet/>
      <dgm:spPr/>
      <dgm:t>
        <a:bodyPr/>
        <a:lstStyle/>
        <a:p>
          <a:endParaRPr lang="en-US"/>
        </a:p>
      </dgm:t>
    </dgm:pt>
    <dgm:pt modelId="{1F204E02-A9F7-4456-96EE-7AA9C4C525F5}" type="sibTrans" cxnId="{541A5AC7-B61B-46E4-96FE-963FA80E3009}">
      <dgm:prSet/>
      <dgm:spPr/>
      <dgm:t>
        <a:bodyPr/>
        <a:lstStyle/>
        <a:p>
          <a:endParaRPr lang="en-US"/>
        </a:p>
      </dgm:t>
    </dgm:pt>
    <dgm:pt modelId="{3CFBBA63-012B-4919-BB13-C3625C3A7D55}" type="pres">
      <dgm:prSet presAssocID="{6A209C76-05E3-42E6-885F-AE056881F742}" presName="diagram" presStyleCnt="0">
        <dgm:presLayoutVars>
          <dgm:chPref val="1"/>
          <dgm:dir/>
          <dgm:animOne val="branch"/>
          <dgm:animLvl val="lvl"/>
          <dgm:resizeHandles/>
        </dgm:presLayoutVars>
      </dgm:prSet>
      <dgm:spPr/>
    </dgm:pt>
    <dgm:pt modelId="{4182D541-C038-4020-A574-EE0816BA8AD8}" type="pres">
      <dgm:prSet presAssocID="{3931B5CB-FC8C-43F8-B487-6340DE8FF135}" presName="root" presStyleCnt="0"/>
      <dgm:spPr/>
    </dgm:pt>
    <dgm:pt modelId="{10F99F13-208A-4BA9-A6B6-34FFC52BC226}" type="pres">
      <dgm:prSet presAssocID="{3931B5CB-FC8C-43F8-B487-6340DE8FF135}" presName="rootComposite" presStyleCnt="0"/>
      <dgm:spPr/>
    </dgm:pt>
    <dgm:pt modelId="{2849CAA5-EEC0-42EB-92CA-C653CF20643D}" type="pres">
      <dgm:prSet presAssocID="{3931B5CB-FC8C-43F8-B487-6340DE8FF135}" presName="rootText" presStyleLbl="node1" presStyleIdx="0" presStyleCnt="1" custLinFactNeighborX="579" custLinFactNeighborY="-6355"/>
      <dgm:spPr/>
    </dgm:pt>
    <dgm:pt modelId="{630F7DE2-C332-4B6F-B64F-9EE04032356B}" type="pres">
      <dgm:prSet presAssocID="{3931B5CB-FC8C-43F8-B487-6340DE8FF135}" presName="rootConnector" presStyleLbl="node1" presStyleIdx="0" presStyleCnt="1"/>
      <dgm:spPr/>
    </dgm:pt>
    <dgm:pt modelId="{8F45B874-9C2A-4E06-9725-9264212F4847}" type="pres">
      <dgm:prSet presAssocID="{3931B5CB-FC8C-43F8-B487-6340DE8FF135}" presName="childShape" presStyleCnt="0"/>
      <dgm:spPr/>
    </dgm:pt>
    <dgm:pt modelId="{9CBC3190-A689-4747-B6A5-07519690F420}" type="pres">
      <dgm:prSet presAssocID="{81A8E067-5F26-4526-955F-904848B42BF4}" presName="Name13" presStyleLbl="parChTrans1D2" presStyleIdx="0" presStyleCnt="4"/>
      <dgm:spPr/>
    </dgm:pt>
    <dgm:pt modelId="{B7FED92E-2831-402B-A616-30F593D293E9}" type="pres">
      <dgm:prSet presAssocID="{8A2985E1-7366-43C1-943B-6324DC5F0AC2}" presName="childText" presStyleLbl="bgAcc1" presStyleIdx="0" presStyleCnt="4">
        <dgm:presLayoutVars>
          <dgm:bulletEnabled val="1"/>
        </dgm:presLayoutVars>
      </dgm:prSet>
      <dgm:spPr/>
    </dgm:pt>
    <dgm:pt modelId="{10AA5EDE-E793-4303-A36A-534357E355A4}" type="pres">
      <dgm:prSet presAssocID="{AF926692-2705-4713-8FD9-DD454744AAAD}" presName="Name13" presStyleLbl="parChTrans1D2" presStyleIdx="1" presStyleCnt="4"/>
      <dgm:spPr/>
    </dgm:pt>
    <dgm:pt modelId="{9F6BF3BD-0AC2-489E-9F88-5D15C4B304A8}" type="pres">
      <dgm:prSet presAssocID="{474FE07C-85AD-45AB-8178-1C633BA85CA8}" presName="childText" presStyleLbl="bgAcc1" presStyleIdx="1" presStyleCnt="4">
        <dgm:presLayoutVars>
          <dgm:bulletEnabled val="1"/>
        </dgm:presLayoutVars>
      </dgm:prSet>
      <dgm:spPr/>
    </dgm:pt>
    <dgm:pt modelId="{AFACC3CB-21EC-4982-922A-29CFFAF9DA75}" type="pres">
      <dgm:prSet presAssocID="{F3ACD0CF-EDEC-427E-9425-E1B8EDCC2A76}" presName="Name13" presStyleLbl="parChTrans1D2" presStyleIdx="2" presStyleCnt="4"/>
      <dgm:spPr/>
    </dgm:pt>
    <dgm:pt modelId="{7C9B2DC8-7795-4EC5-A566-B6302948430E}" type="pres">
      <dgm:prSet presAssocID="{2623BC46-D1B2-439C-B5A7-5AF9D649C173}" presName="childText" presStyleLbl="bgAcc1" presStyleIdx="2" presStyleCnt="4">
        <dgm:presLayoutVars>
          <dgm:bulletEnabled val="1"/>
        </dgm:presLayoutVars>
      </dgm:prSet>
      <dgm:spPr/>
    </dgm:pt>
    <dgm:pt modelId="{BA334A2E-0B1D-4E68-ADA1-76D0A210BF4A}" type="pres">
      <dgm:prSet presAssocID="{400F202D-2DC3-482E-A789-23C05958E98A}" presName="Name13" presStyleLbl="parChTrans1D2" presStyleIdx="3" presStyleCnt="4"/>
      <dgm:spPr/>
    </dgm:pt>
    <dgm:pt modelId="{455B35EF-95FF-40D4-84F7-293178BCBB01}" type="pres">
      <dgm:prSet presAssocID="{8CDF70B2-DE43-4742-87DA-0A577E9173B4}" presName="childText" presStyleLbl="bgAcc1" presStyleIdx="3" presStyleCnt="4">
        <dgm:presLayoutVars>
          <dgm:bulletEnabled val="1"/>
        </dgm:presLayoutVars>
      </dgm:prSet>
      <dgm:spPr/>
    </dgm:pt>
  </dgm:ptLst>
  <dgm:cxnLst>
    <dgm:cxn modelId="{6C40380E-4F48-427E-BD48-B0E62D1202C6}" type="presOf" srcId="{400F202D-2DC3-482E-A789-23C05958E98A}" destId="{BA334A2E-0B1D-4E68-ADA1-76D0A210BF4A}" srcOrd="0" destOrd="0" presId="urn:microsoft.com/office/officeart/2005/8/layout/hierarchy3"/>
    <dgm:cxn modelId="{54977B0E-1975-4C4F-A5B2-02826A72A217}" srcId="{3931B5CB-FC8C-43F8-B487-6340DE8FF135}" destId="{2623BC46-D1B2-439C-B5A7-5AF9D649C173}" srcOrd="2" destOrd="0" parTransId="{F3ACD0CF-EDEC-427E-9425-E1B8EDCC2A76}" sibTransId="{67B02385-CB4B-46DC-84EC-49BACAA8BEBE}"/>
    <dgm:cxn modelId="{9D3A7512-F8E5-40DB-A182-630CEFF06FD9}" srcId="{6A209C76-05E3-42E6-885F-AE056881F742}" destId="{3931B5CB-FC8C-43F8-B487-6340DE8FF135}" srcOrd="0" destOrd="0" parTransId="{A57C7515-B01B-4823-A053-4853005025A8}" sibTransId="{B65CC18E-0E78-4CAB-B71B-68DAACEFDEF4}"/>
    <dgm:cxn modelId="{A5798267-35C0-4208-9631-9153C78061C8}" type="presOf" srcId="{3931B5CB-FC8C-43F8-B487-6340DE8FF135}" destId="{2849CAA5-EEC0-42EB-92CA-C653CF20643D}" srcOrd="0" destOrd="0" presId="urn:microsoft.com/office/officeart/2005/8/layout/hierarchy3"/>
    <dgm:cxn modelId="{92A7986B-866A-4A95-A048-2186ED6B752C}" srcId="{3931B5CB-FC8C-43F8-B487-6340DE8FF135}" destId="{8A2985E1-7366-43C1-943B-6324DC5F0AC2}" srcOrd="0" destOrd="0" parTransId="{81A8E067-5F26-4526-955F-904848B42BF4}" sibTransId="{83F09CFD-416B-4FA6-8D07-2C94C424C9B6}"/>
    <dgm:cxn modelId="{3CE39376-DE60-42C8-9628-CE134254EA30}" type="presOf" srcId="{F3ACD0CF-EDEC-427E-9425-E1B8EDCC2A76}" destId="{AFACC3CB-21EC-4982-922A-29CFFAF9DA75}" srcOrd="0" destOrd="0" presId="urn:microsoft.com/office/officeart/2005/8/layout/hierarchy3"/>
    <dgm:cxn modelId="{5ECCBC84-6F57-4204-8E72-E4EE976F5CB9}" type="presOf" srcId="{474FE07C-85AD-45AB-8178-1C633BA85CA8}" destId="{9F6BF3BD-0AC2-489E-9F88-5D15C4B304A8}" srcOrd="0" destOrd="0" presId="urn:microsoft.com/office/officeart/2005/8/layout/hierarchy3"/>
    <dgm:cxn modelId="{027EE98C-851A-44DB-899C-2A842948B133}" type="presOf" srcId="{81A8E067-5F26-4526-955F-904848B42BF4}" destId="{9CBC3190-A689-4747-B6A5-07519690F420}" srcOrd="0" destOrd="0" presId="urn:microsoft.com/office/officeart/2005/8/layout/hierarchy3"/>
    <dgm:cxn modelId="{F246FBA4-68DE-46FE-B966-35405DBEA345}" srcId="{3931B5CB-FC8C-43F8-B487-6340DE8FF135}" destId="{474FE07C-85AD-45AB-8178-1C633BA85CA8}" srcOrd="1" destOrd="0" parTransId="{AF926692-2705-4713-8FD9-DD454744AAAD}" sibTransId="{5475CC84-AC27-4815-AA8B-EA93768E5E94}"/>
    <dgm:cxn modelId="{07E733AC-7D4B-4EDA-BDA3-9C6C909294EF}" type="presOf" srcId="{8CDF70B2-DE43-4742-87DA-0A577E9173B4}" destId="{455B35EF-95FF-40D4-84F7-293178BCBB01}" srcOrd="0" destOrd="0" presId="urn:microsoft.com/office/officeart/2005/8/layout/hierarchy3"/>
    <dgm:cxn modelId="{28EEDEB6-26F8-4C05-98D9-07474BF0BBE7}" type="presOf" srcId="{8A2985E1-7366-43C1-943B-6324DC5F0AC2}" destId="{B7FED92E-2831-402B-A616-30F593D293E9}" srcOrd="0" destOrd="0" presId="urn:microsoft.com/office/officeart/2005/8/layout/hierarchy3"/>
    <dgm:cxn modelId="{541A5AC7-B61B-46E4-96FE-963FA80E3009}" srcId="{3931B5CB-FC8C-43F8-B487-6340DE8FF135}" destId="{8CDF70B2-DE43-4742-87DA-0A577E9173B4}" srcOrd="3" destOrd="0" parTransId="{400F202D-2DC3-482E-A789-23C05958E98A}" sibTransId="{1F204E02-A9F7-4456-96EE-7AA9C4C525F5}"/>
    <dgm:cxn modelId="{EF7733CB-08F2-4E55-AA60-77FFBA4F2F53}" type="presOf" srcId="{2623BC46-D1B2-439C-B5A7-5AF9D649C173}" destId="{7C9B2DC8-7795-4EC5-A566-B6302948430E}" srcOrd="0" destOrd="0" presId="urn:microsoft.com/office/officeart/2005/8/layout/hierarchy3"/>
    <dgm:cxn modelId="{B514D2DB-B966-42F1-AF6C-2251EAC79563}" type="presOf" srcId="{3931B5CB-FC8C-43F8-B487-6340DE8FF135}" destId="{630F7DE2-C332-4B6F-B64F-9EE04032356B}" srcOrd="1" destOrd="0" presId="urn:microsoft.com/office/officeart/2005/8/layout/hierarchy3"/>
    <dgm:cxn modelId="{C560C9E1-6998-4BF0-8844-506F613D0286}" type="presOf" srcId="{AF926692-2705-4713-8FD9-DD454744AAAD}" destId="{10AA5EDE-E793-4303-A36A-534357E355A4}" srcOrd="0" destOrd="0" presId="urn:microsoft.com/office/officeart/2005/8/layout/hierarchy3"/>
    <dgm:cxn modelId="{EC206EEA-2E9A-4758-8469-6DECE8CD9F3A}" type="presOf" srcId="{6A209C76-05E3-42E6-885F-AE056881F742}" destId="{3CFBBA63-012B-4919-BB13-C3625C3A7D55}" srcOrd="0" destOrd="0" presId="urn:microsoft.com/office/officeart/2005/8/layout/hierarchy3"/>
    <dgm:cxn modelId="{C88C7767-3707-4D09-8AC4-3670A1113975}" type="presParOf" srcId="{3CFBBA63-012B-4919-BB13-C3625C3A7D55}" destId="{4182D541-C038-4020-A574-EE0816BA8AD8}" srcOrd="0" destOrd="0" presId="urn:microsoft.com/office/officeart/2005/8/layout/hierarchy3"/>
    <dgm:cxn modelId="{3F5B1F06-1F6F-4393-BDD2-28144B41FD40}" type="presParOf" srcId="{4182D541-C038-4020-A574-EE0816BA8AD8}" destId="{10F99F13-208A-4BA9-A6B6-34FFC52BC226}" srcOrd="0" destOrd="0" presId="urn:microsoft.com/office/officeart/2005/8/layout/hierarchy3"/>
    <dgm:cxn modelId="{3BC1A991-7C28-4E2A-ADAE-BD8DA0418CD3}" type="presParOf" srcId="{10F99F13-208A-4BA9-A6B6-34FFC52BC226}" destId="{2849CAA5-EEC0-42EB-92CA-C653CF20643D}" srcOrd="0" destOrd="0" presId="urn:microsoft.com/office/officeart/2005/8/layout/hierarchy3"/>
    <dgm:cxn modelId="{CCC3CD5A-2292-4BDD-9E8D-632D878527EF}" type="presParOf" srcId="{10F99F13-208A-4BA9-A6B6-34FFC52BC226}" destId="{630F7DE2-C332-4B6F-B64F-9EE04032356B}" srcOrd="1" destOrd="0" presId="urn:microsoft.com/office/officeart/2005/8/layout/hierarchy3"/>
    <dgm:cxn modelId="{8B64C85B-6CFF-4D1A-B8CB-10A05245F99A}" type="presParOf" srcId="{4182D541-C038-4020-A574-EE0816BA8AD8}" destId="{8F45B874-9C2A-4E06-9725-9264212F4847}" srcOrd="1" destOrd="0" presId="urn:microsoft.com/office/officeart/2005/8/layout/hierarchy3"/>
    <dgm:cxn modelId="{ABC5104A-562F-49C2-9598-397A57DBEC7C}" type="presParOf" srcId="{8F45B874-9C2A-4E06-9725-9264212F4847}" destId="{9CBC3190-A689-4747-B6A5-07519690F420}" srcOrd="0" destOrd="0" presId="urn:microsoft.com/office/officeart/2005/8/layout/hierarchy3"/>
    <dgm:cxn modelId="{EAD2B00C-9EEF-4DCF-AC81-ED40956ED413}" type="presParOf" srcId="{8F45B874-9C2A-4E06-9725-9264212F4847}" destId="{B7FED92E-2831-402B-A616-30F593D293E9}" srcOrd="1" destOrd="0" presId="urn:microsoft.com/office/officeart/2005/8/layout/hierarchy3"/>
    <dgm:cxn modelId="{7A1255E3-4FDF-47D4-848C-942859E4230B}" type="presParOf" srcId="{8F45B874-9C2A-4E06-9725-9264212F4847}" destId="{10AA5EDE-E793-4303-A36A-534357E355A4}" srcOrd="2" destOrd="0" presId="urn:microsoft.com/office/officeart/2005/8/layout/hierarchy3"/>
    <dgm:cxn modelId="{D31B0CA1-71E3-4A3A-9AE7-42F68D932FEC}" type="presParOf" srcId="{8F45B874-9C2A-4E06-9725-9264212F4847}" destId="{9F6BF3BD-0AC2-489E-9F88-5D15C4B304A8}" srcOrd="3" destOrd="0" presId="urn:microsoft.com/office/officeart/2005/8/layout/hierarchy3"/>
    <dgm:cxn modelId="{F4870388-1FFB-49B4-9AD1-4A0F8056A4E7}" type="presParOf" srcId="{8F45B874-9C2A-4E06-9725-9264212F4847}" destId="{AFACC3CB-21EC-4982-922A-29CFFAF9DA75}" srcOrd="4" destOrd="0" presId="urn:microsoft.com/office/officeart/2005/8/layout/hierarchy3"/>
    <dgm:cxn modelId="{2FEF9F6A-95EC-4B04-B18C-7EEFAA889A80}" type="presParOf" srcId="{8F45B874-9C2A-4E06-9725-9264212F4847}" destId="{7C9B2DC8-7795-4EC5-A566-B6302948430E}" srcOrd="5" destOrd="0" presId="urn:microsoft.com/office/officeart/2005/8/layout/hierarchy3"/>
    <dgm:cxn modelId="{F83F8BDA-D70C-482C-B872-C202B058601D}" type="presParOf" srcId="{8F45B874-9C2A-4E06-9725-9264212F4847}" destId="{BA334A2E-0B1D-4E68-ADA1-76D0A210BF4A}" srcOrd="6" destOrd="0" presId="urn:microsoft.com/office/officeart/2005/8/layout/hierarchy3"/>
    <dgm:cxn modelId="{28E929B2-0750-425E-9308-FDC34B8B640E}" type="presParOf" srcId="{8F45B874-9C2A-4E06-9725-9264212F4847}" destId="{455B35EF-95FF-40D4-84F7-293178BCBB01}" srcOrd="7" destOrd="0" presId="urn:microsoft.com/office/officeart/2005/8/layout/hierarchy3"/>
  </dgm:cxnLst>
  <dgm:bg>
    <a:effectLst>
      <a:outerShdw blurRad="50800" dist="38100" dir="16200000" rotWithShape="0">
        <a:schemeClr val="tx2">
          <a:lumMod val="25000"/>
          <a:lumOff val="75000"/>
          <a:alpha val="40000"/>
        </a:schemeClr>
      </a:outerShdw>
    </a:effectLst>
  </dgm:bg>
  <dgm:whole>
    <a:ln>
      <a:solidFill>
        <a:schemeClr val="tx2">
          <a:lumMod val="25000"/>
          <a:lumOff val="75000"/>
          <a:alpha val="42000"/>
        </a:schemeClr>
      </a:solidFill>
    </a:ln>
  </dgm:whole>
  <dgm:extLst>
    <a:ext uri="http://schemas.microsoft.com/office/drawing/2008/diagram">
      <dsp:dataModelExt xmlns:dsp="http://schemas.microsoft.com/office/drawing/2008/diagram" relId="rId13"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3020F97-81D7-4A40-B39D-3533BF279C49}"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en-US"/>
        </a:p>
      </dgm:t>
    </dgm:pt>
    <dgm:pt modelId="{25D8AACA-921A-4212-BE5E-EEC3A859425C}">
      <dgm:prSet/>
      <dgm:spPr/>
      <dgm:t>
        <a:bodyPr/>
        <a:lstStyle/>
        <a:p>
          <a:r>
            <a:rPr lang="en-US" b="1">
              <a:solidFill>
                <a:srgbClr val="E15A64"/>
              </a:solidFill>
            </a:rPr>
            <a:t>Evaluation</a:t>
          </a:r>
        </a:p>
      </dgm:t>
    </dgm:pt>
    <dgm:pt modelId="{4DD1D74D-AB0F-45EE-86DB-2B3ADD9E39E4}" type="parTrans" cxnId="{929E7B7C-4710-4635-9222-934BC6CA528F}">
      <dgm:prSet/>
      <dgm:spPr/>
      <dgm:t>
        <a:bodyPr/>
        <a:lstStyle/>
        <a:p>
          <a:endParaRPr lang="en-US"/>
        </a:p>
      </dgm:t>
    </dgm:pt>
    <dgm:pt modelId="{050FE56D-1CFB-449E-9EEF-0A9AF3350EA2}" type="sibTrans" cxnId="{929E7B7C-4710-4635-9222-934BC6CA528F}">
      <dgm:prSet/>
      <dgm:spPr/>
      <dgm:t>
        <a:bodyPr/>
        <a:lstStyle/>
        <a:p>
          <a:endParaRPr lang="en-US"/>
        </a:p>
      </dgm:t>
    </dgm:pt>
    <dgm:pt modelId="{8EA5E1B6-26F4-46DA-9F03-4C0887E6CFAE}">
      <dgm:prSet/>
      <dgm:spPr/>
      <dgm:t>
        <a:bodyPr/>
        <a:lstStyle/>
        <a:p>
          <a:pPr rtl="0"/>
          <a:r>
            <a:rPr lang="en-US" b="1">
              <a:solidFill>
                <a:srgbClr val="E15A64"/>
              </a:solidFill>
            </a:rPr>
            <a:t>Choose NeuralProphet </a:t>
          </a:r>
          <a:r>
            <a:rPr lang="en-US" b="1">
              <a:solidFill>
                <a:srgbClr val="E15A64"/>
              </a:solidFill>
              <a:latin typeface="Aptos Display" panose="02110004020202020204"/>
            </a:rPr>
            <a:t>with mean RMSE of 7.12</a:t>
          </a:r>
          <a:endParaRPr lang="en-US" b="1">
            <a:solidFill>
              <a:srgbClr val="E15A64"/>
            </a:solidFill>
          </a:endParaRPr>
        </a:p>
      </dgm:t>
    </dgm:pt>
    <dgm:pt modelId="{91B00853-9209-46BC-9B7B-1370410B160B}" type="parTrans" cxnId="{8EBAFB42-5636-4B43-AE26-20A4E0370904}">
      <dgm:prSet/>
      <dgm:spPr/>
      <dgm:t>
        <a:bodyPr/>
        <a:lstStyle/>
        <a:p>
          <a:endParaRPr lang="en-US"/>
        </a:p>
      </dgm:t>
    </dgm:pt>
    <dgm:pt modelId="{7B5AE24C-5CEF-47FE-BC21-937E1E05DAD8}" type="sibTrans" cxnId="{8EBAFB42-5636-4B43-AE26-20A4E0370904}">
      <dgm:prSet/>
      <dgm:spPr/>
      <dgm:t>
        <a:bodyPr/>
        <a:lstStyle/>
        <a:p>
          <a:endParaRPr lang="en-US"/>
        </a:p>
      </dgm:t>
    </dgm:pt>
    <dgm:pt modelId="{040A3703-AAB1-4128-BA54-4943B29BA9A5}">
      <dgm:prSet/>
      <dgm:spPr/>
      <dgm:t>
        <a:bodyPr/>
        <a:lstStyle/>
        <a:p>
          <a:r>
            <a:rPr lang="en-US" b="1">
              <a:solidFill>
                <a:srgbClr val="E15A64"/>
              </a:solidFill>
            </a:rPr>
            <a:t>Evaluate model on all data (2020-01-01 to 2026-02-28)</a:t>
          </a:r>
        </a:p>
      </dgm:t>
    </dgm:pt>
    <dgm:pt modelId="{79F98CD6-2F9F-409E-B344-914A58EFC65E}" type="parTrans" cxnId="{C4D41B44-19F4-45A9-AD68-4BB0B692C9F6}">
      <dgm:prSet/>
      <dgm:spPr/>
      <dgm:t>
        <a:bodyPr/>
        <a:lstStyle/>
        <a:p>
          <a:endParaRPr lang="en-US"/>
        </a:p>
      </dgm:t>
    </dgm:pt>
    <dgm:pt modelId="{156ACF62-1AAD-450E-9A22-726E502D3D41}" type="sibTrans" cxnId="{C4D41B44-19F4-45A9-AD68-4BB0B692C9F6}">
      <dgm:prSet/>
      <dgm:spPr/>
      <dgm:t>
        <a:bodyPr/>
        <a:lstStyle/>
        <a:p>
          <a:endParaRPr lang="en-US"/>
        </a:p>
      </dgm:t>
    </dgm:pt>
    <dgm:pt modelId="{A9363C08-8EEC-4BC6-8A11-83B522A4F47C}">
      <dgm:prSet/>
      <dgm:spPr/>
      <dgm:t>
        <a:bodyPr/>
        <a:lstStyle/>
        <a:p>
          <a:pPr rtl="0"/>
          <a:r>
            <a:rPr lang="en-US" b="1">
              <a:solidFill>
                <a:srgbClr val="E15A64"/>
              </a:solidFill>
              <a:latin typeface="Aptos Display" panose="02110004020202020204"/>
            </a:rPr>
            <a:t>Use tuned</a:t>
          </a:r>
          <a:r>
            <a:rPr lang="en-US" b="1">
              <a:solidFill>
                <a:srgbClr val="E15A64"/>
              </a:solidFill>
            </a:rPr>
            <a:t> parameters &amp; </a:t>
          </a:r>
          <a:r>
            <a:rPr lang="en-US" b="1">
              <a:solidFill>
                <a:srgbClr val="E15A64"/>
              </a:solidFill>
              <a:latin typeface="Aptos Display" panose="02110004020202020204"/>
            </a:rPr>
            <a:t>features</a:t>
          </a:r>
          <a:endParaRPr lang="en-US" b="1">
            <a:solidFill>
              <a:srgbClr val="E15A64"/>
            </a:solidFill>
          </a:endParaRPr>
        </a:p>
      </dgm:t>
    </dgm:pt>
    <dgm:pt modelId="{985A09A4-07E3-4C7C-B9C7-FA84F41535A0}" type="parTrans" cxnId="{CEE5754F-6F60-49A2-803C-B661C1061B71}">
      <dgm:prSet/>
      <dgm:spPr/>
      <dgm:t>
        <a:bodyPr/>
        <a:lstStyle/>
        <a:p>
          <a:endParaRPr lang="en-US"/>
        </a:p>
      </dgm:t>
    </dgm:pt>
    <dgm:pt modelId="{1405997C-01E6-4BDC-902E-4F1237FBABB6}" type="sibTrans" cxnId="{CEE5754F-6F60-49A2-803C-B661C1061B71}">
      <dgm:prSet/>
      <dgm:spPr/>
      <dgm:t>
        <a:bodyPr/>
        <a:lstStyle/>
        <a:p>
          <a:endParaRPr lang="en-US"/>
        </a:p>
      </dgm:t>
    </dgm:pt>
    <dgm:pt modelId="{273DAD4A-453D-41CA-8127-0583B74B37F9}">
      <dgm:prSet/>
      <dgm:spPr/>
      <dgm:t>
        <a:bodyPr/>
        <a:lstStyle/>
        <a:p>
          <a:pPr rtl="0"/>
          <a:r>
            <a:rPr lang="en-US" b="1">
              <a:solidFill>
                <a:srgbClr val="E15A64"/>
              </a:solidFill>
              <a:latin typeface="Aptos Display" panose="02110004020202020204"/>
            </a:rPr>
            <a:t>mean RMSE</a:t>
          </a:r>
          <a:r>
            <a:rPr lang="en-US" b="1">
              <a:solidFill>
                <a:srgbClr val="E15A64"/>
              </a:solidFill>
            </a:rPr>
            <a:t> of 6.237 is good</a:t>
          </a:r>
          <a:r>
            <a:rPr lang="en-US" b="1">
              <a:solidFill>
                <a:srgbClr val="E15A64"/>
              </a:solidFill>
              <a:latin typeface="Aptos Display" panose="02110004020202020204"/>
            </a:rPr>
            <a:t> indicator we did not overfit or underfit</a:t>
          </a:r>
          <a:endParaRPr lang="en-US" b="1">
            <a:solidFill>
              <a:srgbClr val="E15A64"/>
            </a:solidFill>
          </a:endParaRPr>
        </a:p>
      </dgm:t>
    </dgm:pt>
    <dgm:pt modelId="{74436182-651A-4AFC-A22C-65B079C673C9}" type="parTrans" cxnId="{E478731D-DF9C-4C1C-830F-B046D65A658C}">
      <dgm:prSet/>
      <dgm:spPr/>
      <dgm:t>
        <a:bodyPr/>
        <a:lstStyle/>
        <a:p>
          <a:endParaRPr lang="en-US"/>
        </a:p>
      </dgm:t>
    </dgm:pt>
    <dgm:pt modelId="{C8297AFD-E0B6-4538-A69C-7938E4530A9E}" type="sibTrans" cxnId="{E478731D-DF9C-4C1C-830F-B046D65A658C}">
      <dgm:prSet/>
      <dgm:spPr/>
      <dgm:t>
        <a:bodyPr/>
        <a:lstStyle/>
        <a:p>
          <a:endParaRPr lang="en-US"/>
        </a:p>
      </dgm:t>
    </dgm:pt>
    <dgm:pt modelId="{15FA9929-DE58-4429-B6A0-F47E87480ADA}" type="pres">
      <dgm:prSet presAssocID="{83020F97-81D7-4A40-B39D-3533BF279C49}" presName="diagram" presStyleCnt="0">
        <dgm:presLayoutVars>
          <dgm:dir/>
          <dgm:resizeHandles val="exact"/>
        </dgm:presLayoutVars>
      </dgm:prSet>
      <dgm:spPr/>
    </dgm:pt>
    <dgm:pt modelId="{7AE9316A-AE27-4929-BEA8-FA20793B57C1}" type="pres">
      <dgm:prSet presAssocID="{25D8AACA-921A-4212-BE5E-EEC3A859425C}" presName="node" presStyleLbl="node1" presStyleIdx="0" presStyleCnt="5">
        <dgm:presLayoutVars>
          <dgm:bulletEnabled val="1"/>
        </dgm:presLayoutVars>
      </dgm:prSet>
      <dgm:spPr/>
    </dgm:pt>
    <dgm:pt modelId="{A564C022-851B-4690-A8D0-A2219DFB1D04}" type="pres">
      <dgm:prSet presAssocID="{050FE56D-1CFB-449E-9EEF-0A9AF3350EA2}" presName="sibTrans" presStyleCnt="0"/>
      <dgm:spPr/>
    </dgm:pt>
    <dgm:pt modelId="{9367CF7C-DB2B-4803-BD06-D2B567DD7B03}" type="pres">
      <dgm:prSet presAssocID="{8EA5E1B6-26F4-46DA-9F03-4C0887E6CFAE}" presName="node" presStyleLbl="node1" presStyleIdx="1" presStyleCnt="5">
        <dgm:presLayoutVars>
          <dgm:bulletEnabled val="1"/>
        </dgm:presLayoutVars>
      </dgm:prSet>
      <dgm:spPr/>
    </dgm:pt>
    <dgm:pt modelId="{E90E419E-188C-4BF1-979B-B3C0DC0413A0}" type="pres">
      <dgm:prSet presAssocID="{7B5AE24C-5CEF-47FE-BC21-937E1E05DAD8}" presName="sibTrans" presStyleCnt="0"/>
      <dgm:spPr/>
    </dgm:pt>
    <dgm:pt modelId="{BDFF2ADF-7A1A-40A8-A803-B61FFF5D4121}" type="pres">
      <dgm:prSet presAssocID="{040A3703-AAB1-4128-BA54-4943B29BA9A5}" presName="node" presStyleLbl="node1" presStyleIdx="2" presStyleCnt="5">
        <dgm:presLayoutVars>
          <dgm:bulletEnabled val="1"/>
        </dgm:presLayoutVars>
      </dgm:prSet>
      <dgm:spPr/>
    </dgm:pt>
    <dgm:pt modelId="{39E56145-FD7C-45D3-9690-CCCC9BE7ABF0}" type="pres">
      <dgm:prSet presAssocID="{156ACF62-1AAD-450E-9A22-726E502D3D41}" presName="sibTrans" presStyleCnt="0"/>
      <dgm:spPr/>
    </dgm:pt>
    <dgm:pt modelId="{44622C46-A80B-4328-B03A-6757B215FD57}" type="pres">
      <dgm:prSet presAssocID="{A9363C08-8EEC-4BC6-8A11-83B522A4F47C}" presName="node" presStyleLbl="node1" presStyleIdx="3" presStyleCnt="5">
        <dgm:presLayoutVars>
          <dgm:bulletEnabled val="1"/>
        </dgm:presLayoutVars>
      </dgm:prSet>
      <dgm:spPr/>
    </dgm:pt>
    <dgm:pt modelId="{1E36AA5F-7C68-4266-AE6A-FEC639DF97CC}" type="pres">
      <dgm:prSet presAssocID="{1405997C-01E6-4BDC-902E-4F1237FBABB6}" presName="sibTrans" presStyleCnt="0"/>
      <dgm:spPr/>
    </dgm:pt>
    <dgm:pt modelId="{60CF531C-DD97-4C6E-B655-2FB00F6634BA}" type="pres">
      <dgm:prSet presAssocID="{273DAD4A-453D-41CA-8127-0583B74B37F9}" presName="node" presStyleLbl="node1" presStyleIdx="4" presStyleCnt="5">
        <dgm:presLayoutVars>
          <dgm:bulletEnabled val="1"/>
        </dgm:presLayoutVars>
      </dgm:prSet>
      <dgm:spPr/>
    </dgm:pt>
  </dgm:ptLst>
  <dgm:cxnLst>
    <dgm:cxn modelId="{E478731D-DF9C-4C1C-830F-B046D65A658C}" srcId="{83020F97-81D7-4A40-B39D-3533BF279C49}" destId="{273DAD4A-453D-41CA-8127-0583B74B37F9}" srcOrd="4" destOrd="0" parTransId="{74436182-651A-4AFC-A22C-65B079C673C9}" sibTransId="{C8297AFD-E0B6-4538-A69C-7938E4530A9E}"/>
    <dgm:cxn modelId="{D9E8ED38-E3A1-4873-B850-7C7A908DA8B5}" type="presOf" srcId="{040A3703-AAB1-4128-BA54-4943B29BA9A5}" destId="{BDFF2ADF-7A1A-40A8-A803-B61FFF5D4121}" srcOrd="0" destOrd="0" presId="urn:microsoft.com/office/officeart/2005/8/layout/default"/>
    <dgm:cxn modelId="{60E0F941-3C88-4ADC-B214-522758A25805}" type="presOf" srcId="{25D8AACA-921A-4212-BE5E-EEC3A859425C}" destId="{7AE9316A-AE27-4929-BEA8-FA20793B57C1}" srcOrd="0" destOrd="0" presId="urn:microsoft.com/office/officeart/2005/8/layout/default"/>
    <dgm:cxn modelId="{8EBAFB42-5636-4B43-AE26-20A4E0370904}" srcId="{83020F97-81D7-4A40-B39D-3533BF279C49}" destId="{8EA5E1B6-26F4-46DA-9F03-4C0887E6CFAE}" srcOrd="1" destOrd="0" parTransId="{91B00853-9209-46BC-9B7B-1370410B160B}" sibTransId="{7B5AE24C-5CEF-47FE-BC21-937E1E05DAD8}"/>
    <dgm:cxn modelId="{C4D41B44-19F4-45A9-AD68-4BB0B692C9F6}" srcId="{83020F97-81D7-4A40-B39D-3533BF279C49}" destId="{040A3703-AAB1-4128-BA54-4943B29BA9A5}" srcOrd="2" destOrd="0" parTransId="{79F98CD6-2F9F-409E-B344-914A58EFC65E}" sibTransId="{156ACF62-1AAD-450E-9A22-726E502D3D41}"/>
    <dgm:cxn modelId="{06402D66-9966-4136-B909-162D6884D646}" type="presOf" srcId="{273DAD4A-453D-41CA-8127-0583B74B37F9}" destId="{60CF531C-DD97-4C6E-B655-2FB00F6634BA}" srcOrd="0" destOrd="0" presId="urn:microsoft.com/office/officeart/2005/8/layout/default"/>
    <dgm:cxn modelId="{CEE5754F-6F60-49A2-803C-B661C1061B71}" srcId="{83020F97-81D7-4A40-B39D-3533BF279C49}" destId="{A9363C08-8EEC-4BC6-8A11-83B522A4F47C}" srcOrd="3" destOrd="0" parTransId="{985A09A4-07E3-4C7C-B9C7-FA84F41535A0}" sibTransId="{1405997C-01E6-4BDC-902E-4F1237FBABB6}"/>
    <dgm:cxn modelId="{929E7B7C-4710-4635-9222-934BC6CA528F}" srcId="{83020F97-81D7-4A40-B39D-3533BF279C49}" destId="{25D8AACA-921A-4212-BE5E-EEC3A859425C}" srcOrd="0" destOrd="0" parTransId="{4DD1D74D-AB0F-45EE-86DB-2B3ADD9E39E4}" sibTransId="{050FE56D-1CFB-449E-9EEF-0A9AF3350EA2}"/>
    <dgm:cxn modelId="{6295579B-EB53-4E88-9BD1-933D8E7E1D4A}" type="presOf" srcId="{83020F97-81D7-4A40-B39D-3533BF279C49}" destId="{15FA9929-DE58-4429-B6A0-F47E87480ADA}" srcOrd="0" destOrd="0" presId="urn:microsoft.com/office/officeart/2005/8/layout/default"/>
    <dgm:cxn modelId="{26D808BE-1CC7-4AA4-8653-07BB46C08F10}" type="presOf" srcId="{8EA5E1B6-26F4-46DA-9F03-4C0887E6CFAE}" destId="{9367CF7C-DB2B-4803-BD06-D2B567DD7B03}" srcOrd="0" destOrd="0" presId="urn:microsoft.com/office/officeart/2005/8/layout/default"/>
    <dgm:cxn modelId="{DDEAC6D1-BA83-470D-9ADC-738E4A27B695}" type="presOf" srcId="{A9363C08-8EEC-4BC6-8A11-83B522A4F47C}" destId="{44622C46-A80B-4328-B03A-6757B215FD57}" srcOrd="0" destOrd="0" presId="urn:microsoft.com/office/officeart/2005/8/layout/default"/>
    <dgm:cxn modelId="{600187B0-B92C-479D-9B75-A5B19C41DBD4}" type="presParOf" srcId="{15FA9929-DE58-4429-B6A0-F47E87480ADA}" destId="{7AE9316A-AE27-4929-BEA8-FA20793B57C1}" srcOrd="0" destOrd="0" presId="urn:microsoft.com/office/officeart/2005/8/layout/default"/>
    <dgm:cxn modelId="{C2DF2C50-81C9-4385-826C-ECC5D9187A01}" type="presParOf" srcId="{15FA9929-DE58-4429-B6A0-F47E87480ADA}" destId="{A564C022-851B-4690-A8D0-A2219DFB1D04}" srcOrd="1" destOrd="0" presId="urn:microsoft.com/office/officeart/2005/8/layout/default"/>
    <dgm:cxn modelId="{9327C2C3-4FD9-426E-9C00-130B6E52180C}" type="presParOf" srcId="{15FA9929-DE58-4429-B6A0-F47E87480ADA}" destId="{9367CF7C-DB2B-4803-BD06-D2B567DD7B03}" srcOrd="2" destOrd="0" presId="urn:microsoft.com/office/officeart/2005/8/layout/default"/>
    <dgm:cxn modelId="{9692C1F3-B1F8-4EED-B373-8E275D2D8F65}" type="presParOf" srcId="{15FA9929-DE58-4429-B6A0-F47E87480ADA}" destId="{E90E419E-188C-4BF1-979B-B3C0DC0413A0}" srcOrd="3" destOrd="0" presId="urn:microsoft.com/office/officeart/2005/8/layout/default"/>
    <dgm:cxn modelId="{FC3AD1F9-DDA6-4336-97E6-10FCA4835458}" type="presParOf" srcId="{15FA9929-DE58-4429-B6A0-F47E87480ADA}" destId="{BDFF2ADF-7A1A-40A8-A803-B61FFF5D4121}" srcOrd="4" destOrd="0" presId="urn:microsoft.com/office/officeart/2005/8/layout/default"/>
    <dgm:cxn modelId="{CAFEE761-DDCF-40D4-95DA-5438AB208B6F}" type="presParOf" srcId="{15FA9929-DE58-4429-B6A0-F47E87480ADA}" destId="{39E56145-FD7C-45D3-9690-CCCC9BE7ABF0}" srcOrd="5" destOrd="0" presId="urn:microsoft.com/office/officeart/2005/8/layout/default"/>
    <dgm:cxn modelId="{16FBE48B-15B1-48C0-A600-A416A2AF05E8}" type="presParOf" srcId="{15FA9929-DE58-4429-B6A0-F47E87480ADA}" destId="{44622C46-A80B-4328-B03A-6757B215FD57}" srcOrd="6" destOrd="0" presId="urn:microsoft.com/office/officeart/2005/8/layout/default"/>
    <dgm:cxn modelId="{03A46834-A213-4E14-961A-8C1B8AF73BE3}" type="presParOf" srcId="{15FA9929-DE58-4429-B6A0-F47E87480ADA}" destId="{1E36AA5F-7C68-4266-AE6A-FEC639DF97CC}" srcOrd="7" destOrd="0" presId="urn:microsoft.com/office/officeart/2005/8/layout/default"/>
    <dgm:cxn modelId="{664C042C-54F5-44C4-BB5A-E104BB3C3D43}" type="presParOf" srcId="{15FA9929-DE58-4429-B6A0-F47E87480ADA}" destId="{60CF531C-DD97-4C6E-B655-2FB00F6634BA}" srcOrd="8" destOrd="0" presId="urn:microsoft.com/office/officeart/2005/8/layout/default"/>
  </dgm:cxnLst>
  <dgm:bg>
    <a:solidFill>
      <a:schemeClr val="bg1"/>
    </a:solidFill>
    <a:effectLst>
      <a:outerShdw blurRad="63500" sx="102000" sy="102000" algn="ctr" rotWithShape="0">
        <a:schemeClr val="bg1">
          <a:alpha val="22000"/>
        </a:schemeClr>
      </a:outerShdw>
    </a:effectLst>
  </dgm:bg>
  <dgm:whole>
    <a:ln w="38100">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B1D3F38-52DE-49DA-9D6A-A56B3D6EC491}" type="doc">
      <dgm:prSet loTypeId="urn:microsoft.com/office/officeart/2008/layout/LinedList" loCatId="list" qsTypeId="urn:microsoft.com/office/officeart/2005/8/quickstyle/simple1" qsCatId="simple" csTypeId="urn:microsoft.com/office/officeart/2005/8/colors/accent6_1" csCatId="accent6" phldr="1"/>
      <dgm:spPr/>
      <dgm:t>
        <a:bodyPr/>
        <a:lstStyle/>
        <a:p>
          <a:endParaRPr lang="en-US"/>
        </a:p>
      </dgm:t>
    </dgm:pt>
    <dgm:pt modelId="{5DD1082D-A489-4B0D-A311-3686ECD2CAB1}">
      <dgm:prSet custT="1"/>
      <dgm:spPr/>
      <dgm:t>
        <a:bodyPr/>
        <a:lstStyle/>
        <a:p>
          <a:r>
            <a:rPr lang="en-US" sz="1200" b="1"/>
            <a:t>Model Selection: Hybrid Prophet + </a:t>
          </a:r>
          <a:r>
            <a:rPr lang="en-US" sz="1200" b="1" err="1"/>
            <a:t>XGBoost</a:t>
          </a:r>
          <a:endParaRPr lang="en-US" sz="1200" b="1">
            <a:latin typeface="+mj-lt"/>
          </a:endParaRPr>
        </a:p>
      </dgm:t>
    </dgm:pt>
    <dgm:pt modelId="{CF2E420D-5E55-4649-8158-52D05AC089D1}" type="parTrans" cxnId="{FD59621A-20FE-4907-BB23-78F794235DF1}">
      <dgm:prSet/>
      <dgm:spPr/>
      <dgm:t>
        <a:bodyPr/>
        <a:lstStyle/>
        <a:p>
          <a:endParaRPr lang="en-US"/>
        </a:p>
      </dgm:t>
    </dgm:pt>
    <dgm:pt modelId="{1B3E886B-4DD9-46F3-B6E5-024808C055B2}" type="sibTrans" cxnId="{FD59621A-20FE-4907-BB23-78F794235DF1}">
      <dgm:prSet/>
      <dgm:spPr/>
      <dgm:t>
        <a:bodyPr/>
        <a:lstStyle/>
        <a:p>
          <a:endParaRPr lang="en-US"/>
        </a:p>
      </dgm:t>
    </dgm:pt>
    <dgm:pt modelId="{C50EB458-21C5-4B61-B0F4-26830AB213A3}">
      <dgm:prSet custT="1"/>
      <dgm:spPr/>
      <dgm:t>
        <a:bodyPr/>
        <a:lstStyle/>
        <a:p>
          <a:r>
            <a:rPr lang="en-US" sz="1200" b="1"/>
            <a:t>Mean RMSE of Hybrid Model: 12.14</a:t>
          </a:r>
          <a:endParaRPr lang="en-US" sz="1200" b="1">
            <a:latin typeface="+mj-lt"/>
          </a:endParaRPr>
        </a:p>
      </dgm:t>
    </dgm:pt>
    <dgm:pt modelId="{C42CDFE5-659B-4311-A100-A68FF9C9D8D6}" type="parTrans" cxnId="{1CE3F603-B7A9-4DC7-963D-2FECA244EEFC}">
      <dgm:prSet/>
      <dgm:spPr/>
      <dgm:t>
        <a:bodyPr/>
        <a:lstStyle/>
        <a:p>
          <a:endParaRPr lang="en-US"/>
        </a:p>
      </dgm:t>
    </dgm:pt>
    <dgm:pt modelId="{0BEF86A4-3B52-403B-A6AC-9FE2B155F041}" type="sibTrans" cxnId="{1CE3F603-B7A9-4DC7-963D-2FECA244EEFC}">
      <dgm:prSet/>
      <dgm:spPr/>
      <dgm:t>
        <a:bodyPr/>
        <a:lstStyle/>
        <a:p>
          <a:endParaRPr lang="en-US"/>
        </a:p>
      </dgm:t>
    </dgm:pt>
    <dgm:pt modelId="{F57A03F3-2F45-49B5-9879-8510C4396711}">
      <dgm:prSet custT="1"/>
      <dgm:spPr/>
      <dgm:t>
        <a:bodyPr/>
        <a:lstStyle/>
        <a:p>
          <a:r>
            <a:rPr lang="en-US" sz="1200" b="1"/>
            <a:t>Notable improvement over Prophet’s solo performance under cross-validation.</a:t>
          </a:r>
          <a:endParaRPr lang="en-US" sz="1200" b="1">
            <a:latin typeface="+mj-lt"/>
          </a:endParaRPr>
        </a:p>
      </dgm:t>
    </dgm:pt>
    <dgm:pt modelId="{3455FD2C-640E-4AD6-A20B-012D8B3E225E}" type="parTrans" cxnId="{C7F7635A-7779-49EF-A87A-A9A5B8D5DD6F}">
      <dgm:prSet/>
      <dgm:spPr/>
      <dgm:t>
        <a:bodyPr/>
        <a:lstStyle/>
        <a:p>
          <a:endParaRPr lang="en-US"/>
        </a:p>
      </dgm:t>
    </dgm:pt>
    <dgm:pt modelId="{63027134-6B33-46DA-BA5A-90A9D7D06617}" type="sibTrans" cxnId="{C7F7635A-7779-49EF-A87A-A9A5B8D5DD6F}">
      <dgm:prSet/>
      <dgm:spPr/>
      <dgm:t>
        <a:bodyPr/>
        <a:lstStyle/>
        <a:p>
          <a:endParaRPr lang="en-US"/>
        </a:p>
      </dgm:t>
    </dgm:pt>
    <dgm:pt modelId="{E0C222DD-5CFF-4CF9-9A93-AF44B401DD84}">
      <dgm:prSet custT="1"/>
      <dgm:spPr/>
      <dgm:t>
        <a:bodyPr/>
        <a:lstStyle/>
        <a:p>
          <a:r>
            <a:rPr lang="en-US" sz="1200" b="1"/>
            <a:t>Mean RMSE of Hybrid Model on Holdout: </a:t>
          </a:r>
          <a:r>
            <a:rPr lang="en-US" sz="1100" b="1"/>
            <a:t>10.75</a:t>
          </a:r>
          <a:endParaRPr lang="en-US" sz="1200" b="1">
            <a:sym typeface="Arial"/>
          </a:endParaRPr>
        </a:p>
      </dgm:t>
    </dgm:pt>
    <dgm:pt modelId="{8A6F450B-BFCB-44F7-9DB2-6A10A20E1271}" type="parTrans" cxnId="{774B459C-131A-4694-932B-B6BAAEFBFFED}">
      <dgm:prSet/>
      <dgm:spPr/>
      <dgm:t>
        <a:bodyPr/>
        <a:lstStyle/>
        <a:p>
          <a:endParaRPr lang="en-US"/>
        </a:p>
      </dgm:t>
    </dgm:pt>
    <dgm:pt modelId="{07A68EAE-D753-42B7-9277-2BAF739A98ED}" type="sibTrans" cxnId="{774B459C-131A-4694-932B-B6BAAEFBFFED}">
      <dgm:prSet/>
      <dgm:spPr/>
      <dgm:t>
        <a:bodyPr/>
        <a:lstStyle/>
        <a:p>
          <a:endParaRPr lang="en-US"/>
        </a:p>
      </dgm:t>
    </dgm:pt>
    <dgm:pt modelId="{09CF3A6F-1898-4490-A47E-C75BD1EE43BC}" type="pres">
      <dgm:prSet presAssocID="{0B1D3F38-52DE-49DA-9D6A-A56B3D6EC491}" presName="vert0" presStyleCnt="0">
        <dgm:presLayoutVars>
          <dgm:dir/>
          <dgm:animOne val="branch"/>
          <dgm:animLvl val="lvl"/>
        </dgm:presLayoutVars>
      </dgm:prSet>
      <dgm:spPr/>
    </dgm:pt>
    <dgm:pt modelId="{8C4B9449-07A2-4525-A788-EA873604FCC1}" type="pres">
      <dgm:prSet presAssocID="{5DD1082D-A489-4B0D-A311-3686ECD2CAB1}" presName="thickLine" presStyleLbl="alignNode1" presStyleIdx="0" presStyleCnt="4"/>
      <dgm:spPr/>
    </dgm:pt>
    <dgm:pt modelId="{518D0359-A4B4-4A77-B4F6-1183B9843689}" type="pres">
      <dgm:prSet presAssocID="{5DD1082D-A489-4B0D-A311-3686ECD2CAB1}" presName="horz1" presStyleCnt="0"/>
      <dgm:spPr/>
    </dgm:pt>
    <dgm:pt modelId="{CEB1BEE1-4FA3-41A2-919E-4F0E249B586F}" type="pres">
      <dgm:prSet presAssocID="{5DD1082D-A489-4B0D-A311-3686ECD2CAB1}" presName="tx1" presStyleLbl="revTx" presStyleIdx="0" presStyleCnt="4"/>
      <dgm:spPr/>
    </dgm:pt>
    <dgm:pt modelId="{EA3FDBAA-5D73-4D33-B1D8-FB9B475AA035}" type="pres">
      <dgm:prSet presAssocID="{5DD1082D-A489-4B0D-A311-3686ECD2CAB1}" presName="vert1" presStyleCnt="0"/>
      <dgm:spPr/>
    </dgm:pt>
    <dgm:pt modelId="{E59D2396-1207-4167-8489-586F074C0588}" type="pres">
      <dgm:prSet presAssocID="{C50EB458-21C5-4B61-B0F4-26830AB213A3}" presName="thickLine" presStyleLbl="alignNode1" presStyleIdx="1" presStyleCnt="4"/>
      <dgm:spPr/>
    </dgm:pt>
    <dgm:pt modelId="{021410D8-40B8-4E41-90D8-FFC848A11146}" type="pres">
      <dgm:prSet presAssocID="{C50EB458-21C5-4B61-B0F4-26830AB213A3}" presName="horz1" presStyleCnt="0"/>
      <dgm:spPr/>
    </dgm:pt>
    <dgm:pt modelId="{6783BB47-A224-4F81-917B-463705EDC1DD}" type="pres">
      <dgm:prSet presAssocID="{C50EB458-21C5-4B61-B0F4-26830AB213A3}" presName="tx1" presStyleLbl="revTx" presStyleIdx="1" presStyleCnt="4"/>
      <dgm:spPr/>
    </dgm:pt>
    <dgm:pt modelId="{2EBDCB71-39AB-4035-8CF7-558E42876072}" type="pres">
      <dgm:prSet presAssocID="{C50EB458-21C5-4B61-B0F4-26830AB213A3}" presName="vert1" presStyleCnt="0"/>
      <dgm:spPr/>
    </dgm:pt>
    <dgm:pt modelId="{333EF866-6E1E-41F1-8B8D-77656EDB2FEA}" type="pres">
      <dgm:prSet presAssocID="{E0C222DD-5CFF-4CF9-9A93-AF44B401DD84}" presName="thickLine" presStyleLbl="alignNode1" presStyleIdx="2" presStyleCnt="4"/>
      <dgm:spPr/>
    </dgm:pt>
    <dgm:pt modelId="{16FF67FB-0E46-4312-9BE9-786638DD4FCB}" type="pres">
      <dgm:prSet presAssocID="{E0C222DD-5CFF-4CF9-9A93-AF44B401DD84}" presName="horz1" presStyleCnt="0"/>
      <dgm:spPr/>
    </dgm:pt>
    <dgm:pt modelId="{AC6B1C5B-DD90-406A-8B25-54F27F81F211}" type="pres">
      <dgm:prSet presAssocID="{E0C222DD-5CFF-4CF9-9A93-AF44B401DD84}" presName="tx1" presStyleLbl="revTx" presStyleIdx="2" presStyleCnt="4"/>
      <dgm:spPr/>
    </dgm:pt>
    <dgm:pt modelId="{4EBD0933-4F33-422D-B64F-6B8800AB467C}" type="pres">
      <dgm:prSet presAssocID="{E0C222DD-5CFF-4CF9-9A93-AF44B401DD84}" presName="vert1" presStyleCnt="0"/>
      <dgm:spPr/>
    </dgm:pt>
    <dgm:pt modelId="{D4BA6D64-FA71-4FEE-A20D-41D9EA65F530}" type="pres">
      <dgm:prSet presAssocID="{F57A03F3-2F45-49B5-9879-8510C4396711}" presName="thickLine" presStyleLbl="alignNode1" presStyleIdx="3" presStyleCnt="4"/>
      <dgm:spPr/>
    </dgm:pt>
    <dgm:pt modelId="{FD77207D-E8CD-48E5-9BFC-1BB7F31042C8}" type="pres">
      <dgm:prSet presAssocID="{F57A03F3-2F45-49B5-9879-8510C4396711}" presName="horz1" presStyleCnt="0"/>
      <dgm:spPr/>
    </dgm:pt>
    <dgm:pt modelId="{4DA58298-31C9-4CE8-AB5F-797829044FBB}" type="pres">
      <dgm:prSet presAssocID="{F57A03F3-2F45-49B5-9879-8510C4396711}" presName="tx1" presStyleLbl="revTx" presStyleIdx="3" presStyleCnt="4"/>
      <dgm:spPr/>
    </dgm:pt>
    <dgm:pt modelId="{150E5AF8-5029-488C-8C96-B126557439B8}" type="pres">
      <dgm:prSet presAssocID="{F57A03F3-2F45-49B5-9879-8510C4396711}" presName="vert1" presStyleCnt="0"/>
      <dgm:spPr/>
    </dgm:pt>
  </dgm:ptLst>
  <dgm:cxnLst>
    <dgm:cxn modelId="{1CE3F603-B7A9-4DC7-963D-2FECA244EEFC}" srcId="{0B1D3F38-52DE-49DA-9D6A-A56B3D6EC491}" destId="{C50EB458-21C5-4B61-B0F4-26830AB213A3}" srcOrd="1" destOrd="0" parTransId="{C42CDFE5-659B-4311-A100-A68FF9C9D8D6}" sibTransId="{0BEF86A4-3B52-403B-A6AC-9FE2B155F041}"/>
    <dgm:cxn modelId="{6F9EF112-8AE4-41B1-B7F7-A46B79F327AF}" type="presOf" srcId="{0B1D3F38-52DE-49DA-9D6A-A56B3D6EC491}" destId="{09CF3A6F-1898-4490-A47E-C75BD1EE43BC}" srcOrd="0" destOrd="0" presId="urn:microsoft.com/office/officeart/2008/layout/LinedList"/>
    <dgm:cxn modelId="{FD59621A-20FE-4907-BB23-78F794235DF1}" srcId="{0B1D3F38-52DE-49DA-9D6A-A56B3D6EC491}" destId="{5DD1082D-A489-4B0D-A311-3686ECD2CAB1}" srcOrd="0" destOrd="0" parTransId="{CF2E420D-5E55-4649-8158-52D05AC089D1}" sibTransId="{1B3E886B-4DD9-46F3-B6E5-024808C055B2}"/>
    <dgm:cxn modelId="{4139ED25-451F-4885-8C9F-BEB367E25906}" type="presOf" srcId="{C50EB458-21C5-4B61-B0F4-26830AB213A3}" destId="{6783BB47-A224-4F81-917B-463705EDC1DD}" srcOrd="0" destOrd="0" presId="urn:microsoft.com/office/officeart/2008/layout/LinedList"/>
    <dgm:cxn modelId="{B12B3D30-76F0-46C1-BBB4-CFE8366B6256}" type="presOf" srcId="{5DD1082D-A489-4B0D-A311-3686ECD2CAB1}" destId="{CEB1BEE1-4FA3-41A2-919E-4F0E249B586F}" srcOrd="0" destOrd="0" presId="urn:microsoft.com/office/officeart/2008/layout/LinedList"/>
    <dgm:cxn modelId="{211C8F67-E0C6-4542-8B16-6EED3202D18B}" type="presOf" srcId="{F57A03F3-2F45-49B5-9879-8510C4396711}" destId="{4DA58298-31C9-4CE8-AB5F-797829044FBB}" srcOrd="0" destOrd="0" presId="urn:microsoft.com/office/officeart/2008/layout/LinedList"/>
    <dgm:cxn modelId="{C7F7635A-7779-49EF-A87A-A9A5B8D5DD6F}" srcId="{0B1D3F38-52DE-49DA-9D6A-A56B3D6EC491}" destId="{F57A03F3-2F45-49B5-9879-8510C4396711}" srcOrd="3" destOrd="0" parTransId="{3455FD2C-640E-4AD6-A20B-012D8B3E225E}" sibTransId="{63027134-6B33-46DA-BA5A-90A9D7D06617}"/>
    <dgm:cxn modelId="{4D48DB93-62CA-45E6-889B-836E54463E65}" type="presOf" srcId="{E0C222DD-5CFF-4CF9-9A93-AF44B401DD84}" destId="{AC6B1C5B-DD90-406A-8B25-54F27F81F211}" srcOrd="0" destOrd="0" presId="urn:microsoft.com/office/officeart/2008/layout/LinedList"/>
    <dgm:cxn modelId="{774B459C-131A-4694-932B-B6BAAEFBFFED}" srcId="{0B1D3F38-52DE-49DA-9D6A-A56B3D6EC491}" destId="{E0C222DD-5CFF-4CF9-9A93-AF44B401DD84}" srcOrd="2" destOrd="0" parTransId="{8A6F450B-BFCB-44F7-9DB2-6A10A20E1271}" sibTransId="{07A68EAE-D753-42B7-9277-2BAF739A98ED}"/>
    <dgm:cxn modelId="{74947F9F-E59E-4B85-9940-26D39723DE5F}" type="presParOf" srcId="{09CF3A6F-1898-4490-A47E-C75BD1EE43BC}" destId="{8C4B9449-07A2-4525-A788-EA873604FCC1}" srcOrd="0" destOrd="0" presId="urn:microsoft.com/office/officeart/2008/layout/LinedList"/>
    <dgm:cxn modelId="{C2963317-EE54-4D68-8FD2-B038CBFFE50D}" type="presParOf" srcId="{09CF3A6F-1898-4490-A47E-C75BD1EE43BC}" destId="{518D0359-A4B4-4A77-B4F6-1183B9843689}" srcOrd="1" destOrd="0" presId="urn:microsoft.com/office/officeart/2008/layout/LinedList"/>
    <dgm:cxn modelId="{59F88AE9-039D-40CA-8AEB-73AC4A575CD4}" type="presParOf" srcId="{518D0359-A4B4-4A77-B4F6-1183B9843689}" destId="{CEB1BEE1-4FA3-41A2-919E-4F0E249B586F}" srcOrd="0" destOrd="0" presId="urn:microsoft.com/office/officeart/2008/layout/LinedList"/>
    <dgm:cxn modelId="{622BD3AB-708A-44B6-9230-AD881CDCCCC5}" type="presParOf" srcId="{518D0359-A4B4-4A77-B4F6-1183B9843689}" destId="{EA3FDBAA-5D73-4D33-B1D8-FB9B475AA035}" srcOrd="1" destOrd="0" presId="urn:microsoft.com/office/officeart/2008/layout/LinedList"/>
    <dgm:cxn modelId="{A8E234FE-D7C0-4CC9-B76B-C98B664D8EEB}" type="presParOf" srcId="{09CF3A6F-1898-4490-A47E-C75BD1EE43BC}" destId="{E59D2396-1207-4167-8489-586F074C0588}" srcOrd="2" destOrd="0" presId="urn:microsoft.com/office/officeart/2008/layout/LinedList"/>
    <dgm:cxn modelId="{CCBD6944-40BF-4C80-9A94-58626297B9C7}" type="presParOf" srcId="{09CF3A6F-1898-4490-A47E-C75BD1EE43BC}" destId="{021410D8-40B8-4E41-90D8-FFC848A11146}" srcOrd="3" destOrd="0" presId="urn:microsoft.com/office/officeart/2008/layout/LinedList"/>
    <dgm:cxn modelId="{1902031B-0A41-47F5-831B-D8BEA6BC03E0}" type="presParOf" srcId="{021410D8-40B8-4E41-90D8-FFC848A11146}" destId="{6783BB47-A224-4F81-917B-463705EDC1DD}" srcOrd="0" destOrd="0" presId="urn:microsoft.com/office/officeart/2008/layout/LinedList"/>
    <dgm:cxn modelId="{96372DD8-EEAD-418D-813F-17AB7478A79B}" type="presParOf" srcId="{021410D8-40B8-4E41-90D8-FFC848A11146}" destId="{2EBDCB71-39AB-4035-8CF7-558E42876072}" srcOrd="1" destOrd="0" presId="urn:microsoft.com/office/officeart/2008/layout/LinedList"/>
    <dgm:cxn modelId="{8D27629D-5FCA-4BDF-B14E-A4CD6F9F4E37}" type="presParOf" srcId="{09CF3A6F-1898-4490-A47E-C75BD1EE43BC}" destId="{333EF866-6E1E-41F1-8B8D-77656EDB2FEA}" srcOrd="4" destOrd="0" presId="urn:microsoft.com/office/officeart/2008/layout/LinedList"/>
    <dgm:cxn modelId="{36D36D86-E7D8-40A7-8071-0A6E81EA6513}" type="presParOf" srcId="{09CF3A6F-1898-4490-A47E-C75BD1EE43BC}" destId="{16FF67FB-0E46-4312-9BE9-786638DD4FCB}" srcOrd="5" destOrd="0" presId="urn:microsoft.com/office/officeart/2008/layout/LinedList"/>
    <dgm:cxn modelId="{B71F6182-BBE8-45C9-88C8-F77AD26EEC03}" type="presParOf" srcId="{16FF67FB-0E46-4312-9BE9-786638DD4FCB}" destId="{AC6B1C5B-DD90-406A-8B25-54F27F81F211}" srcOrd="0" destOrd="0" presId="urn:microsoft.com/office/officeart/2008/layout/LinedList"/>
    <dgm:cxn modelId="{A9738725-C9D6-49E4-A51A-6017604DDD88}" type="presParOf" srcId="{16FF67FB-0E46-4312-9BE9-786638DD4FCB}" destId="{4EBD0933-4F33-422D-B64F-6B8800AB467C}" srcOrd="1" destOrd="0" presId="urn:microsoft.com/office/officeart/2008/layout/LinedList"/>
    <dgm:cxn modelId="{884AD70F-B80A-4101-9D5E-8B6E2BDDE8C5}" type="presParOf" srcId="{09CF3A6F-1898-4490-A47E-C75BD1EE43BC}" destId="{D4BA6D64-FA71-4FEE-A20D-41D9EA65F530}" srcOrd="6" destOrd="0" presId="urn:microsoft.com/office/officeart/2008/layout/LinedList"/>
    <dgm:cxn modelId="{BD7A8BC7-183B-4F52-BEAD-8331470B48AC}" type="presParOf" srcId="{09CF3A6F-1898-4490-A47E-C75BD1EE43BC}" destId="{FD77207D-E8CD-48E5-9BFC-1BB7F31042C8}" srcOrd="7" destOrd="0" presId="urn:microsoft.com/office/officeart/2008/layout/LinedList"/>
    <dgm:cxn modelId="{D4C6B034-84BB-486B-A2A0-D8DF73CBEAD8}" type="presParOf" srcId="{FD77207D-E8CD-48E5-9BFC-1BB7F31042C8}" destId="{4DA58298-31C9-4CE8-AB5F-797829044FBB}" srcOrd="0" destOrd="0" presId="urn:microsoft.com/office/officeart/2008/layout/LinedList"/>
    <dgm:cxn modelId="{C7AAB104-3DC6-41EC-9B5C-1F40E830DCC6}" type="presParOf" srcId="{FD77207D-E8CD-48E5-9BFC-1BB7F31042C8}" destId="{150E5AF8-5029-488C-8C96-B126557439B8}" srcOrd="1" destOrd="0" presId="urn:microsoft.com/office/officeart/2008/layout/LinedList"/>
  </dgm:cxnLst>
  <dgm:bg>
    <a:solidFill>
      <a:srgbClr val="84E291"/>
    </a:solidFill>
    <a:effectLst>
      <a:outerShdw blurRad="50800" dist="38100" dir="16200000" rotWithShape="0">
        <a:schemeClr val="accent4">
          <a:alpha val="97000"/>
        </a:schemeClr>
      </a:outerShdw>
    </a:effectLst>
  </dgm:bg>
  <dgm:whole>
    <a:ln w="38100">
      <a:solidFill>
        <a:schemeClr val="tx2">
          <a:alpha val="20000"/>
        </a:schemeClr>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B1D3F38-52DE-49DA-9D6A-A56B3D6EC491}" type="doc">
      <dgm:prSet loTypeId="urn:microsoft.com/office/officeart/2008/layout/LinedList" loCatId="list" qsTypeId="urn:microsoft.com/office/officeart/2005/8/quickstyle/simple1" qsCatId="simple" csTypeId="urn:microsoft.com/office/officeart/2005/8/colors/accent1_5" csCatId="accent1" phldr="1"/>
      <dgm:spPr/>
      <dgm:t>
        <a:bodyPr/>
        <a:lstStyle/>
        <a:p>
          <a:endParaRPr lang="en-US"/>
        </a:p>
      </dgm:t>
    </dgm:pt>
    <dgm:pt modelId="{5DD1082D-A489-4B0D-A311-3686ECD2CAB1}">
      <dgm:prSet custT="1"/>
      <dgm:spPr/>
      <dgm:t>
        <a:bodyPr/>
        <a:lstStyle/>
        <a:p>
          <a:r>
            <a:rPr lang="en-US" sz="1200" b="1">
              <a:latin typeface="+mj-lt"/>
            </a:rPr>
            <a:t>Model Selection: </a:t>
          </a:r>
          <a:r>
            <a:rPr lang="en-US" sz="1200" b="1" err="1">
              <a:latin typeface="+mj-lt"/>
            </a:rPr>
            <a:t>NeuralProphet</a:t>
          </a:r>
          <a:endParaRPr lang="en-US" sz="1200" b="1">
            <a:latin typeface="+mj-lt"/>
          </a:endParaRPr>
        </a:p>
      </dgm:t>
    </dgm:pt>
    <dgm:pt modelId="{CF2E420D-5E55-4649-8158-52D05AC089D1}" type="parTrans" cxnId="{FD59621A-20FE-4907-BB23-78F794235DF1}">
      <dgm:prSet/>
      <dgm:spPr/>
      <dgm:t>
        <a:bodyPr/>
        <a:lstStyle/>
        <a:p>
          <a:endParaRPr lang="en-US"/>
        </a:p>
      </dgm:t>
    </dgm:pt>
    <dgm:pt modelId="{1B3E886B-4DD9-46F3-B6E5-024808C055B2}" type="sibTrans" cxnId="{FD59621A-20FE-4907-BB23-78F794235DF1}">
      <dgm:prSet/>
      <dgm:spPr/>
      <dgm:t>
        <a:bodyPr/>
        <a:lstStyle/>
        <a:p>
          <a:endParaRPr lang="en-US"/>
        </a:p>
      </dgm:t>
    </dgm:pt>
    <dgm:pt modelId="{C50EB458-21C5-4B61-B0F4-26830AB213A3}">
      <dgm:prSet custT="1"/>
      <dgm:spPr/>
      <dgm:t>
        <a:bodyPr/>
        <a:lstStyle/>
        <a:p>
          <a:r>
            <a:rPr lang="en-US" sz="1200" b="1"/>
            <a:t>Mean RMSE of </a:t>
          </a:r>
          <a:r>
            <a:rPr lang="en-US" sz="1200" b="1" err="1"/>
            <a:t>NeuralProphet</a:t>
          </a:r>
          <a:r>
            <a:rPr lang="en-US" sz="1200" b="1"/>
            <a:t>: 7.12</a:t>
          </a:r>
          <a:endParaRPr lang="en-US" sz="1200" b="1">
            <a:latin typeface="+mj-lt"/>
          </a:endParaRPr>
        </a:p>
      </dgm:t>
    </dgm:pt>
    <dgm:pt modelId="{C42CDFE5-659B-4311-A100-A68FF9C9D8D6}" type="parTrans" cxnId="{1CE3F603-B7A9-4DC7-963D-2FECA244EEFC}">
      <dgm:prSet/>
      <dgm:spPr/>
      <dgm:t>
        <a:bodyPr/>
        <a:lstStyle/>
        <a:p>
          <a:endParaRPr lang="en-US"/>
        </a:p>
      </dgm:t>
    </dgm:pt>
    <dgm:pt modelId="{0BEF86A4-3B52-403B-A6AC-9FE2B155F041}" type="sibTrans" cxnId="{1CE3F603-B7A9-4DC7-963D-2FECA244EEFC}">
      <dgm:prSet/>
      <dgm:spPr/>
      <dgm:t>
        <a:bodyPr/>
        <a:lstStyle/>
        <a:p>
          <a:endParaRPr lang="en-US"/>
        </a:p>
      </dgm:t>
    </dgm:pt>
    <dgm:pt modelId="{F57A03F3-2F45-49B5-9879-8510C4396711}">
      <dgm:prSet custT="1"/>
      <dgm:spPr/>
      <dgm:t>
        <a:bodyPr/>
        <a:lstStyle/>
        <a:p>
          <a:r>
            <a:rPr lang="en-US" sz="1200"/>
            <a:t>The improvement of </a:t>
          </a:r>
          <a:r>
            <a:rPr lang="en-US" sz="1200" err="1"/>
            <a:t>NeuralProphet</a:t>
          </a:r>
          <a:r>
            <a:rPr lang="en-US" sz="1200"/>
            <a:t> is not drastic, but given Brooklyn’s size, the improvements can be valuable.</a:t>
          </a:r>
          <a:endParaRPr lang="en-US" sz="1200" b="1">
            <a:latin typeface="+mj-lt"/>
          </a:endParaRPr>
        </a:p>
      </dgm:t>
    </dgm:pt>
    <dgm:pt modelId="{3455FD2C-640E-4AD6-A20B-012D8B3E225E}" type="parTrans" cxnId="{C7F7635A-7779-49EF-A87A-A9A5B8D5DD6F}">
      <dgm:prSet/>
      <dgm:spPr/>
      <dgm:t>
        <a:bodyPr/>
        <a:lstStyle/>
        <a:p>
          <a:endParaRPr lang="en-US"/>
        </a:p>
      </dgm:t>
    </dgm:pt>
    <dgm:pt modelId="{63027134-6B33-46DA-BA5A-90A9D7D06617}" type="sibTrans" cxnId="{C7F7635A-7779-49EF-A87A-A9A5B8D5DD6F}">
      <dgm:prSet/>
      <dgm:spPr/>
      <dgm:t>
        <a:bodyPr/>
        <a:lstStyle/>
        <a:p>
          <a:endParaRPr lang="en-US"/>
        </a:p>
      </dgm:t>
    </dgm:pt>
    <dgm:pt modelId="{5009491E-716F-4B3F-9E3B-A1CB30673870}">
      <dgm:prSet custT="1"/>
      <dgm:spPr/>
      <dgm:t>
        <a:bodyPr/>
        <a:lstStyle/>
        <a:p>
          <a:r>
            <a:rPr lang="en-US" sz="1200" b="1"/>
            <a:t>Mean RMSE of </a:t>
          </a:r>
          <a:r>
            <a:rPr lang="en-US" sz="1200" b="1" err="1"/>
            <a:t>NeuralProphet</a:t>
          </a:r>
          <a:r>
            <a:rPr lang="en-US" sz="1200" b="1"/>
            <a:t> on Holdout: 6.24 </a:t>
          </a:r>
        </a:p>
      </dgm:t>
    </dgm:pt>
    <dgm:pt modelId="{C46A7DAC-FAC1-4A26-A659-0E16315A90F5}" type="parTrans" cxnId="{0CB9D328-02B4-49DC-B9BA-8F5C413587A6}">
      <dgm:prSet/>
      <dgm:spPr/>
      <dgm:t>
        <a:bodyPr/>
        <a:lstStyle/>
        <a:p>
          <a:endParaRPr lang="en-US"/>
        </a:p>
      </dgm:t>
    </dgm:pt>
    <dgm:pt modelId="{8D073899-BD12-4D8C-AB39-12DC517C6A9A}" type="sibTrans" cxnId="{0CB9D328-02B4-49DC-B9BA-8F5C413587A6}">
      <dgm:prSet/>
      <dgm:spPr/>
      <dgm:t>
        <a:bodyPr/>
        <a:lstStyle/>
        <a:p>
          <a:endParaRPr lang="en-US"/>
        </a:p>
      </dgm:t>
    </dgm:pt>
    <dgm:pt modelId="{09CF3A6F-1898-4490-A47E-C75BD1EE43BC}" type="pres">
      <dgm:prSet presAssocID="{0B1D3F38-52DE-49DA-9D6A-A56B3D6EC491}" presName="vert0" presStyleCnt="0">
        <dgm:presLayoutVars>
          <dgm:dir/>
          <dgm:animOne val="branch"/>
          <dgm:animLvl val="lvl"/>
        </dgm:presLayoutVars>
      </dgm:prSet>
      <dgm:spPr/>
    </dgm:pt>
    <dgm:pt modelId="{8C4B9449-07A2-4525-A788-EA873604FCC1}" type="pres">
      <dgm:prSet presAssocID="{5DD1082D-A489-4B0D-A311-3686ECD2CAB1}" presName="thickLine" presStyleLbl="alignNode1" presStyleIdx="0" presStyleCnt="4"/>
      <dgm:spPr/>
    </dgm:pt>
    <dgm:pt modelId="{518D0359-A4B4-4A77-B4F6-1183B9843689}" type="pres">
      <dgm:prSet presAssocID="{5DD1082D-A489-4B0D-A311-3686ECD2CAB1}" presName="horz1" presStyleCnt="0"/>
      <dgm:spPr/>
    </dgm:pt>
    <dgm:pt modelId="{CEB1BEE1-4FA3-41A2-919E-4F0E249B586F}" type="pres">
      <dgm:prSet presAssocID="{5DD1082D-A489-4B0D-A311-3686ECD2CAB1}" presName="tx1" presStyleLbl="revTx" presStyleIdx="0" presStyleCnt="4"/>
      <dgm:spPr/>
    </dgm:pt>
    <dgm:pt modelId="{EA3FDBAA-5D73-4D33-B1D8-FB9B475AA035}" type="pres">
      <dgm:prSet presAssocID="{5DD1082D-A489-4B0D-A311-3686ECD2CAB1}" presName="vert1" presStyleCnt="0"/>
      <dgm:spPr/>
    </dgm:pt>
    <dgm:pt modelId="{E59D2396-1207-4167-8489-586F074C0588}" type="pres">
      <dgm:prSet presAssocID="{C50EB458-21C5-4B61-B0F4-26830AB213A3}" presName="thickLine" presStyleLbl="alignNode1" presStyleIdx="1" presStyleCnt="4"/>
      <dgm:spPr/>
    </dgm:pt>
    <dgm:pt modelId="{021410D8-40B8-4E41-90D8-FFC848A11146}" type="pres">
      <dgm:prSet presAssocID="{C50EB458-21C5-4B61-B0F4-26830AB213A3}" presName="horz1" presStyleCnt="0"/>
      <dgm:spPr/>
    </dgm:pt>
    <dgm:pt modelId="{6783BB47-A224-4F81-917B-463705EDC1DD}" type="pres">
      <dgm:prSet presAssocID="{C50EB458-21C5-4B61-B0F4-26830AB213A3}" presName="tx1" presStyleLbl="revTx" presStyleIdx="1" presStyleCnt="4"/>
      <dgm:spPr/>
    </dgm:pt>
    <dgm:pt modelId="{2EBDCB71-39AB-4035-8CF7-558E42876072}" type="pres">
      <dgm:prSet presAssocID="{C50EB458-21C5-4B61-B0F4-26830AB213A3}" presName="vert1" presStyleCnt="0"/>
      <dgm:spPr/>
    </dgm:pt>
    <dgm:pt modelId="{E9985133-8866-4265-8AF2-79749B3B02DE}" type="pres">
      <dgm:prSet presAssocID="{5009491E-716F-4B3F-9E3B-A1CB30673870}" presName="thickLine" presStyleLbl="alignNode1" presStyleIdx="2" presStyleCnt="4"/>
      <dgm:spPr/>
    </dgm:pt>
    <dgm:pt modelId="{DDCEF6DC-42E4-48AC-9DD7-61F7446588EC}" type="pres">
      <dgm:prSet presAssocID="{5009491E-716F-4B3F-9E3B-A1CB30673870}" presName="horz1" presStyleCnt="0"/>
      <dgm:spPr/>
    </dgm:pt>
    <dgm:pt modelId="{C85888CC-1EF5-45F0-840D-267E24EA975C}" type="pres">
      <dgm:prSet presAssocID="{5009491E-716F-4B3F-9E3B-A1CB30673870}" presName="tx1" presStyleLbl="revTx" presStyleIdx="2" presStyleCnt="4"/>
      <dgm:spPr/>
    </dgm:pt>
    <dgm:pt modelId="{E3271461-015F-4F92-8CA0-C19187E927CE}" type="pres">
      <dgm:prSet presAssocID="{5009491E-716F-4B3F-9E3B-A1CB30673870}" presName="vert1" presStyleCnt="0"/>
      <dgm:spPr/>
    </dgm:pt>
    <dgm:pt modelId="{D4BA6D64-FA71-4FEE-A20D-41D9EA65F530}" type="pres">
      <dgm:prSet presAssocID="{F57A03F3-2F45-49B5-9879-8510C4396711}" presName="thickLine" presStyleLbl="alignNode1" presStyleIdx="3" presStyleCnt="4"/>
      <dgm:spPr/>
    </dgm:pt>
    <dgm:pt modelId="{FD77207D-E8CD-48E5-9BFC-1BB7F31042C8}" type="pres">
      <dgm:prSet presAssocID="{F57A03F3-2F45-49B5-9879-8510C4396711}" presName="horz1" presStyleCnt="0"/>
      <dgm:spPr/>
    </dgm:pt>
    <dgm:pt modelId="{4DA58298-31C9-4CE8-AB5F-797829044FBB}" type="pres">
      <dgm:prSet presAssocID="{F57A03F3-2F45-49B5-9879-8510C4396711}" presName="tx1" presStyleLbl="revTx" presStyleIdx="3" presStyleCnt="4"/>
      <dgm:spPr/>
    </dgm:pt>
    <dgm:pt modelId="{150E5AF8-5029-488C-8C96-B126557439B8}" type="pres">
      <dgm:prSet presAssocID="{F57A03F3-2F45-49B5-9879-8510C4396711}" presName="vert1" presStyleCnt="0"/>
      <dgm:spPr/>
    </dgm:pt>
  </dgm:ptLst>
  <dgm:cxnLst>
    <dgm:cxn modelId="{1CE3F603-B7A9-4DC7-963D-2FECA244EEFC}" srcId="{0B1D3F38-52DE-49DA-9D6A-A56B3D6EC491}" destId="{C50EB458-21C5-4B61-B0F4-26830AB213A3}" srcOrd="1" destOrd="0" parTransId="{C42CDFE5-659B-4311-A100-A68FF9C9D8D6}" sibTransId="{0BEF86A4-3B52-403B-A6AC-9FE2B155F041}"/>
    <dgm:cxn modelId="{6F9EF112-8AE4-41B1-B7F7-A46B79F327AF}" type="presOf" srcId="{0B1D3F38-52DE-49DA-9D6A-A56B3D6EC491}" destId="{09CF3A6F-1898-4490-A47E-C75BD1EE43BC}" srcOrd="0" destOrd="0" presId="urn:microsoft.com/office/officeart/2008/layout/LinedList"/>
    <dgm:cxn modelId="{FD59621A-20FE-4907-BB23-78F794235DF1}" srcId="{0B1D3F38-52DE-49DA-9D6A-A56B3D6EC491}" destId="{5DD1082D-A489-4B0D-A311-3686ECD2CAB1}" srcOrd="0" destOrd="0" parTransId="{CF2E420D-5E55-4649-8158-52D05AC089D1}" sibTransId="{1B3E886B-4DD9-46F3-B6E5-024808C055B2}"/>
    <dgm:cxn modelId="{C0091F22-B90E-4A30-B6E0-937616E22DEB}" type="presOf" srcId="{5009491E-716F-4B3F-9E3B-A1CB30673870}" destId="{C85888CC-1EF5-45F0-840D-267E24EA975C}" srcOrd="0" destOrd="0" presId="urn:microsoft.com/office/officeart/2008/layout/LinedList"/>
    <dgm:cxn modelId="{4139ED25-451F-4885-8C9F-BEB367E25906}" type="presOf" srcId="{C50EB458-21C5-4B61-B0F4-26830AB213A3}" destId="{6783BB47-A224-4F81-917B-463705EDC1DD}" srcOrd="0" destOrd="0" presId="urn:microsoft.com/office/officeart/2008/layout/LinedList"/>
    <dgm:cxn modelId="{0CB9D328-02B4-49DC-B9BA-8F5C413587A6}" srcId="{0B1D3F38-52DE-49DA-9D6A-A56B3D6EC491}" destId="{5009491E-716F-4B3F-9E3B-A1CB30673870}" srcOrd="2" destOrd="0" parTransId="{C46A7DAC-FAC1-4A26-A659-0E16315A90F5}" sibTransId="{8D073899-BD12-4D8C-AB39-12DC517C6A9A}"/>
    <dgm:cxn modelId="{B12B3D30-76F0-46C1-BBB4-CFE8366B6256}" type="presOf" srcId="{5DD1082D-A489-4B0D-A311-3686ECD2CAB1}" destId="{CEB1BEE1-4FA3-41A2-919E-4F0E249B586F}" srcOrd="0" destOrd="0" presId="urn:microsoft.com/office/officeart/2008/layout/LinedList"/>
    <dgm:cxn modelId="{211C8F67-E0C6-4542-8B16-6EED3202D18B}" type="presOf" srcId="{F57A03F3-2F45-49B5-9879-8510C4396711}" destId="{4DA58298-31C9-4CE8-AB5F-797829044FBB}" srcOrd="0" destOrd="0" presId="urn:microsoft.com/office/officeart/2008/layout/LinedList"/>
    <dgm:cxn modelId="{C7F7635A-7779-49EF-A87A-A9A5B8D5DD6F}" srcId="{0B1D3F38-52DE-49DA-9D6A-A56B3D6EC491}" destId="{F57A03F3-2F45-49B5-9879-8510C4396711}" srcOrd="3" destOrd="0" parTransId="{3455FD2C-640E-4AD6-A20B-012D8B3E225E}" sibTransId="{63027134-6B33-46DA-BA5A-90A9D7D06617}"/>
    <dgm:cxn modelId="{74947F9F-E59E-4B85-9940-26D39723DE5F}" type="presParOf" srcId="{09CF3A6F-1898-4490-A47E-C75BD1EE43BC}" destId="{8C4B9449-07A2-4525-A788-EA873604FCC1}" srcOrd="0" destOrd="0" presId="urn:microsoft.com/office/officeart/2008/layout/LinedList"/>
    <dgm:cxn modelId="{C2963317-EE54-4D68-8FD2-B038CBFFE50D}" type="presParOf" srcId="{09CF3A6F-1898-4490-A47E-C75BD1EE43BC}" destId="{518D0359-A4B4-4A77-B4F6-1183B9843689}" srcOrd="1" destOrd="0" presId="urn:microsoft.com/office/officeart/2008/layout/LinedList"/>
    <dgm:cxn modelId="{59F88AE9-039D-40CA-8AEB-73AC4A575CD4}" type="presParOf" srcId="{518D0359-A4B4-4A77-B4F6-1183B9843689}" destId="{CEB1BEE1-4FA3-41A2-919E-4F0E249B586F}" srcOrd="0" destOrd="0" presId="urn:microsoft.com/office/officeart/2008/layout/LinedList"/>
    <dgm:cxn modelId="{622BD3AB-708A-44B6-9230-AD881CDCCCC5}" type="presParOf" srcId="{518D0359-A4B4-4A77-B4F6-1183B9843689}" destId="{EA3FDBAA-5D73-4D33-B1D8-FB9B475AA035}" srcOrd="1" destOrd="0" presId="urn:microsoft.com/office/officeart/2008/layout/LinedList"/>
    <dgm:cxn modelId="{A8E234FE-D7C0-4CC9-B76B-C98B664D8EEB}" type="presParOf" srcId="{09CF3A6F-1898-4490-A47E-C75BD1EE43BC}" destId="{E59D2396-1207-4167-8489-586F074C0588}" srcOrd="2" destOrd="0" presId="urn:microsoft.com/office/officeart/2008/layout/LinedList"/>
    <dgm:cxn modelId="{CCBD6944-40BF-4C80-9A94-58626297B9C7}" type="presParOf" srcId="{09CF3A6F-1898-4490-A47E-C75BD1EE43BC}" destId="{021410D8-40B8-4E41-90D8-FFC848A11146}" srcOrd="3" destOrd="0" presId="urn:microsoft.com/office/officeart/2008/layout/LinedList"/>
    <dgm:cxn modelId="{1902031B-0A41-47F5-831B-D8BEA6BC03E0}" type="presParOf" srcId="{021410D8-40B8-4E41-90D8-FFC848A11146}" destId="{6783BB47-A224-4F81-917B-463705EDC1DD}" srcOrd="0" destOrd="0" presId="urn:microsoft.com/office/officeart/2008/layout/LinedList"/>
    <dgm:cxn modelId="{96372DD8-EEAD-418D-813F-17AB7478A79B}" type="presParOf" srcId="{021410D8-40B8-4E41-90D8-FFC848A11146}" destId="{2EBDCB71-39AB-4035-8CF7-558E42876072}" srcOrd="1" destOrd="0" presId="urn:microsoft.com/office/officeart/2008/layout/LinedList"/>
    <dgm:cxn modelId="{B00147D2-BCCB-41BD-8AFA-938540EDB310}" type="presParOf" srcId="{09CF3A6F-1898-4490-A47E-C75BD1EE43BC}" destId="{E9985133-8866-4265-8AF2-79749B3B02DE}" srcOrd="4" destOrd="0" presId="urn:microsoft.com/office/officeart/2008/layout/LinedList"/>
    <dgm:cxn modelId="{14FFFB79-47C2-48DC-9598-7AFA2364BEE6}" type="presParOf" srcId="{09CF3A6F-1898-4490-A47E-C75BD1EE43BC}" destId="{DDCEF6DC-42E4-48AC-9DD7-61F7446588EC}" srcOrd="5" destOrd="0" presId="urn:microsoft.com/office/officeart/2008/layout/LinedList"/>
    <dgm:cxn modelId="{E713E310-B6BA-43AB-BB6D-D44A5CD2DC37}" type="presParOf" srcId="{DDCEF6DC-42E4-48AC-9DD7-61F7446588EC}" destId="{C85888CC-1EF5-45F0-840D-267E24EA975C}" srcOrd="0" destOrd="0" presId="urn:microsoft.com/office/officeart/2008/layout/LinedList"/>
    <dgm:cxn modelId="{2AB02F10-25A3-4798-AF13-A4226DF010F0}" type="presParOf" srcId="{DDCEF6DC-42E4-48AC-9DD7-61F7446588EC}" destId="{E3271461-015F-4F92-8CA0-C19187E927CE}" srcOrd="1" destOrd="0" presId="urn:microsoft.com/office/officeart/2008/layout/LinedList"/>
    <dgm:cxn modelId="{884AD70F-B80A-4101-9D5E-8B6E2BDDE8C5}" type="presParOf" srcId="{09CF3A6F-1898-4490-A47E-C75BD1EE43BC}" destId="{D4BA6D64-FA71-4FEE-A20D-41D9EA65F530}" srcOrd="6" destOrd="0" presId="urn:microsoft.com/office/officeart/2008/layout/LinedList"/>
    <dgm:cxn modelId="{BD7A8BC7-183B-4F52-BEAD-8331470B48AC}" type="presParOf" srcId="{09CF3A6F-1898-4490-A47E-C75BD1EE43BC}" destId="{FD77207D-E8CD-48E5-9BFC-1BB7F31042C8}" srcOrd="7" destOrd="0" presId="urn:microsoft.com/office/officeart/2008/layout/LinedList"/>
    <dgm:cxn modelId="{D4C6B034-84BB-486B-A2A0-D8DF73CBEAD8}" type="presParOf" srcId="{FD77207D-E8CD-48E5-9BFC-1BB7F31042C8}" destId="{4DA58298-31C9-4CE8-AB5F-797829044FBB}" srcOrd="0" destOrd="0" presId="urn:microsoft.com/office/officeart/2008/layout/LinedList"/>
    <dgm:cxn modelId="{C7AAB104-3DC6-41EC-9B5C-1F40E830DCC6}" type="presParOf" srcId="{FD77207D-E8CD-48E5-9BFC-1BB7F31042C8}" destId="{150E5AF8-5029-488C-8C96-B126557439B8}" srcOrd="1" destOrd="0" presId="urn:microsoft.com/office/officeart/2008/layout/LinedList"/>
  </dgm:cxnLst>
  <dgm:bg>
    <a:solidFill>
      <a:schemeClr val="accent5">
        <a:lumMod val="60000"/>
        <a:lumOff val="40000"/>
      </a:schemeClr>
    </a:solidFill>
    <a:effectLst>
      <a:outerShdw blurRad="50800" dist="38100" dir="16200000" rotWithShape="0">
        <a:schemeClr val="accent4">
          <a:alpha val="97000"/>
        </a:schemeClr>
      </a:outerShdw>
    </a:effectLst>
  </dgm:bg>
  <dgm:whole>
    <a:ln w="38100">
      <a:solidFill>
        <a:schemeClr val="tx2">
          <a:alpha val="20000"/>
        </a:schemeClr>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B1D3F38-52DE-49DA-9D6A-A56B3D6EC491}" type="doc">
      <dgm:prSet loTypeId="urn:microsoft.com/office/officeart/2008/layout/LinedList" loCatId="list" qsTypeId="urn:microsoft.com/office/officeart/2005/8/quickstyle/simple1" qsCatId="simple" csTypeId="urn:microsoft.com/office/officeart/2005/8/colors/accent0_1" csCatId="mainScheme" phldr="1"/>
      <dgm:spPr/>
      <dgm:t>
        <a:bodyPr/>
        <a:lstStyle/>
        <a:p>
          <a:endParaRPr lang="en-US"/>
        </a:p>
      </dgm:t>
    </dgm:pt>
    <dgm:pt modelId="{5DD1082D-A489-4B0D-A311-3686ECD2CAB1}">
      <dgm:prSet custT="1"/>
      <dgm:spPr/>
      <dgm:t>
        <a:bodyPr/>
        <a:lstStyle/>
        <a:p>
          <a:r>
            <a:rPr lang="en-US" sz="1200" b="1"/>
            <a:t>Model Selection: Prophet</a:t>
          </a:r>
        </a:p>
      </dgm:t>
    </dgm:pt>
    <dgm:pt modelId="{CF2E420D-5E55-4649-8158-52D05AC089D1}" type="parTrans" cxnId="{FD59621A-20FE-4907-BB23-78F794235DF1}">
      <dgm:prSet/>
      <dgm:spPr/>
      <dgm:t>
        <a:bodyPr/>
        <a:lstStyle/>
        <a:p>
          <a:endParaRPr lang="en-US"/>
        </a:p>
      </dgm:t>
    </dgm:pt>
    <dgm:pt modelId="{1B3E886B-4DD9-46F3-B6E5-024808C055B2}" type="sibTrans" cxnId="{FD59621A-20FE-4907-BB23-78F794235DF1}">
      <dgm:prSet/>
      <dgm:spPr/>
      <dgm:t>
        <a:bodyPr/>
        <a:lstStyle/>
        <a:p>
          <a:endParaRPr lang="en-US"/>
        </a:p>
      </dgm:t>
    </dgm:pt>
    <dgm:pt modelId="{C50EB458-21C5-4B61-B0F4-26830AB213A3}">
      <dgm:prSet custT="1"/>
      <dgm:spPr/>
      <dgm:t>
        <a:bodyPr/>
        <a:lstStyle/>
        <a:p>
          <a:r>
            <a:rPr lang="en-US" sz="1200" b="1"/>
            <a:t>Mean RMSE of Prophet: 4.58</a:t>
          </a:r>
        </a:p>
      </dgm:t>
    </dgm:pt>
    <dgm:pt modelId="{C42CDFE5-659B-4311-A100-A68FF9C9D8D6}" type="parTrans" cxnId="{1CE3F603-B7A9-4DC7-963D-2FECA244EEFC}">
      <dgm:prSet/>
      <dgm:spPr/>
      <dgm:t>
        <a:bodyPr/>
        <a:lstStyle/>
        <a:p>
          <a:endParaRPr lang="en-US"/>
        </a:p>
      </dgm:t>
    </dgm:pt>
    <dgm:pt modelId="{0BEF86A4-3B52-403B-A6AC-9FE2B155F041}" type="sibTrans" cxnId="{1CE3F603-B7A9-4DC7-963D-2FECA244EEFC}">
      <dgm:prSet/>
      <dgm:spPr/>
      <dgm:t>
        <a:bodyPr/>
        <a:lstStyle/>
        <a:p>
          <a:endParaRPr lang="en-US"/>
        </a:p>
      </dgm:t>
    </dgm:pt>
    <dgm:pt modelId="{BDD24EC2-69F4-4F60-B196-0B316C93A782}">
      <dgm:prSet custT="1"/>
      <dgm:spPr/>
      <dgm:t>
        <a:bodyPr/>
        <a:lstStyle/>
        <a:p>
          <a:r>
            <a:rPr lang="en-US" sz="1200" b="1"/>
            <a:t>Mean RMSE of Prophet on Holdout: 4.86</a:t>
          </a:r>
        </a:p>
      </dgm:t>
    </dgm:pt>
    <dgm:pt modelId="{C4EADCEB-B9F1-44F1-ACD7-41EC9BC6CD85}" type="parTrans" cxnId="{2566E02A-D4B8-4CB6-A1C4-46DC392790D6}">
      <dgm:prSet/>
      <dgm:spPr/>
      <dgm:t>
        <a:bodyPr/>
        <a:lstStyle/>
        <a:p>
          <a:endParaRPr lang="en-US"/>
        </a:p>
      </dgm:t>
    </dgm:pt>
    <dgm:pt modelId="{F40AC54C-9A0E-4515-AB89-FB6E38696FF1}" type="sibTrans" cxnId="{2566E02A-D4B8-4CB6-A1C4-46DC392790D6}">
      <dgm:prSet/>
      <dgm:spPr/>
      <dgm:t>
        <a:bodyPr/>
        <a:lstStyle/>
        <a:p>
          <a:endParaRPr lang="en-US"/>
        </a:p>
      </dgm:t>
    </dgm:pt>
    <dgm:pt modelId="{F57A03F3-2F45-49B5-9879-8510C4396711}">
      <dgm:prSet custT="1"/>
      <dgm:spPr/>
      <dgm:t>
        <a:bodyPr/>
        <a:lstStyle/>
        <a:p>
          <a:r>
            <a:rPr lang="en-US" sz="1200" b="1"/>
            <a:t>Beat second place SARIMA at 4.98 in the 26-fold walk-forward validation.</a:t>
          </a:r>
        </a:p>
      </dgm:t>
    </dgm:pt>
    <dgm:pt modelId="{3455FD2C-640E-4AD6-A20B-012D8B3E225E}" type="parTrans" cxnId="{C7F7635A-7779-49EF-A87A-A9A5B8D5DD6F}">
      <dgm:prSet/>
      <dgm:spPr/>
      <dgm:t>
        <a:bodyPr/>
        <a:lstStyle/>
        <a:p>
          <a:endParaRPr lang="en-US"/>
        </a:p>
      </dgm:t>
    </dgm:pt>
    <dgm:pt modelId="{63027134-6B33-46DA-BA5A-90A9D7D06617}" type="sibTrans" cxnId="{C7F7635A-7779-49EF-A87A-A9A5B8D5DD6F}">
      <dgm:prSet/>
      <dgm:spPr/>
      <dgm:t>
        <a:bodyPr/>
        <a:lstStyle/>
        <a:p>
          <a:endParaRPr lang="en-US"/>
        </a:p>
      </dgm:t>
    </dgm:pt>
    <dgm:pt modelId="{09CF3A6F-1898-4490-A47E-C75BD1EE43BC}" type="pres">
      <dgm:prSet presAssocID="{0B1D3F38-52DE-49DA-9D6A-A56B3D6EC491}" presName="vert0" presStyleCnt="0">
        <dgm:presLayoutVars>
          <dgm:dir/>
          <dgm:animOne val="branch"/>
          <dgm:animLvl val="lvl"/>
        </dgm:presLayoutVars>
      </dgm:prSet>
      <dgm:spPr/>
    </dgm:pt>
    <dgm:pt modelId="{8C4B9449-07A2-4525-A788-EA873604FCC1}" type="pres">
      <dgm:prSet presAssocID="{5DD1082D-A489-4B0D-A311-3686ECD2CAB1}" presName="thickLine" presStyleLbl="alignNode1" presStyleIdx="0" presStyleCnt="4"/>
      <dgm:spPr/>
    </dgm:pt>
    <dgm:pt modelId="{518D0359-A4B4-4A77-B4F6-1183B9843689}" type="pres">
      <dgm:prSet presAssocID="{5DD1082D-A489-4B0D-A311-3686ECD2CAB1}" presName="horz1" presStyleCnt="0"/>
      <dgm:spPr/>
    </dgm:pt>
    <dgm:pt modelId="{CEB1BEE1-4FA3-41A2-919E-4F0E249B586F}" type="pres">
      <dgm:prSet presAssocID="{5DD1082D-A489-4B0D-A311-3686ECD2CAB1}" presName="tx1" presStyleLbl="revTx" presStyleIdx="0" presStyleCnt="4"/>
      <dgm:spPr/>
    </dgm:pt>
    <dgm:pt modelId="{EA3FDBAA-5D73-4D33-B1D8-FB9B475AA035}" type="pres">
      <dgm:prSet presAssocID="{5DD1082D-A489-4B0D-A311-3686ECD2CAB1}" presName="vert1" presStyleCnt="0"/>
      <dgm:spPr/>
    </dgm:pt>
    <dgm:pt modelId="{E59D2396-1207-4167-8489-586F074C0588}" type="pres">
      <dgm:prSet presAssocID="{C50EB458-21C5-4B61-B0F4-26830AB213A3}" presName="thickLine" presStyleLbl="alignNode1" presStyleIdx="1" presStyleCnt="4"/>
      <dgm:spPr/>
    </dgm:pt>
    <dgm:pt modelId="{021410D8-40B8-4E41-90D8-FFC848A11146}" type="pres">
      <dgm:prSet presAssocID="{C50EB458-21C5-4B61-B0F4-26830AB213A3}" presName="horz1" presStyleCnt="0"/>
      <dgm:spPr/>
    </dgm:pt>
    <dgm:pt modelId="{6783BB47-A224-4F81-917B-463705EDC1DD}" type="pres">
      <dgm:prSet presAssocID="{C50EB458-21C5-4B61-B0F4-26830AB213A3}" presName="tx1" presStyleLbl="revTx" presStyleIdx="1" presStyleCnt="4"/>
      <dgm:spPr/>
    </dgm:pt>
    <dgm:pt modelId="{2EBDCB71-39AB-4035-8CF7-558E42876072}" type="pres">
      <dgm:prSet presAssocID="{C50EB458-21C5-4B61-B0F4-26830AB213A3}" presName="vert1" presStyleCnt="0"/>
      <dgm:spPr/>
    </dgm:pt>
    <dgm:pt modelId="{CABBB8D0-2334-4061-8C81-617776735D79}" type="pres">
      <dgm:prSet presAssocID="{BDD24EC2-69F4-4F60-B196-0B316C93A782}" presName="thickLine" presStyleLbl="alignNode1" presStyleIdx="2" presStyleCnt="4"/>
      <dgm:spPr/>
    </dgm:pt>
    <dgm:pt modelId="{8A13B775-0940-4FDC-8EA0-FB035583B8A5}" type="pres">
      <dgm:prSet presAssocID="{BDD24EC2-69F4-4F60-B196-0B316C93A782}" presName="horz1" presStyleCnt="0"/>
      <dgm:spPr/>
    </dgm:pt>
    <dgm:pt modelId="{24536402-1785-462A-8C1B-240C4BF4D7F1}" type="pres">
      <dgm:prSet presAssocID="{BDD24EC2-69F4-4F60-B196-0B316C93A782}" presName="tx1" presStyleLbl="revTx" presStyleIdx="2" presStyleCnt="4"/>
      <dgm:spPr/>
    </dgm:pt>
    <dgm:pt modelId="{12FFFE81-0E16-4538-A178-C943F6D03E20}" type="pres">
      <dgm:prSet presAssocID="{BDD24EC2-69F4-4F60-B196-0B316C93A782}" presName="vert1" presStyleCnt="0"/>
      <dgm:spPr/>
    </dgm:pt>
    <dgm:pt modelId="{D4BA6D64-FA71-4FEE-A20D-41D9EA65F530}" type="pres">
      <dgm:prSet presAssocID="{F57A03F3-2F45-49B5-9879-8510C4396711}" presName="thickLine" presStyleLbl="alignNode1" presStyleIdx="3" presStyleCnt="4"/>
      <dgm:spPr/>
    </dgm:pt>
    <dgm:pt modelId="{FD77207D-E8CD-48E5-9BFC-1BB7F31042C8}" type="pres">
      <dgm:prSet presAssocID="{F57A03F3-2F45-49B5-9879-8510C4396711}" presName="horz1" presStyleCnt="0"/>
      <dgm:spPr/>
    </dgm:pt>
    <dgm:pt modelId="{4DA58298-31C9-4CE8-AB5F-797829044FBB}" type="pres">
      <dgm:prSet presAssocID="{F57A03F3-2F45-49B5-9879-8510C4396711}" presName="tx1" presStyleLbl="revTx" presStyleIdx="3" presStyleCnt="4"/>
      <dgm:spPr/>
    </dgm:pt>
    <dgm:pt modelId="{150E5AF8-5029-488C-8C96-B126557439B8}" type="pres">
      <dgm:prSet presAssocID="{F57A03F3-2F45-49B5-9879-8510C4396711}" presName="vert1" presStyleCnt="0"/>
      <dgm:spPr/>
    </dgm:pt>
  </dgm:ptLst>
  <dgm:cxnLst>
    <dgm:cxn modelId="{1CE3F603-B7A9-4DC7-963D-2FECA244EEFC}" srcId="{0B1D3F38-52DE-49DA-9D6A-A56B3D6EC491}" destId="{C50EB458-21C5-4B61-B0F4-26830AB213A3}" srcOrd="1" destOrd="0" parTransId="{C42CDFE5-659B-4311-A100-A68FF9C9D8D6}" sibTransId="{0BEF86A4-3B52-403B-A6AC-9FE2B155F041}"/>
    <dgm:cxn modelId="{6F9EF112-8AE4-41B1-B7F7-A46B79F327AF}" type="presOf" srcId="{0B1D3F38-52DE-49DA-9D6A-A56B3D6EC491}" destId="{09CF3A6F-1898-4490-A47E-C75BD1EE43BC}" srcOrd="0" destOrd="0" presId="urn:microsoft.com/office/officeart/2008/layout/LinedList"/>
    <dgm:cxn modelId="{FD59621A-20FE-4907-BB23-78F794235DF1}" srcId="{0B1D3F38-52DE-49DA-9D6A-A56B3D6EC491}" destId="{5DD1082D-A489-4B0D-A311-3686ECD2CAB1}" srcOrd="0" destOrd="0" parTransId="{CF2E420D-5E55-4649-8158-52D05AC089D1}" sibTransId="{1B3E886B-4DD9-46F3-B6E5-024808C055B2}"/>
    <dgm:cxn modelId="{4139ED25-451F-4885-8C9F-BEB367E25906}" type="presOf" srcId="{C50EB458-21C5-4B61-B0F4-26830AB213A3}" destId="{6783BB47-A224-4F81-917B-463705EDC1DD}" srcOrd="0" destOrd="0" presId="urn:microsoft.com/office/officeart/2008/layout/LinedList"/>
    <dgm:cxn modelId="{2566E02A-D4B8-4CB6-A1C4-46DC392790D6}" srcId="{0B1D3F38-52DE-49DA-9D6A-A56B3D6EC491}" destId="{BDD24EC2-69F4-4F60-B196-0B316C93A782}" srcOrd="2" destOrd="0" parTransId="{C4EADCEB-B9F1-44F1-ACD7-41EC9BC6CD85}" sibTransId="{F40AC54C-9A0E-4515-AB89-FB6E38696FF1}"/>
    <dgm:cxn modelId="{B12B3D30-76F0-46C1-BBB4-CFE8366B6256}" type="presOf" srcId="{5DD1082D-A489-4B0D-A311-3686ECD2CAB1}" destId="{CEB1BEE1-4FA3-41A2-919E-4F0E249B586F}" srcOrd="0" destOrd="0" presId="urn:microsoft.com/office/officeart/2008/layout/LinedList"/>
    <dgm:cxn modelId="{9C521C60-ABA4-4D28-92C8-00AB198842A9}" type="presOf" srcId="{BDD24EC2-69F4-4F60-B196-0B316C93A782}" destId="{24536402-1785-462A-8C1B-240C4BF4D7F1}" srcOrd="0" destOrd="0" presId="urn:microsoft.com/office/officeart/2008/layout/LinedList"/>
    <dgm:cxn modelId="{211C8F67-E0C6-4542-8B16-6EED3202D18B}" type="presOf" srcId="{F57A03F3-2F45-49B5-9879-8510C4396711}" destId="{4DA58298-31C9-4CE8-AB5F-797829044FBB}" srcOrd="0" destOrd="0" presId="urn:microsoft.com/office/officeart/2008/layout/LinedList"/>
    <dgm:cxn modelId="{C7F7635A-7779-49EF-A87A-A9A5B8D5DD6F}" srcId="{0B1D3F38-52DE-49DA-9D6A-A56B3D6EC491}" destId="{F57A03F3-2F45-49B5-9879-8510C4396711}" srcOrd="3" destOrd="0" parTransId="{3455FD2C-640E-4AD6-A20B-012D8B3E225E}" sibTransId="{63027134-6B33-46DA-BA5A-90A9D7D06617}"/>
    <dgm:cxn modelId="{74947F9F-E59E-4B85-9940-26D39723DE5F}" type="presParOf" srcId="{09CF3A6F-1898-4490-A47E-C75BD1EE43BC}" destId="{8C4B9449-07A2-4525-A788-EA873604FCC1}" srcOrd="0" destOrd="0" presId="urn:microsoft.com/office/officeart/2008/layout/LinedList"/>
    <dgm:cxn modelId="{C2963317-EE54-4D68-8FD2-B038CBFFE50D}" type="presParOf" srcId="{09CF3A6F-1898-4490-A47E-C75BD1EE43BC}" destId="{518D0359-A4B4-4A77-B4F6-1183B9843689}" srcOrd="1" destOrd="0" presId="urn:microsoft.com/office/officeart/2008/layout/LinedList"/>
    <dgm:cxn modelId="{59F88AE9-039D-40CA-8AEB-73AC4A575CD4}" type="presParOf" srcId="{518D0359-A4B4-4A77-B4F6-1183B9843689}" destId="{CEB1BEE1-4FA3-41A2-919E-4F0E249B586F}" srcOrd="0" destOrd="0" presId="urn:microsoft.com/office/officeart/2008/layout/LinedList"/>
    <dgm:cxn modelId="{622BD3AB-708A-44B6-9230-AD881CDCCCC5}" type="presParOf" srcId="{518D0359-A4B4-4A77-B4F6-1183B9843689}" destId="{EA3FDBAA-5D73-4D33-B1D8-FB9B475AA035}" srcOrd="1" destOrd="0" presId="urn:microsoft.com/office/officeart/2008/layout/LinedList"/>
    <dgm:cxn modelId="{A8E234FE-D7C0-4CC9-B76B-C98B664D8EEB}" type="presParOf" srcId="{09CF3A6F-1898-4490-A47E-C75BD1EE43BC}" destId="{E59D2396-1207-4167-8489-586F074C0588}" srcOrd="2" destOrd="0" presId="urn:microsoft.com/office/officeart/2008/layout/LinedList"/>
    <dgm:cxn modelId="{CCBD6944-40BF-4C80-9A94-58626297B9C7}" type="presParOf" srcId="{09CF3A6F-1898-4490-A47E-C75BD1EE43BC}" destId="{021410D8-40B8-4E41-90D8-FFC848A11146}" srcOrd="3" destOrd="0" presId="urn:microsoft.com/office/officeart/2008/layout/LinedList"/>
    <dgm:cxn modelId="{1902031B-0A41-47F5-831B-D8BEA6BC03E0}" type="presParOf" srcId="{021410D8-40B8-4E41-90D8-FFC848A11146}" destId="{6783BB47-A224-4F81-917B-463705EDC1DD}" srcOrd="0" destOrd="0" presId="urn:microsoft.com/office/officeart/2008/layout/LinedList"/>
    <dgm:cxn modelId="{96372DD8-EEAD-418D-813F-17AB7478A79B}" type="presParOf" srcId="{021410D8-40B8-4E41-90D8-FFC848A11146}" destId="{2EBDCB71-39AB-4035-8CF7-558E42876072}" srcOrd="1" destOrd="0" presId="urn:microsoft.com/office/officeart/2008/layout/LinedList"/>
    <dgm:cxn modelId="{944256C7-40CF-42CE-A6F6-8059A3833905}" type="presParOf" srcId="{09CF3A6F-1898-4490-A47E-C75BD1EE43BC}" destId="{CABBB8D0-2334-4061-8C81-617776735D79}" srcOrd="4" destOrd="0" presId="urn:microsoft.com/office/officeart/2008/layout/LinedList"/>
    <dgm:cxn modelId="{6FD4B11D-2375-4441-8157-0EF8F0D1C82D}" type="presParOf" srcId="{09CF3A6F-1898-4490-A47E-C75BD1EE43BC}" destId="{8A13B775-0940-4FDC-8EA0-FB035583B8A5}" srcOrd="5" destOrd="0" presId="urn:microsoft.com/office/officeart/2008/layout/LinedList"/>
    <dgm:cxn modelId="{F102DB03-9BED-4CDA-95C9-4868B9E92C6F}" type="presParOf" srcId="{8A13B775-0940-4FDC-8EA0-FB035583B8A5}" destId="{24536402-1785-462A-8C1B-240C4BF4D7F1}" srcOrd="0" destOrd="0" presId="urn:microsoft.com/office/officeart/2008/layout/LinedList"/>
    <dgm:cxn modelId="{ACAF5C35-1475-46B5-8BDB-5DB4D0747879}" type="presParOf" srcId="{8A13B775-0940-4FDC-8EA0-FB035583B8A5}" destId="{12FFFE81-0E16-4538-A178-C943F6D03E20}" srcOrd="1" destOrd="0" presId="urn:microsoft.com/office/officeart/2008/layout/LinedList"/>
    <dgm:cxn modelId="{884AD70F-B80A-4101-9D5E-8B6E2BDDE8C5}" type="presParOf" srcId="{09CF3A6F-1898-4490-A47E-C75BD1EE43BC}" destId="{D4BA6D64-FA71-4FEE-A20D-41D9EA65F530}" srcOrd="6" destOrd="0" presId="urn:microsoft.com/office/officeart/2008/layout/LinedList"/>
    <dgm:cxn modelId="{BD7A8BC7-183B-4F52-BEAD-8331470B48AC}" type="presParOf" srcId="{09CF3A6F-1898-4490-A47E-C75BD1EE43BC}" destId="{FD77207D-E8CD-48E5-9BFC-1BB7F31042C8}" srcOrd="7" destOrd="0" presId="urn:microsoft.com/office/officeart/2008/layout/LinedList"/>
    <dgm:cxn modelId="{D4C6B034-84BB-486B-A2A0-D8DF73CBEAD8}" type="presParOf" srcId="{FD77207D-E8CD-48E5-9BFC-1BB7F31042C8}" destId="{4DA58298-31C9-4CE8-AB5F-797829044FBB}" srcOrd="0" destOrd="0" presId="urn:microsoft.com/office/officeart/2008/layout/LinedList"/>
    <dgm:cxn modelId="{C7AAB104-3DC6-41EC-9B5C-1F40E830DCC6}" type="presParOf" srcId="{FD77207D-E8CD-48E5-9BFC-1BB7F31042C8}" destId="{150E5AF8-5029-488C-8C96-B126557439B8}" srcOrd="1" destOrd="0" presId="urn:microsoft.com/office/officeart/2008/layout/LinedList"/>
  </dgm:cxnLst>
  <dgm:bg>
    <a:solidFill>
      <a:srgbClr val="FFC000"/>
    </a:solidFill>
    <a:effectLst>
      <a:outerShdw blurRad="50800" dist="38100" dir="16200000" rotWithShape="0">
        <a:schemeClr val="accent4">
          <a:alpha val="97000"/>
        </a:schemeClr>
      </a:outerShdw>
    </a:effectLst>
  </dgm:bg>
  <dgm:whole>
    <a:ln w="38100">
      <a:solidFill>
        <a:schemeClr val="tx2">
          <a:alpha val="2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B1D3F38-52DE-49DA-9D6A-A56B3D6EC491}" type="doc">
      <dgm:prSet loTypeId="urn:microsoft.com/office/officeart/2008/layout/LinedList" loCatId="list" qsTypeId="urn:microsoft.com/office/officeart/2005/8/quickstyle/simple1" qsCatId="simple" csTypeId="urn:microsoft.com/office/officeart/2005/8/colors/accent0_1" csCatId="mainScheme" phldr="1"/>
      <dgm:spPr/>
      <dgm:t>
        <a:bodyPr/>
        <a:lstStyle/>
        <a:p>
          <a:endParaRPr lang="en-US"/>
        </a:p>
      </dgm:t>
    </dgm:pt>
    <dgm:pt modelId="{5DD1082D-A489-4B0D-A311-3686ECD2CAB1}">
      <dgm:prSet custT="1"/>
      <dgm:spPr/>
      <dgm:t>
        <a:bodyPr/>
        <a:lstStyle/>
        <a:p>
          <a:r>
            <a:rPr lang="en-US" sz="1200" b="1">
              <a:latin typeface="+mj-lt"/>
            </a:rPr>
            <a:t>Model Selection: Prophet</a:t>
          </a:r>
        </a:p>
      </dgm:t>
    </dgm:pt>
    <dgm:pt modelId="{CF2E420D-5E55-4649-8158-52D05AC089D1}" type="parTrans" cxnId="{FD59621A-20FE-4907-BB23-78F794235DF1}">
      <dgm:prSet/>
      <dgm:spPr/>
      <dgm:t>
        <a:bodyPr/>
        <a:lstStyle/>
        <a:p>
          <a:endParaRPr lang="en-US"/>
        </a:p>
      </dgm:t>
    </dgm:pt>
    <dgm:pt modelId="{1B3E886B-4DD9-46F3-B6E5-024808C055B2}" type="sibTrans" cxnId="{FD59621A-20FE-4907-BB23-78F794235DF1}">
      <dgm:prSet/>
      <dgm:spPr/>
      <dgm:t>
        <a:bodyPr/>
        <a:lstStyle/>
        <a:p>
          <a:endParaRPr lang="en-US"/>
        </a:p>
      </dgm:t>
    </dgm:pt>
    <dgm:pt modelId="{C50EB458-21C5-4B61-B0F4-26830AB213A3}">
      <dgm:prSet custT="1"/>
      <dgm:spPr/>
      <dgm:t>
        <a:bodyPr/>
        <a:lstStyle/>
        <a:p>
          <a:r>
            <a:rPr lang="en-US" sz="1200" b="1">
              <a:latin typeface="+mj-lt"/>
            </a:rPr>
            <a:t>Mean </a:t>
          </a:r>
          <a:r>
            <a:rPr lang="en-US" sz="1200" b="1">
              <a:latin typeface="+mj-lt"/>
              <a:ea typeface="Arial"/>
              <a:cs typeface="Arial"/>
              <a:sym typeface="Arial"/>
            </a:rPr>
            <a:t>RMSE o</a:t>
          </a:r>
          <a:r>
            <a:rPr lang="en-US" sz="1200" b="1">
              <a:latin typeface="+mj-lt"/>
            </a:rPr>
            <a:t>f Prophet:  2.9 / 3.9</a:t>
          </a:r>
        </a:p>
      </dgm:t>
    </dgm:pt>
    <dgm:pt modelId="{C42CDFE5-659B-4311-A100-A68FF9C9D8D6}" type="parTrans" cxnId="{1CE3F603-B7A9-4DC7-963D-2FECA244EEFC}">
      <dgm:prSet/>
      <dgm:spPr/>
      <dgm:t>
        <a:bodyPr/>
        <a:lstStyle/>
        <a:p>
          <a:endParaRPr lang="en-US"/>
        </a:p>
      </dgm:t>
    </dgm:pt>
    <dgm:pt modelId="{0BEF86A4-3B52-403B-A6AC-9FE2B155F041}" type="sibTrans" cxnId="{1CE3F603-B7A9-4DC7-963D-2FECA244EEFC}">
      <dgm:prSet/>
      <dgm:spPr/>
      <dgm:t>
        <a:bodyPr/>
        <a:lstStyle/>
        <a:p>
          <a:endParaRPr lang="en-US"/>
        </a:p>
      </dgm:t>
    </dgm:pt>
    <dgm:pt modelId="{F57A03F3-2F45-49B5-9879-8510C4396711}">
      <dgm:prSet custT="1"/>
      <dgm:spPr/>
      <dgm:t>
        <a:bodyPr/>
        <a:lstStyle/>
        <a:p>
          <a:r>
            <a:rPr lang="en-US" sz="1200">
              <a:latin typeface="+mj-lt"/>
            </a:rPr>
            <a:t>For Queens we still prefer Prophet despite Ensemble’s better performance due to runtime of the Ensemble Model</a:t>
          </a:r>
          <a:endParaRPr lang="en-US" sz="1200" b="1">
            <a:latin typeface="+mj-lt"/>
          </a:endParaRPr>
        </a:p>
      </dgm:t>
    </dgm:pt>
    <dgm:pt modelId="{3455FD2C-640E-4AD6-A20B-012D8B3E225E}" type="parTrans" cxnId="{C7F7635A-7779-49EF-A87A-A9A5B8D5DD6F}">
      <dgm:prSet/>
      <dgm:spPr/>
      <dgm:t>
        <a:bodyPr/>
        <a:lstStyle/>
        <a:p>
          <a:endParaRPr lang="en-US"/>
        </a:p>
      </dgm:t>
    </dgm:pt>
    <dgm:pt modelId="{63027134-6B33-46DA-BA5A-90A9D7D06617}" type="sibTrans" cxnId="{C7F7635A-7779-49EF-A87A-A9A5B8D5DD6F}">
      <dgm:prSet/>
      <dgm:spPr/>
      <dgm:t>
        <a:bodyPr/>
        <a:lstStyle/>
        <a:p>
          <a:endParaRPr lang="en-US"/>
        </a:p>
      </dgm:t>
    </dgm:pt>
    <dgm:pt modelId="{18B3C274-1921-4896-989E-2BFA01F62028}">
      <dgm:prSet custT="1"/>
      <dgm:spPr/>
      <dgm:t>
        <a:bodyPr/>
        <a:lstStyle/>
        <a:p>
          <a:r>
            <a:rPr lang="en-US" sz="1200" b="1">
              <a:latin typeface="+mj-lt"/>
            </a:rPr>
            <a:t>Mean RMSE of Prophet on Holdout: 3.37 / 3.94</a:t>
          </a:r>
        </a:p>
      </dgm:t>
    </dgm:pt>
    <dgm:pt modelId="{3047B175-D348-4DF4-9C37-E0854E3E2946}" type="parTrans" cxnId="{BF2ACE33-36DA-4595-82E5-83DD024F1732}">
      <dgm:prSet/>
      <dgm:spPr/>
      <dgm:t>
        <a:bodyPr/>
        <a:lstStyle/>
        <a:p>
          <a:endParaRPr lang="en-US"/>
        </a:p>
      </dgm:t>
    </dgm:pt>
    <dgm:pt modelId="{A7CDC2D9-558C-4BBC-ADE5-521591F2B9CC}" type="sibTrans" cxnId="{BF2ACE33-36DA-4595-82E5-83DD024F1732}">
      <dgm:prSet/>
      <dgm:spPr/>
      <dgm:t>
        <a:bodyPr/>
        <a:lstStyle/>
        <a:p>
          <a:endParaRPr lang="en-US"/>
        </a:p>
      </dgm:t>
    </dgm:pt>
    <dgm:pt modelId="{09CF3A6F-1898-4490-A47E-C75BD1EE43BC}" type="pres">
      <dgm:prSet presAssocID="{0B1D3F38-52DE-49DA-9D6A-A56B3D6EC491}" presName="vert0" presStyleCnt="0">
        <dgm:presLayoutVars>
          <dgm:dir/>
          <dgm:animOne val="branch"/>
          <dgm:animLvl val="lvl"/>
        </dgm:presLayoutVars>
      </dgm:prSet>
      <dgm:spPr/>
    </dgm:pt>
    <dgm:pt modelId="{8C4B9449-07A2-4525-A788-EA873604FCC1}" type="pres">
      <dgm:prSet presAssocID="{5DD1082D-A489-4B0D-A311-3686ECD2CAB1}" presName="thickLine" presStyleLbl="alignNode1" presStyleIdx="0" presStyleCnt="4"/>
      <dgm:spPr/>
    </dgm:pt>
    <dgm:pt modelId="{518D0359-A4B4-4A77-B4F6-1183B9843689}" type="pres">
      <dgm:prSet presAssocID="{5DD1082D-A489-4B0D-A311-3686ECD2CAB1}" presName="horz1" presStyleCnt="0"/>
      <dgm:spPr/>
    </dgm:pt>
    <dgm:pt modelId="{CEB1BEE1-4FA3-41A2-919E-4F0E249B586F}" type="pres">
      <dgm:prSet presAssocID="{5DD1082D-A489-4B0D-A311-3686ECD2CAB1}" presName="tx1" presStyleLbl="revTx" presStyleIdx="0" presStyleCnt="4"/>
      <dgm:spPr/>
    </dgm:pt>
    <dgm:pt modelId="{EA3FDBAA-5D73-4D33-B1D8-FB9B475AA035}" type="pres">
      <dgm:prSet presAssocID="{5DD1082D-A489-4B0D-A311-3686ECD2CAB1}" presName="vert1" presStyleCnt="0"/>
      <dgm:spPr/>
    </dgm:pt>
    <dgm:pt modelId="{E59D2396-1207-4167-8489-586F074C0588}" type="pres">
      <dgm:prSet presAssocID="{C50EB458-21C5-4B61-B0F4-26830AB213A3}" presName="thickLine" presStyleLbl="alignNode1" presStyleIdx="1" presStyleCnt="4"/>
      <dgm:spPr/>
    </dgm:pt>
    <dgm:pt modelId="{021410D8-40B8-4E41-90D8-FFC848A11146}" type="pres">
      <dgm:prSet presAssocID="{C50EB458-21C5-4B61-B0F4-26830AB213A3}" presName="horz1" presStyleCnt="0"/>
      <dgm:spPr/>
    </dgm:pt>
    <dgm:pt modelId="{6783BB47-A224-4F81-917B-463705EDC1DD}" type="pres">
      <dgm:prSet presAssocID="{C50EB458-21C5-4B61-B0F4-26830AB213A3}" presName="tx1" presStyleLbl="revTx" presStyleIdx="1" presStyleCnt="4"/>
      <dgm:spPr/>
    </dgm:pt>
    <dgm:pt modelId="{2EBDCB71-39AB-4035-8CF7-558E42876072}" type="pres">
      <dgm:prSet presAssocID="{C50EB458-21C5-4B61-B0F4-26830AB213A3}" presName="vert1" presStyleCnt="0"/>
      <dgm:spPr/>
    </dgm:pt>
    <dgm:pt modelId="{6E1EFD14-5A60-41EA-BC46-2FE48B199C54}" type="pres">
      <dgm:prSet presAssocID="{18B3C274-1921-4896-989E-2BFA01F62028}" presName="thickLine" presStyleLbl="alignNode1" presStyleIdx="2" presStyleCnt="4"/>
      <dgm:spPr/>
    </dgm:pt>
    <dgm:pt modelId="{7FB247F7-E695-4A30-9DB7-DF1E461A4206}" type="pres">
      <dgm:prSet presAssocID="{18B3C274-1921-4896-989E-2BFA01F62028}" presName="horz1" presStyleCnt="0"/>
      <dgm:spPr/>
    </dgm:pt>
    <dgm:pt modelId="{17F59AA4-C4F6-42E9-B681-82D8214BEB0D}" type="pres">
      <dgm:prSet presAssocID="{18B3C274-1921-4896-989E-2BFA01F62028}" presName="tx1" presStyleLbl="revTx" presStyleIdx="2" presStyleCnt="4"/>
      <dgm:spPr/>
    </dgm:pt>
    <dgm:pt modelId="{BA7E73BD-D25F-40EF-9A62-1AF689ED4FD2}" type="pres">
      <dgm:prSet presAssocID="{18B3C274-1921-4896-989E-2BFA01F62028}" presName="vert1" presStyleCnt="0"/>
      <dgm:spPr/>
    </dgm:pt>
    <dgm:pt modelId="{D4BA6D64-FA71-4FEE-A20D-41D9EA65F530}" type="pres">
      <dgm:prSet presAssocID="{F57A03F3-2F45-49B5-9879-8510C4396711}" presName="thickLine" presStyleLbl="alignNode1" presStyleIdx="3" presStyleCnt="4"/>
      <dgm:spPr/>
    </dgm:pt>
    <dgm:pt modelId="{FD77207D-E8CD-48E5-9BFC-1BB7F31042C8}" type="pres">
      <dgm:prSet presAssocID="{F57A03F3-2F45-49B5-9879-8510C4396711}" presName="horz1" presStyleCnt="0"/>
      <dgm:spPr/>
    </dgm:pt>
    <dgm:pt modelId="{4DA58298-31C9-4CE8-AB5F-797829044FBB}" type="pres">
      <dgm:prSet presAssocID="{F57A03F3-2F45-49B5-9879-8510C4396711}" presName="tx1" presStyleLbl="revTx" presStyleIdx="3" presStyleCnt="4"/>
      <dgm:spPr/>
    </dgm:pt>
    <dgm:pt modelId="{150E5AF8-5029-488C-8C96-B126557439B8}" type="pres">
      <dgm:prSet presAssocID="{F57A03F3-2F45-49B5-9879-8510C4396711}" presName="vert1" presStyleCnt="0"/>
      <dgm:spPr/>
    </dgm:pt>
  </dgm:ptLst>
  <dgm:cxnLst>
    <dgm:cxn modelId="{1CE3F603-B7A9-4DC7-963D-2FECA244EEFC}" srcId="{0B1D3F38-52DE-49DA-9D6A-A56B3D6EC491}" destId="{C50EB458-21C5-4B61-B0F4-26830AB213A3}" srcOrd="1" destOrd="0" parTransId="{C42CDFE5-659B-4311-A100-A68FF9C9D8D6}" sibTransId="{0BEF86A4-3B52-403B-A6AC-9FE2B155F041}"/>
    <dgm:cxn modelId="{6F9EF112-8AE4-41B1-B7F7-A46B79F327AF}" type="presOf" srcId="{0B1D3F38-52DE-49DA-9D6A-A56B3D6EC491}" destId="{09CF3A6F-1898-4490-A47E-C75BD1EE43BC}" srcOrd="0" destOrd="0" presId="urn:microsoft.com/office/officeart/2008/layout/LinedList"/>
    <dgm:cxn modelId="{FD59621A-20FE-4907-BB23-78F794235DF1}" srcId="{0B1D3F38-52DE-49DA-9D6A-A56B3D6EC491}" destId="{5DD1082D-A489-4B0D-A311-3686ECD2CAB1}" srcOrd="0" destOrd="0" parTransId="{CF2E420D-5E55-4649-8158-52D05AC089D1}" sibTransId="{1B3E886B-4DD9-46F3-B6E5-024808C055B2}"/>
    <dgm:cxn modelId="{4139ED25-451F-4885-8C9F-BEB367E25906}" type="presOf" srcId="{C50EB458-21C5-4B61-B0F4-26830AB213A3}" destId="{6783BB47-A224-4F81-917B-463705EDC1DD}" srcOrd="0" destOrd="0" presId="urn:microsoft.com/office/officeart/2008/layout/LinedList"/>
    <dgm:cxn modelId="{B12B3D30-76F0-46C1-BBB4-CFE8366B6256}" type="presOf" srcId="{5DD1082D-A489-4B0D-A311-3686ECD2CAB1}" destId="{CEB1BEE1-4FA3-41A2-919E-4F0E249B586F}" srcOrd="0" destOrd="0" presId="urn:microsoft.com/office/officeart/2008/layout/LinedList"/>
    <dgm:cxn modelId="{BF2ACE33-36DA-4595-82E5-83DD024F1732}" srcId="{0B1D3F38-52DE-49DA-9D6A-A56B3D6EC491}" destId="{18B3C274-1921-4896-989E-2BFA01F62028}" srcOrd="2" destOrd="0" parTransId="{3047B175-D348-4DF4-9C37-E0854E3E2946}" sibTransId="{A7CDC2D9-558C-4BBC-ADE5-521591F2B9CC}"/>
    <dgm:cxn modelId="{211C8F67-E0C6-4542-8B16-6EED3202D18B}" type="presOf" srcId="{F57A03F3-2F45-49B5-9879-8510C4396711}" destId="{4DA58298-31C9-4CE8-AB5F-797829044FBB}" srcOrd="0" destOrd="0" presId="urn:microsoft.com/office/officeart/2008/layout/LinedList"/>
    <dgm:cxn modelId="{C7F7635A-7779-49EF-A87A-A9A5B8D5DD6F}" srcId="{0B1D3F38-52DE-49DA-9D6A-A56B3D6EC491}" destId="{F57A03F3-2F45-49B5-9879-8510C4396711}" srcOrd="3" destOrd="0" parTransId="{3455FD2C-640E-4AD6-A20B-012D8B3E225E}" sibTransId="{63027134-6B33-46DA-BA5A-90A9D7D06617}"/>
    <dgm:cxn modelId="{F3D406B0-F8CF-46A7-917B-87114AB47B46}" type="presOf" srcId="{18B3C274-1921-4896-989E-2BFA01F62028}" destId="{17F59AA4-C4F6-42E9-B681-82D8214BEB0D}" srcOrd="0" destOrd="0" presId="urn:microsoft.com/office/officeart/2008/layout/LinedList"/>
    <dgm:cxn modelId="{74947F9F-E59E-4B85-9940-26D39723DE5F}" type="presParOf" srcId="{09CF3A6F-1898-4490-A47E-C75BD1EE43BC}" destId="{8C4B9449-07A2-4525-A788-EA873604FCC1}" srcOrd="0" destOrd="0" presId="urn:microsoft.com/office/officeart/2008/layout/LinedList"/>
    <dgm:cxn modelId="{C2963317-EE54-4D68-8FD2-B038CBFFE50D}" type="presParOf" srcId="{09CF3A6F-1898-4490-A47E-C75BD1EE43BC}" destId="{518D0359-A4B4-4A77-B4F6-1183B9843689}" srcOrd="1" destOrd="0" presId="urn:microsoft.com/office/officeart/2008/layout/LinedList"/>
    <dgm:cxn modelId="{59F88AE9-039D-40CA-8AEB-73AC4A575CD4}" type="presParOf" srcId="{518D0359-A4B4-4A77-B4F6-1183B9843689}" destId="{CEB1BEE1-4FA3-41A2-919E-4F0E249B586F}" srcOrd="0" destOrd="0" presId="urn:microsoft.com/office/officeart/2008/layout/LinedList"/>
    <dgm:cxn modelId="{622BD3AB-708A-44B6-9230-AD881CDCCCC5}" type="presParOf" srcId="{518D0359-A4B4-4A77-B4F6-1183B9843689}" destId="{EA3FDBAA-5D73-4D33-B1D8-FB9B475AA035}" srcOrd="1" destOrd="0" presId="urn:microsoft.com/office/officeart/2008/layout/LinedList"/>
    <dgm:cxn modelId="{A8E234FE-D7C0-4CC9-B76B-C98B664D8EEB}" type="presParOf" srcId="{09CF3A6F-1898-4490-A47E-C75BD1EE43BC}" destId="{E59D2396-1207-4167-8489-586F074C0588}" srcOrd="2" destOrd="0" presId="urn:microsoft.com/office/officeart/2008/layout/LinedList"/>
    <dgm:cxn modelId="{CCBD6944-40BF-4C80-9A94-58626297B9C7}" type="presParOf" srcId="{09CF3A6F-1898-4490-A47E-C75BD1EE43BC}" destId="{021410D8-40B8-4E41-90D8-FFC848A11146}" srcOrd="3" destOrd="0" presId="urn:microsoft.com/office/officeart/2008/layout/LinedList"/>
    <dgm:cxn modelId="{1902031B-0A41-47F5-831B-D8BEA6BC03E0}" type="presParOf" srcId="{021410D8-40B8-4E41-90D8-FFC848A11146}" destId="{6783BB47-A224-4F81-917B-463705EDC1DD}" srcOrd="0" destOrd="0" presId="urn:microsoft.com/office/officeart/2008/layout/LinedList"/>
    <dgm:cxn modelId="{96372DD8-EEAD-418D-813F-17AB7478A79B}" type="presParOf" srcId="{021410D8-40B8-4E41-90D8-FFC848A11146}" destId="{2EBDCB71-39AB-4035-8CF7-558E42876072}" srcOrd="1" destOrd="0" presId="urn:microsoft.com/office/officeart/2008/layout/LinedList"/>
    <dgm:cxn modelId="{174039A4-507C-49DF-B06A-A9D5F6A44F0A}" type="presParOf" srcId="{09CF3A6F-1898-4490-A47E-C75BD1EE43BC}" destId="{6E1EFD14-5A60-41EA-BC46-2FE48B199C54}" srcOrd="4" destOrd="0" presId="urn:microsoft.com/office/officeart/2008/layout/LinedList"/>
    <dgm:cxn modelId="{88DD0920-B9F2-4633-9C09-5DCD1945A6D0}" type="presParOf" srcId="{09CF3A6F-1898-4490-A47E-C75BD1EE43BC}" destId="{7FB247F7-E695-4A30-9DB7-DF1E461A4206}" srcOrd="5" destOrd="0" presId="urn:microsoft.com/office/officeart/2008/layout/LinedList"/>
    <dgm:cxn modelId="{7F8B92FC-7AA1-44E9-A18E-9DF0FD7E6ED8}" type="presParOf" srcId="{7FB247F7-E695-4A30-9DB7-DF1E461A4206}" destId="{17F59AA4-C4F6-42E9-B681-82D8214BEB0D}" srcOrd="0" destOrd="0" presId="urn:microsoft.com/office/officeart/2008/layout/LinedList"/>
    <dgm:cxn modelId="{D7B18B38-1ECC-47CD-B0F1-BCA920D520EC}" type="presParOf" srcId="{7FB247F7-E695-4A30-9DB7-DF1E461A4206}" destId="{BA7E73BD-D25F-40EF-9A62-1AF689ED4FD2}" srcOrd="1" destOrd="0" presId="urn:microsoft.com/office/officeart/2008/layout/LinedList"/>
    <dgm:cxn modelId="{884AD70F-B80A-4101-9D5E-8B6E2BDDE8C5}" type="presParOf" srcId="{09CF3A6F-1898-4490-A47E-C75BD1EE43BC}" destId="{D4BA6D64-FA71-4FEE-A20D-41D9EA65F530}" srcOrd="6" destOrd="0" presId="urn:microsoft.com/office/officeart/2008/layout/LinedList"/>
    <dgm:cxn modelId="{BD7A8BC7-183B-4F52-BEAD-8331470B48AC}" type="presParOf" srcId="{09CF3A6F-1898-4490-A47E-C75BD1EE43BC}" destId="{FD77207D-E8CD-48E5-9BFC-1BB7F31042C8}" srcOrd="7" destOrd="0" presId="urn:microsoft.com/office/officeart/2008/layout/LinedList"/>
    <dgm:cxn modelId="{D4C6B034-84BB-486B-A2A0-D8DF73CBEAD8}" type="presParOf" srcId="{FD77207D-E8CD-48E5-9BFC-1BB7F31042C8}" destId="{4DA58298-31C9-4CE8-AB5F-797829044FBB}" srcOrd="0" destOrd="0" presId="urn:microsoft.com/office/officeart/2008/layout/LinedList"/>
    <dgm:cxn modelId="{C7AAB104-3DC6-41EC-9B5C-1F40E830DCC6}" type="presParOf" srcId="{FD77207D-E8CD-48E5-9BFC-1BB7F31042C8}" destId="{150E5AF8-5029-488C-8C96-B126557439B8}" srcOrd="1" destOrd="0" presId="urn:microsoft.com/office/officeart/2008/layout/LinedList"/>
  </dgm:cxnLst>
  <dgm:bg>
    <a:solidFill>
      <a:srgbClr val="FF8888"/>
    </a:solidFill>
    <a:effectLst>
      <a:outerShdw blurRad="50800" dist="38100" dir="16200000" rotWithShape="0">
        <a:schemeClr val="accent4">
          <a:alpha val="97000"/>
        </a:schemeClr>
      </a:outerShdw>
    </a:effectLst>
  </dgm:bg>
  <dgm:whole>
    <a:ln w="38100">
      <a:solidFill>
        <a:schemeClr val="tx2">
          <a:alpha val="2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B1D3F38-52DE-49DA-9D6A-A56B3D6EC491}" type="doc">
      <dgm:prSet loTypeId="urn:microsoft.com/office/officeart/2008/layout/LinedList" loCatId="list" qsTypeId="urn:microsoft.com/office/officeart/2005/8/quickstyle/simple1" qsCatId="simple" csTypeId="urn:microsoft.com/office/officeart/2005/8/colors/accent0_1" csCatId="mainScheme" phldr="1"/>
      <dgm:spPr/>
      <dgm:t>
        <a:bodyPr/>
        <a:lstStyle/>
        <a:p>
          <a:endParaRPr lang="en-US"/>
        </a:p>
      </dgm:t>
    </dgm:pt>
    <dgm:pt modelId="{5DD1082D-A489-4B0D-A311-3686ECD2CAB1}">
      <dgm:prSet custT="1"/>
      <dgm:spPr/>
      <dgm:t>
        <a:bodyPr/>
        <a:lstStyle/>
        <a:p>
          <a:r>
            <a:rPr lang="en-US" sz="1200" b="1">
              <a:latin typeface="+mj-lt"/>
            </a:rPr>
            <a:t>Model Selection: Prophet</a:t>
          </a:r>
        </a:p>
      </dgm:t>
    </dgm:pt>
    <dgm:pt modelId="{CF2E420D-5E55-4649-8158-52D05AC089D1}" type="parTrans" cxnId="{FD59621A-20FE-4907-BB23-78F794235DF1}">
      <dgm:prSet/>
      <dgm:spPr/>
      <dgm:t>
        <a:bodyPr/>
        <a:lstStyle/>
        <a:p>
          <a:endParaRPr lang="en-US"/>
        </a:p>
      </dgm:t>
    </dgm:pt>
    <dgm:pt modelId="{1B3E886B-4DD9-46F3-B6E5-024808C055B2}" type="sibTrans" cxnId="{FD59621A-20FE-4907-BB23-78F794235DF1}">
      <dgm:prSet/>
      <dgm:spPr/>
      <dgm:t>
        <a:bodyPr/>
        <a:lstStyle/>
        <a:p>
          <a:endParaRPr lang="en-US"/>
        </a:p>
      </dgm:t>
    </dgm:pt>
    <dgm:pt modelId="{C50EB458-21C5-4B61-B0F4-26830AB213A3}">
      <dgm:prSet custT="1"/>
      <dgm:spPr/>
      <dgm:t>
        <a:bodyPr/>
        <a:lstStyle/>
        <a:p>
          <a:r>
            <a:rPr lang="en-US" sz="1200" b="1">
              <a:latin typeface="+mj-lt"/>
            </a:rPr>
            <a:t>Mean </a:t>
          </a:r>
          <a:r>
            <a:rPr lang="en-US" sz="1200" b="1">
              <a:latin typeface="+mj-lt"/>
              <a:ea typeface="Arial"/>
              <a:cs typeface="Arial"/>
              <a:sym typeface="Arial"/>
            </a:rPr>
            <a:t>RMSE o</a:t>
          </a:r>
          <a:r>
            <a:rPr lang="en-US" sz="1200" b="1">
              <a:latin typeface="+mj-lt"/>
            </a:rPr>
            <a:t>f Prophet: 1.46</a:t>
          </a:r>
        </a:p>
      </dgm:t>
    </dgm:pt>
    <dgm:pt modelId="{C42CDFE5-659B-4311-A100-A68FF9C9D8D6}" type="parTrans" cxnId="{1CE3F603-B7A9-4DC7-963D-2FECA244EEFC}">
      <dgm:prSet/>
      <dgm:spPr/>
      <dgm:t>
        <a:bodyPr/>
        <a:lstStyle/>
        <a:p>
          <a:endParaRPr lang="en-US"/>
        </a:p>
      </dgm:t>
    </dgm:pt>
    <dgm:pt modelId="{0BEF86A4-3B52-403B-A6AC-9FE2B155F041}" type="sibTrans" cxnId="{1CE3F603-B7A9-4DC7-963D-2FECA244EEFC}">
      <dgm:prSet/>
      <dgm:spPr/>
      <dgm:t>
        <a:bodyPr/>
        <a:lstStyle/>
        <a:p>
          <a:endParaRPr lang="en-US"/>
        </a:p>
      </dgm:t>
    </dgm:pt>
    <dgm:pt modelId="{F57A03F3-2F45-49B5-9879-8510C4396711}">
      <dgm:prSet custT="1"/>
      <dgm:spPr/>
      <dgm:t>
        <a:bodyPr/>
        <a:lstStyle/>
        <a:p>
          <a:r>
            <a:rPr lang="en-US" sz="1200"/>
            <a:t>The margins are </a:t>
          </a:r>
          <a:r>
            <a:rPr lang="en-US" sz="1200" i="1"/>
            <a:t>very</a:t>
          </a:r>
          <a:r>
            <a:rPr lang="en-US" sz="1200"/>
            <a:t> slim.</a:t>
          </a:r>
        </a:p>
        <a:p>
          <a:pPr>
            <a:buClr>
              <a:srgbClr val="B8C1CC"/>
            </a:buClr>
            <a:buSzPts val="1158"/>
          </a:pPr>
          <a:r>
            <a:rPr lang="en-US" sz="1200"/>
            <a:t>Further work may be warranted.</a:t>
          </a:r>
        </a:p>
        <a:p>
          <a:pPr>
            <a:buClr>
              <a:srgbClr val="B8C1CC"/>
            </a:buClr>
            <a:buSzPts val="1158"/>
          </a:pPr>
          <a:r>
            <a:rPr lang="en-US" sz="1200"/>
            <a:t>Changing the metric might even be reasonable.</a:t>
          </a:r>
          <a:endParaRPr lang="en-US" sz="1200" b="1">
            <a:latin typeface="+mj-lt"/>
          </a:endParaRPr>
        </a:p>
      </dgm:t>
    </dgm:pt>
    <dgm:pt modelId="{3455FD2C-640E-4AD6-A20B-012D8B3E225E}" type="parTrans" cxnId="{C7F7635A-7779-49EF-A87A-A9A5B8D5DD6F}">
      <dgm:prSet/>
      <dgm:spPr/>
      <dgm:t>
        <a:bodyPr/>
        <a:lstStyle/>
        <a:p>
          <a:endParaRPr lang="en-US"/>
        </a:p>
      </dgm:t>
    </dgm:pt>
    <dgm:pt modelId="{63027134-6B33-46DA-BA5A-90A9D7D06617}" type="sibTrans" cxnId="{C7F7635A-7779-49EF-A87A-A9A5B8D5DD6F}">
      <dgm:prSet/>
      <dgm:spPr/>
      <dgm:t>
        <a:bodyPr/>
        <a:lstStyle/>
        <a:p>
          <a:endParaRPr lang="en-US"/>
        </a:p>
      </dgm:t>
    </dgm:pt>
    <dgm:pt modelId="{9B66F17B-A2FA-4BB4-BB58-5D83F3696C0E}">
      <dgm:prSet custT="1"/>
      <dgm:spPr/>
      <dgm:t>
        <a:bodyPr/>
        <a:lstStyle/>
        <a:p>
          <a:r>
            <a:rPr lang="en-US" sz="1200" b="1">
              <a:latin typeface="+mj-lt"/>
            </a:rPr>
            <a:t>Mean RMSE of Prophet on Holdout: 1.38 </a:t>
          </a:r>
        </a:p>
      </dgm:t>
    </dgm:pt>
    <dgm:pt modelId="{C3E3A17E-C2F4-43DC-8804-1472AEC36183}" type="parTrans" cxnId="{BAA4A803-2E77-48C4-84E2-CAAF129AD1CE}">
      <dgm:prSet/>
      <dgm:spPr/>
      <dgm:t>
        <a:bodyPr/>
        <a:lstStyle/>
        <a:p>
          <a:endParaRPr lang="en-US"/>
        </a:p>
      </dgm:t>
    </dgm:pt>
    <dgm:pt modelId="{8ADCDD12-C4A7-41BC-8DA0-156A303581C8}" type="sibTrans" cxnId="{BAA4A803-2E77-48C4-84E2-CAAF129AD1CE}">
      <dgm:prSet/>
      <dgm:spPr/>
      <dgm:t>
        <a:bodyPr/>
        <a:lstStyle/>
        <a:p>
          <a:endParaRPr lang="en-US"/>
        </a:p>
      </dgm:t>
    </dgm:pt>
    <dgm:pt modelId="{09CF3A6F-1898-4490-A47E-C75BD1EE43BC}" type="pres">
      <dgm:prSet presAssocID="{0B1D3F38-52DE-49DA-9D6A-A56B3D6EC491}" presName="vert0" presStyleCnt="0">
        <dgm:presLayoutVars>
          <dgm:dir/>
          <dgm:animOne val="branch"/>
          <dgm:animLvl val="lvl"/>
        </dgm:presLayoutVars>
      </dgm:prSet>
      <dgm:spPr/>
    </dgm:pt>
    <dgm:pt modelId="{8C4B9449-07A2-4525-A788-EA873604FCC1}" type="pres">
      <dgm:prSet presAssocID="{5DD1082D-A489-4B0D-A311-3686ECD2CAB1}" presName="thickLine" presStyleLbl="alignNode1" presStyleIdx="0" presStyleCnt="4"/>
      <dgm:spPr/>
    </dgm:pt>
    <dgm:pt modelId="{518D0359-A4B4-4A77-B4F6-1183B9843689}" type="pres">
      <dgm:prSet presAssocID="{5DD1082D-A489-4B0D-A311-3686ECD2CAB1}" presName="horz1" presStyleCnt="0"/>
      <dgm:spPr/>
    </dgm:pt>
    <dgm:pt modelId="{CEB1BEE1-4FA3-41A2-919E-4F0E249B586F}" type="pres">
      <dgm:prSet presAssocID="{5DD1082D-A489-4B0D-A311-3686ECD2CAB1}" presName="tx1" presStyleLbl="revTx" presStyleIdx="0" presStyleCnt="4"/>
      <dgm:spPr/>
    </dgm:pt>
    <dgm:pt modelId="{EA3FDBAA-5D73-4D33-B1D8-FB9B475AA035}" type="pres">
      <dgm:prSet presAssocID="{5DD1082D-A489-4B0D-A311-3686ECD2CAB1}" presName="vert1" presStyleCnt="0"/>
      <dgm:spPr/>
    </dgm:pt>
    <dgm:pt modelId="{E59D2396-1207-4167-8489-586F074C0588}" type="pres">
      <dgm:prSet presAssocID="{C50EB458-21C5-4B61-B0F4-26830AB213A3}" presName="thickLine" presStyleLbl="alignNode1" presStyleIdx="1" presStyleCnt="4"/>
      <dgm:spPr/>
    </dgm:pt>
    <dgm:pt modelId="{021410D8-40B8-4E41-90D8-FFC848A11146}" type="pres">
      <dgm:prSet presAssocID="{C50EB458-21C5-4B61-B0F4-26830AB213A3}" presName="horz1" presStyleCnt="0"/>
      <dgm:spPr/>
    </dgm:pt>
    <dgm:pt modelId="{6783BB47-A224-4F81-917B-463705EDC1DD}" type="pres">
      <dgm:prSet presAssocID="{C50EB458-21C5-4B61-B0F4-26830AB213A3}" presName="tx1" presStyleLbl="revTx" presStyleIdx="1" presStyleCnt="4"/>
      <dgm:spPr/>
    </dgm:pt>
    <dgm:pt modelId="{2EBDCB71-39AB-4035-8CF7-558E42876072}" type="pres">
      <dgm:prSet presAssocID="{C50EB458-21C5-4B61-B0F4-26830AB213A3}" presName="vert1" presStyleCnt="0"/>
      <dgm:spPr/>
    </dgm:pt>
    <dgm:pt modelId="{77986F79-0A33-416B-BB8C-9EC476676D17}" type="pres">
      <dgm:prSet presAssocID="{9B66F17B-A2FA-4BB4-BB58-5D83F3696C0E}" presName="thickLine" presStyleLbl="alignNode1" presStyleIdx="2" presStyleCnt="4"/>
      <dgm:spPr/>
    </dgm:pt>
    <dgm:pt modelId="{5421EB1B-9814-415A-A5FA-DFF10E0435E6}" type="pres">
      <dgm:prSet presAssocID="{9B66F17B-A2FA-4BB4-BB58-5D83F3696C0E}" presName="horz1" presStyleCnt="0"/>
      <dgm:spPr/>
    </dgm:pt>
    <dgm:pt modelId="{C4E25E5C-8A33-4DB7-85E7-0165678F6700}" type="pres">
      <dgm:prSet presAssocID="{9B66F17B-A2FA-4BB4-BB58-5D83F3696C0E}" presName="tx1" presStyleLbl="revTx" presStyleIdx="2" presStyleCnt="4"/>
      <dgm:spPr/>
    </dgm:pt>
    <dgm:pt modelId="{CF5ADEE2-2C9E-44E0-A218-B5A32A1FE0EC}" type="pres">
      <dgm:prSet presAssocID="{9B66F17B-A2FA-4BB4-BB58-5D83F3696C0E}" presName="vert1" presStyleCnt="0"/>
      <dgm:spPr/>
    </dgm:pt>
    <dgm:pt modelId="{D4BA6D64-FA71-4FEE-A20D-41D9EA65F530}" type="pres">
      <dgm:prSet presAssocID="{F57A03F3-2F45-49B5-9879-8510C4396711}" presName="thickLine" presStyleLbl="alignNode1" presStyleIdx="3" presStyleCnt="4"/>
      <dgm:spPr/>
    </dgm:pt>
    <dgm:pt modelId="{FD77207D-E8CD-48E5-9BFC-1BB7F31042C8}" type="pres">
      <dgm:prSet presAssocID="{F57A03F3-2F45-49B5-9879-8510C4396711}" presName="horz1" presStyleCnt="0"/>
      <dgm:spPr/>
    </dgm:pt>
    <dgm:pt modelId="{4DA58298-31C9-4CE8-AB5F-797829044FBB}" type="pres">
      <dgm:prSet presAssocID="{F57A03F3-2F45-49B5-9879-8510C4396711}" presName="tx1" presStyleLbl="revTx" presStyleIdx="3" presStyleCnt="4"/>
      <dgm:spPr/>
    </dgm:pt>
    <dgm:pt modelId="{150E5AF8-5029-488C-8C96-B126557439B8}" type="pres">
      <dgm:prSet presAssocID="{F57A03F3-2F45-49B5-9879-8510C4396711}" presName="vert1" presStyleCnt="0"/>
      <dgm:spPr/>
    </dgm:pt>
  </dgm:ptLst>
  <dgm:cxnLst>
    <dgm:cxn modelId="{BAA4A803-2E77-48C4-84E2-CAAF129AD1CE}" srcId="{0B1D3F38-52DE-49DA-9D6A-A56B3D6EC491}" destId="{9B66F17B-A2FA-4BB4-BB58-5D83F3696C0E}" srcOrd="2" destOrd="0" parTransId="{C3E3A17E-C2F4-43DC-8804-1472AEC36183}" sibTransId="{8ADCDD12-C4A7-41BC-8DA0-156A303581C8}"/>
    <dgm:cxn modelId="{1CE3F603-B7A9-4DC7-963D-2FECA244EEFC}" srcId="{0B1D3F38-52DE-49DA-9D6A-A56B3D6EC491}" destId="{C50EB458-21C5-4B61-B0F4-26830AB213A3}" srcOrd="1" destOrd="0" parTransId="{C42CDFE5-659B-4311-A100-A68FF9C9D8D6}" sibTransId="{0BEF86A4-3B52-403B-A6AC-9FE2B155F041}"/>
    <dgm:cxn modelId="{6F9EF112-8AE4-41B1-B7F7-A46B79F327AF}" type="presOf" srcId="{0B1D3F38-52DE-49DA-9D6A-A56B3D6EC491}" destId="{09CF3A6F-1898-4490-A47E-C75BD1EE43BC}" srcOrd="0" destOrd="0" presId="urn:microsoft.com/office/officeart/2008/layout/LinedList"/>
    <dgm:cxn modelId="{6BE8DD15-F70A-4B4C-ADD2-FA5B6C8A70E3}" type="presOf" srcId="{9B66F17B-A2FA-4BB4-BB58-5D83F3696C0E}" destId="{C4E25E5C-8A33-4DB7-85E7-0165678F6700}" srcOrd="0" destOrd="0" presId="urn:microsoft.com/office/officeart/2008/layout/LinedList"/>
    <dgm:cxn modelId="{FD59621A-20FE-4907-BB23-78F794235DF1}" srcId="{0B1D3F38-52DE-49DA-9D6A-A56B3D6EC491}" destId="{5DD1082D-A489-4B0D-A311-3686ECD2CAB1}" srcOrd="0" destOrd="0" parTransId="{CF2E420D-5E55-4649-8158-52D05AC089D1}" sibTransId="{1B3E886B-4DD9-46F3-B6E5-024808C055B2}"/>
    <dgm:cxn modelId="{4139ED25-451F-4885-8C9F-BEB367E25906}" type="presOf" srcId="{C50EB458-21C5-4B61-B0F4-26830AB213A3}" destId="{6783BB47-A224-4F81-917B-463705EDC1DD}" srcOrd="0" destOrd="0" presId="urn:microsoft.com/office/officeart/2008/layout/LinedList"/>
    <dgm:cxn modelId="{B12B3D30-76F0-46C1-BBB4-CFE8366B6256}" type="presOf" srcId="{5DD1082D-A489-4B0D-A311-3686ECD2CAB1}" destId="{CEB1BEE1-4FA3-41A2-919E-4F0E249B586F}" srcOrd="0" destOrd="0" presId="urn:microsoft.com/office/officeart/2008/layout/LinedList"/>
    <dgm:cxn modelId="{211C8F67-E0C6-4542-8B16-6EED3202D18B}" type="presOf" srcId="{F57A03F3-2F45-49B5-9879-8510C4396711}" destId="{4DA58298-31C9-4CE8-AB5F-797829044FBB}" srcOrd="0" destOrd="0" presId="urn:microsoft.com/office/officeart/2008/layout/LinedList"/>
    <dgm:cxn modelId="{C7F7635A-7779-49EF-A87A-A9A5B8D5DD6F}" srcId="{0B1D3F38-52DE-49DA-9D6A-A56B3D6EC491}" destId="{F57A03F3-2F45-49B5-9879-8510C4396711}" srcOrd="3" destOrd="0" parTransId="{3455FD2C-640E-4AD6-A20B-012D8B3E225E}" sibTransId="{63027134-6B33-46DA-BA5A-90A9D7D06617}"/>
    <dgm:cxn modelId="{74947F9F-E59E-4B85-9940-26D39723DE5F}" type="presParOf" srcId="{09CF3A6F-1898-4490-A47E-C75BD1EE43BC}" destId="{8C4B9449-07A2-4525-A788-EA873604FCC1}" srcOrd="0" destOrd="0" presId="urn:microsoft.com/office/officeart/2008/layout/LinedList"/>
    <dgm:cxn modelId="{C2963317-EE54-4D68-8FD2-B038CBFFE50D}" type="presParOf" srcId="{09CF3A6F-1898-4490-A47E-C75BD1EE43BC}" destId="{518D0359-A4B4-4A77-B4F6-1183B9843689}" srcOrd="1" destOrd="0" presId="urn:microsoft.com/office/officeart/2008/layout/LinedList"/>
    <dgm:cxn modelId="{59F88AE9-039D-40CA-8AEB-73AC4A575CD4}" type="presParOf" srcId="{518D0359-A4B4-4A77-B4F6-1183B9843689}" destId="{CEB1BEE1-4FA3-41A2-919E-4F0E249B586F}" srcOrd="0" destOrd="0" presId="urn:microsoft.com/office/officeart/2008/layout/LinedList"/>
    <dgm:cxn modelId="{622BD3AB-708A-44B6-9230-AD881CDCCCC5}" type="presParOf" srcId="{518D0359-A4B4-4A77-B4F6-1183B9843689}" destId="{EA3FDBAA-5D73-4D33-B1D8-FB9B475AA035}" srcOrd="1" destOrd="0" presId="urn:microsoft.com/office/officeart/2008/layout/LinedList"/>
    <dgm:cxn modelId="{A8E234FE-D7C0-4CC9-B76B-C98B664D8EEB}" type="presParOf" srcId="{09CF3A6F-1898-4490-A47E-C75BD1EE43BC}" destId="{E59D2396-1207-4167-8489-586F074C0588}" srcOrd="2" destOrd="0" presId="urn:microsoft.com/office/officeart/2008/layout/LinedList"/>
    <dgm:cxn modelId="{CCBD6944-40BF-4C80-9A94-58626297B9C7}" type="presParOf" srcId="{09CF3A6F-1898-4490-A47E-C75BD1EE43BC}" destId="{021410D8-40B8-4E41-90D8-FFC848A11146}" srcOrd="3" destOrd="0" presId="urn:microsoft.com/office/officeart/2008/layout/LinedList"/>
    <dgm:cxn modelId="{1902031B-0A41-47F5-831B-D8BEA6BC03E0}" type="presParOf" srcId="{021410D8-40B8-4E41-90D8-FFC848A11146}" destId="{6783BB47-A224-4F81-917B-463705EDC1DD}" srcOrd="0" destOrd="0" presId="urn:microsoft.com/office/officeart/2008/layout/LinedList"/>
    <dgm:cxn modelId="{96372DD8-EEAD-418D-813F-17AB7478A79B}" type="presParOf" srcId="{021410D8-40B8-4E41-90D8-FFC848A11146}" destId="{2EBDCB71-39AB-4035-8CF7-558E42876072}" srcOrd="1" destOrd="0" presId="urn:microsoft.com/office/officeart/2008/layout/LinedList"/>
    <dgm:cxn modelId="{B39320D1-4EBA-493D-BD5C-E88CF49E81DA}" type="presParOf" srcId="{09CF3A6F-1898-4490-A47E-C75BD1EE43BC}" destId="{77986F79-0A33-416B-BB8C-9EC476676D17}" srcOrd="4" destOrd="0" presId="urn:microsoft.com/office/officeart/2008/layout/LinedList"/>
    <dgm:cxn modelId="{E6FE49E2-CFA5-4256-A187-0C8BA1F8C44B}" type="presParOf" srcId="{09CF3A6F-1898-4490-A47E-C75BD1EE43BC}" destId="{5421EB1B-9814-415A-A5FA-DFF10E0435E6}" srcOrd="5" destOrd="0" presId="urn:microsoft.com/office/officeart/2008/layout/LinedList"/>
    <dgm:cxn modelId="{AD17C60D-646B-4511-B8C0-E2BA797E8D34}" type="presParOf" srcId="{5421EB1B-9814-415A-A5FA-DFF10E0435E6}" destId="{C4E25E5C-8A33-4DB7-85E7-0165678F6700}" srcOrd="0" destOrd="0" presId="urn:microsoft.com/office/officeart/2008/layout/LinedList"/>
    <dgm:cxn modelId="{BDF713C0-0B1B-49FD-AA4B-C81A661CC5FC}" type="presParOf" srcId="{5421EB1B-9814-415A-A5FA-DFF10E0435E6}" destId="{CF5ADEE2-2C9E-44E0-A218-B5A32A1FE0EC}" srcOrd="1" destOrd="0" presId="urn:microsoft.com/office/officeart/2008/layout/LinedList"/>
    <dgm:cxn modelId="{884AD70F-B80A-4101-9D5E-8B6E2BDDE8C5}" type="presParOf" srcId="{09CF3A6F-1898-4490-A47E-C75BD1EE43BC}" destId="{D4BA6D64-FA71-4FEE-A20D-41D9EA65F530}" srcOrd="6" destOrd="0" presId="urn:microsoft.com/office/officeart/2008/layout/LinedList"/>
    <dgm:cxn modelId="{BD7A8BC7-183B-4F52-BEAD-8331470B48AC}" type="presParOf" srcId="{09CF3A6F-1898-4490-A47E-C75BD1EE43BC}" destId="{FD77207D-E8CD-48E5-9BFC-1BB7F31042C8}" srcOrd="7" destOrd="0" presId="urn:microsoft.com/office/officeart/2008/layout/LinedList"/>
    <dgm:cxn modelId="{D4C6B034-84BB-486B-A2A0-D8DF73CBEAD8}" type="presParOf" srcId="{FD77207D-E8CD-48E5-9BFC-1BB7F31042C8}" destId="{4DA58298-31C9-4CE8-AB5F-797829044FBB}" srcOrd="0" destOrd="0" presId="urn:microsoft.com/office/officeart/2008/layout/LinedList"/>
    <dgm:cxn modelId="{C7AAB104-3DC6-41EC-9B5C-1F40E830DCC6}" type="presParOf" srcId="{FD77207D-E8CD-48E5-9BFC-1BB7F31042C8}" destId="{150E5AF8-5029-488C-8C96-B126557439B8}" srcOrd="1" destOrd="0" presId="urn:microsoft.com/office/officeart/2008/layout/LinedList"/>
  </dgm:cxnLst>
  <dgm:bg>
    <a:solidFill>
      <a:schemeClr val="bg2">
        <a:lumMod val="50000"/>
      </a:schemeClr>
    </a:solidFill>
    <a:effectLst>
      <a:outerShdw blurRad="50800" dist="38100" dir="16200000" rotWithShape="0">
        <a:schemeClr val="accent4">
          <a:alpha val="97000"/>
        </a:schemeClr>
      </a:outerShdw>
    </a:effectLst>
  </dgm:bg>
  <dgm:whole>
    <a:ln w="38100">
      <a:solidFill>
        <a:schemeClr val="tx2">
          <a:alpha val="2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A9B2F98-3E37-4744-BC31-8CF46A6C12DB}" type="doc">
      <dgm:prSet loTypeId="urn:microsoft.com/office/officeart/2005/8/layout/target3" loCatId="list" qsTypeId="urn:microsoft.com/office/officeart/2005/8/quickstyle/simple1" qsCatId="simple" csTypeId="urn:microsoft.com/office/officeart/2005/8/colors/accent0_3" csCatId="mainScheme" phldr="1"/>
      <dgm:spPr/>
      <dgm:t>
        <a:bodyPr/>
        <a:lstStyle/>
        <a:p>
          <a:endParaRPr lang="en-US"/>
        </a:p>
      </dgm:t>
    </dgm:pt>
    <dgm:pt modelId="{61BFE0FC-9A77-49A9-9CDA-759480FB5AEF}">
      <dgm:prSet custT="1"/>
      <dgm:spPr/>
      <dgm:t>
        <a:bodyPr/>
        <a:lstStyle/>
        <a:p>
          <a:r>
            <a:rPr lang="en-US" sz="1600" b="1"/>
            <a:t>Three useful lessons</a:t>
          </a:r>
          <a:endParaRPr lang="en-US" sz="1600"/>
        </a:p>
      </dgm:t>
    </dgm:pt>
    <dgm:pt modelId="{C79EAE5E-BAD4-4EA4-B93E-B2AA7DEF3D6E}" type="parTrans" cxnId="{6551293A-460D-47E5-AA7F-B3850272F302}">
      <dgm:prSet/>
      <dgm:spPr/>
      <dgm:t>
        <a:bodyPr/>
        <a:lstStyle/>
        <a:p>
          <a:endParaRPr lang="en-US"/>
        </a:p>
      </dgm:t>
    </dgm:pt>
    <dgm:pt modelId="{15B44EDA-46C5-4C98-9691-810AD1B9B304}" type="sibTrans" cxnId="{6551293A-460D-47E5-AA7F-B3850272F302}">
      <dgm:prSet/>
      <dgm:spPr/>
      <dgm:t>
        <a:bodyPr/>
        <a:lstStyle/>
        <a:p>
          <a:endParaRPr lang="en-US"/>
        </a:p>
      </dgm:t>
    </dgm:pt>
    <dgm:pt modelId="{40D0012B-5708-4FA9-9FBC-6220EBDDC823}">
      <dgm:prSet custT="1"/>
      <dgm:spPr/>
      <dgm:t>
        <a:bodyPr/>
        <a:lstStyle/>
        <a:p>
          <a:r>
            <a:rPr lang="en-US" sz="1600"/>
            <a:t>More complexity ≠ Better Model</a:t>
          </a:r>
        </a:p>
      </dgm:t>
    </dgm:pt>
    <dgm:pt modelId="{9864B085-43A8-4B9B-8837-3FCA669AF93C}" type="parTrans" cxnId="{9D9EBAB5-F2C5-44D5-912F-067952575511}">
      <dgm:prSet/>
      <dgm:spPr/>
      <dgm:t>
        <a:bodyPr/>
        <a:lstStyle/>
        <a:p>
          <a:endParaRPr lang="en-US"/>
        </a:p>
      </dgm:t>
    </dgm:pt>
    <dgm:pt modelId="{058537CC-88D5-4754-9D9A-28079485EBA5}" type="sibTrans" cxnId="{9D9EBAB5-F2C5-44D5-912F-067952575511}">
      <dgm:prSet/>
      <dgm:spPr/>
      <dgm:t>
        <a:bodyPr/>
        <a:lstStyle/>
        <a:p>
          <a:endParaRPr lang="en-US"/>
        </a:p>
      </dgm:t>
    </dgm:pt>
    <dgm:pt modelId="{8DD9F960-B288-492E-8A9B-FFCD5A9483F1}">
      <dgm:prSet custT="1"/>
      <dgm:spPr/>
      <dgm:t>
        <a:bodyPr/>
        <a:lstStyle/>
        <a:p>
          <a:r>
            <a:rPr lang="en-US" sz="1600"/>
            <a:t>Citywide </a:t>
          </a:r>
          <a:r>
            <a:rPr lang="en-US" sz="1600" err="1"/>
            <a:t>v.s</a:t>
          </a:r>
          <a:r>
            <a:rPr lang="en-US" sz="1600"/>
            <a:t>. Borough</a:t>
          </a:r>
        </a:p>
      </dgm:t>
    </dgm:pt>
    <dgm:pt modelId="{482B37DC-07FF-442D-AAFC-C6B997294381}" type="parTrans" cxnId="{3B43ABBC-F6E5-4F38-B08D-37C11869803A}">
      <dgm:prSet/>
      <dgm:spPr/>
      <dgm:t>
        <a:bodyPr/>
        <a:lstStyle/>
        <a:p>
          <a:endParaRPr lang="en-US"/>
        </a:p>
      </dgm:t>
    </dgm:pt>
    <dgm:pt modelId="{3818130A-1603-4CD7-8DFB-8010BA6851D3}" type="sibTrans" cxnId="{3B43ABBC-F6E5-4F38-B08D-37C11869803A}">
      <dgm:prSet/>
      <dgm:spPr/>
      <dgm:t>
        <a:bodyPr/>
        <a:lstStyle/>
        <a:p>
          <a:endParaRPr lang="en-US"/>
        </a:p>
      </dgm:t>
    </dgm:pt>
    <dgm:pt modelId="{2D256462-5A1A-49C8-BF76-FCCD73C3FD84}">
      <dgm:prSet custT="1"/>
      <dgm:spPr/>
      <dgm:t>
        <a:bodyPr/>
        <a:lstStyle/>
        <a:p>
          <a:r>
            <a:rPr lang="en-US" sz="1600"/>
            <a:t>Outliers are hard to predict – </a:t>
          </a:r>
          <a:r>
            <a:rPr lang="en-US" sz="1600" err="1"/>
            <a:t>XGBoost</a:t>
          </a:r>
          <a:r>
            <a:rPr lang="en-US" sz="1600"/>
            <a:t> features do not always capture them well.</a:t>
          </a:r>
        </a:p>
      </dgm:t>
    </dgm:pt>
    <dgm:pt modelId="{C3CDA67F-D5A3-439F-8494-723F925B2B11}" type="parTrans" cxnId="{F7FF391F-0C45-4848-93B5-90F7456C6025}">
      <dgm:prSet/>
      <dgm:spPr/>
      <dgm:t>
        <a:bodyPr/>
        <a:lstStyle/>
        <a:p>
          <a:endParaRPr lang="en-US"/>
        </a:p>
      </dgm:t>
    </dgm:pt>
    <dgm:pt modelId="{851A4520-48FC-4795-A761-A56BD7CE0011}" type="sibTrans" cxnId="{F7FF391F-0C45-4848-93B5-90F7456C6025}">
      <dgm:prSet/>
      <dgm:spPr/>
      <dgm:t>
        <a:bodyPr/>
        <a:lstStyle/>
        <a:p>
          <a:endParaRPr lang="en-US"/>
        </a:p>
      </dgm:t>
    </dgm:pt>
    <dgm:pt modelId="{0F5BE128-6012-4536-B402-E693EABD6707}" type="pres">
      <dgm:prSet presAssocID="{8A9B2F98-3E37-4744-BC31-8CF46A6C12DB}" presName="Name0" presStyleCnt="0">
        <dgm:presLayoutVars>
          <dgm:chMax val="7"/>
          <dgm:dir/>
          <dgm:animLvl val="lvl"/>
          <dgm:resizeHandles val="exact"/>
        </dgm:presLayoutVars>
      </dgm:prSet>
      <dgm:spPr/>
    </dgm:pt>
    <dgm:pt modelId="{E6819561-0E11-487C-BE4B-90E7863C9AF9}" type="pres">
      <dgm:prSet presAssocID="{61BFE0FC-9A77-49A9-9CDA-759480FB5AEF}" presName="circle1" presStyleLbl="node1" presStyleIdx="0" presStyleCnt="4"/>
      <dgm:spPr/>
    </dgm:pt>
    <dgm:pt modelId="{C4F953AB-6885-4991-9D8B-A3B732D4D794}" type="pres">
      <dgm:prSet presAssocID="{61BFE0FC-9A77-49A9-9CDA-759480FB5AEF}" presName="space" presStyleCnt="0"/>
      <dgm:spPr/>
    </dgm:pt>
    <dgm:pt modelId="{6A23257E-DF4B-464F-9E71-3F894FE7020F}" type="pres">
      <dgm:prSet presAssocID="{61BFE0FC-9A77-49A9-9CDA-759480FB5AEF}" presName="rect1" presStyleLbl="alignAcc1" presStyleIdx="0" presStyleCnt="4"/>
      <dgm:spPr/>
    </dgm:pt>
    <dgm:pt modelId="{0A4F98E7-6A40-422C-B2BD-8C27CC287ADA}" type="pres">
      <dgm:prSet presAssocID="{40D0012B-5708-4FA9-9FBC-6220EBDDC823}" presName="vertSpace2" presStyleLbl="node1" presStyleIdx="0" presStyleCnt="4"/>
      <dgm:spPr/>
    </dgm:pt>
    <dgm:pt modelId="{97B6995D-FD64-409E-9E20-DA5F3D1C86E9}" type="pres">
      <dgm:prSet presAssocID="{40D0012B-5708-4FA9-9FBC-6220EBDDC823}" presName="circle2" presStyleLbl="node1" presStyleIdx="1" presStyleCnt="4"/>
      <dgm:spPr/>
    </dgm:pt>
    <dgm:pt modelId="{9BD75BAB-7809-40C6-B543-70065EEA3FF8}" type="pres">
      <dgm:prSet presAssocID="{40D0012B-5708-4FA9-9FBC-6220EBDDC823}" presName="rect2" presStyleLbl="alignAcc1" presStyleIdx="1" presStyleCnt="4"/>
      <dgm:spPr/>
    </dgm:pt>
    <dgm:pt modelId="{C1920103-48C1-4E8E-BCBB-B92FE347F1A5}" type="pres">
      <dgm:prSet presAssocID="{8DD9F960-B288-492E-8A9B-FFCD5A9483F1}" presName="vertSpace3" presStyleLbl="node1" presStyleIdx="1" presStyleCnt="4"/>
      <dgm:spPr/>
    </dgm:pt>
    <dgm:pt modelId="{E766C8D1-CF8B-4B79-973C-67B0525B8E2A}" type="pres">
      <dgm:prSet presAssocID="{8DD9F960-B288-492E-8A9B-FFCD5A9483F1}" presName="circle3" presStyleLbl="node1" presStyleIdx="2" presStyleCnt="4"/>
      <dgm:spPr/>
    </dgm:pt>
    <dgm:pt modelId="{938BF31B-CFB1-46C3-9420-D3F01C18AB1B}" type="pres">
      <dgm:prSet presAssocID="{8DD9F960-B288-492E-8A9B-FFCD5A9483F1}" presName="rect3" presStyleLbl="alignAcc1" presStyleIdx="2" presStyleCnt="4"/>
      <dgm:spPr/>
    </dgm:pt>
    <dgm:pt modelId="{3457A0C4-047C-4E1A-92BD-C45CC7D802A9}" type="pres">
      <dgm:prSet presAssocID="{2D256462-5A1A-49C8-BF76-FCCD73C3FD84}" presName="vertSpace4" presStyleLbl="node1" presStyleIdx="2" presStyleCnt="4"/>
      <dgm:spPr/>
    </dgm:pt>
    <dgm:pt modelId="{25E3FC1A-0363-49AF-9457-EEDA699E76AD}" type="pres">
      <dgm:prSet presAssocID="{2D256462-5A1A-49C8-BF76-FCCD73C3FD84}" presName="circle4" presStyleLbl="node1" presStyleIdx="3" presStyleCnt="4"/>
      <dgm:spPr/>
    </dgm:pt>
    <dgm:pt modelId="{0CC29310-B694-4AF7-AE5A-0AB856F4A838}" type="pres">
      <dgm:prSet presAssocID="{2D256462-5A1A-49C8-BF76-FCCD73C3FD84}" presName="rect4" presStyleLbl="alignAcc1" presStyleIdx="3" presStyleCnt="4"/>
      <dgm:spPr/>
    </dgm:pt>
    <dgm:pt modelId="{7C4ABC3B-12D0-4886-816C-92C0083AED74}" type="pres">
      <dgm:prSet presAssocID="{61BFE0FC-9A77-49A9-9CDA-759480FB5AEF}" presName="rect1ParTxNoCh" presStyleLbl="alignAcc1" presStyleIdx="3" presStyleCnt="4">
        <dgm:presLayoutVars>
          <dgm:chMax val="1"/>
          <dgm:bulletEnabled val="1"/>
        </dgm:presLayoutVars>
      </dgm:prSet>
      <dgm:spPr/>
    </dgm:pt>
    <dgm:pt modelId="{C4458A18-E453-4F6C-816A-406B32F98B0F}" type="pres">
      <dgm:prSet presAssocID="{40D0012B-5708-4FA9-9FBC-6220EBDDC823}" presName="rect2ParTxNoCh" presStyleLbl="alignAcc1" presStyleIdx="3" presStyleCnt="4">
        <dgm:presLayoutVars>
          <dgm:chMax val="1"/>
          <dgm:bulletEnabled val="1"/>
        </dgm:presLayoutVars>
      </dgm:prSet>
      <dgm:spPr/>
    </dgm:pt>
    <dgm:pt modelId="{1B583E27-CB8B-403B-8228-5464BF9DE241}" type="pres">
      <dgm:prSet presAssocID="{8DD9F960-B288-492E-8A9B-FFCD5A9483F1}" presName="rect3ParTxNoCh" presStyleLbl="alignAcc1" presStyleIdx="3" presStyleCnt="4">
        <dgm:presLayoutVars>
          <dgm:chMax val="1"/>
          <dgm:bulletEnabled val="1"/>
        </dgm:presLayoutVars>
      </dgm:prSet>
      <dgm:spPr/>
    </dgm:pt>
    <dgm:pt modelId="{618C93DD-D0ED-405B-BEBA-F0D075A50340}" type="pres">
      <dgm:prSet presAssocID="{2D256462-5A1A-49C8-BF76-FCCD73C3FD84}" presName="rect4ParTxNoCh" presStyleLbl="alignAcc1" presStyleIdx="3" presStyleCnt="4">
        <dgm:presLayoutVars>
          <dgm:chMax val="1"/>
          <dgm:bulletEnabled val="1"/>
        </dgm:presLayoutVars>
      </dgm:prSet>
      <dgm:spPr/>
    </dgm:pt>
  </dgm:ptLst>
  <dgm:cxnLst>
    <dgm:cxn modelId="{0D086701-E7B1-4969-877A-16494F5F7025}" type="presOf" srcId="{40D0012B-5708-4FA9-9FBC-6220EBDDC823}" destId="{C4458A18-E453-4F6C-816A-406B32F98B0F}" srcOrd="1" destOrd="0" presId="urn:microsoft.com/office/officeart/2005/8/layout/target3"/>
    <dgm:cxn modelId="{4D59C218-69C0-407A-B111-3998C1ED5683}" type="presOf" srcId="{61BFE0FC-9A77-49A9-9CDA-759480FB5AEF}" destId="{6A23257E-DF4B-464F-9E71-3F894FE7020F}" srcOrd="0" destOrd="0" presId="urn:microsoft.com/office/officeart/2005/8/layout/target3"/>
    <dgm:cxn modelId="{FAAE9F1E-5D3D-4596-AC12-CFA05CE97A1E}" type="presOf" srcId="{8A9B2F98-3E37-4744-BC31-8CF46A6C12DB}" destId="{0F5BE128-6012-4536-B402-E693EABD6707}" srcOrd="0" destOrd="0" presId="urn:microsoft.com/office/officeart/2005/8/layout/target3"/>
    <dgm:cxn modelId="{F7FF391F-0C45-4848-93B5-90F7456C6025}" srcId="{8A9B2F98-3E37-4744-BC31-8CF46A6C12DB}" destId="{2D256462-5A1A-49C8-BF76-FCCD73C3FD84}" srcOrd="3" destOrd="0" parTransId="{C3CDA67F-D5A3-439F-8494-723F925B2B11}" sibTransId="{851A4520-48FC-4795-A761-A56BD7CE0011}"/>
    <dgm:cxn modelId="{C4E09F27-CB46-43FC-A2FC-A1AA7F8DB98C}" type="presOf" srcId="{2D256462-5A1A-49C8-BF76-FCCD73C3FD84}" destId="{0CC29310-B694-4AF7-AE5A-0AB856F4A838}" srcOrd="0" destOrd="0" presId="urn:microsoft.com/office/officeart/2005/8/layout/target3"/>
    <dgm:cxn modelId="{73CE6D2D-D4D9-4610-B653-B72CDD698333}" type="presOf" srcId="{8DD9F960-B288-492E-8A9B-FFCD5A9483F1}" destId="{1B583E27-CB8B-403B-8228-5464BF9DE241}" srcOrd="1" destOrd="0" presId="urn:microsoft.com/office/officeart/2005/8/layout/target3"/>
    <dgm:cxn modelId="{6551293A-460D-47E5-AA7F-B3850272F302}" srcId="{8A9B2F98-3E37-4744-BC31-8CF46A6C12DB}" destId="{61BFE0FC-9A77-49A9-9CDA-759480FB5AEF}" srcOrd="0" destOrd="0" parTransId="{C79EAE5E-BAD4-4EA4-B93E-B2AA7DEF3D6E}" sibTransId="{15B44EDA-46C5-4C98-9691-810AD1B9B304}"/>
    <dgm:cxn modelId="{9B41C13C-9B18-4E94-AF4C-11E7A2C702E7}" type="presOf" srcId="{40D0012B-5708-4FA9-9FBC-6220EBDDC823}" destId="{9BD75BAB-7809-40C6-B543-70065EEA3FF8}" srcOrd="0" destOrd="0" presId="urn:microsoft.com/office/officeart/2005/8/layout/target3"/>
    <dgm:cxn modelId="{9D9EBAB5-F2C5-44D5-912F-067952575511}" srcId="{8A9B2F98-3E37-4744-BC31-8CF46A6C12DB}" destId="{40D0012B-5708-4FA9-9FBC-6220EBDDC823}" srcOrd="1" destOrd="0" parTransId="{9864B085-43A8-4B9B-8837-3FCA669AF93C}" sibTransId="{058537CC-88D5-4754-9D9A-28079485EBA5}"/>
    <dgm:cxn modelId="{3B43ABBC-F6E5-4F38-B08D-37C11869803A}" srcId="{8A9B2F98-3E37-4744-BC31-8CF46A6C12DB}" destId="{8DD9F960-B288-492E-8A9B-FFCD5A9483F1}" srcOrd="2" destOrd="0" parTransId="{482B37DC-07FF-442D-AAFC-C6B997294381}" sibTransId="{3818130A-1603-4CD7-8DFB-8010BA6851D3}"/>
    <dgm:cxn modelId="{3BC3F2C1-67C2-462B-8E1D-B1976D028545}" type="presOf" srcId="{2D256462-5A1A-49C8-BF76-FCCD73C3FD84}" destId="{618C93DD-D0ED-405B-BEBA-F0D075A50340}" srcOrd="1" destOrd="0" presId="urn:microsoft.com/office/officeart/2005/8/layout/target3"/>
    <dgm:cxn modelId="{47E647DB-75DB-45DE-9C9E-4E9108CA6C74}" type="presOf" srcId="{61BFE0FC-9A77-49A9-9CDA-759480FB5AEF}" destId="{7C4ABC3B-12D0-4886-816C-92C0083AED74}" srcOrd="1" destOrd="0" presId="urn:microsoft.com/office/officeart/2005/8/layout/target3"/>
    <dgm:cxn modelId="{AEF9E7EE-CCC8-4172-9CB7-2CCC5B6C5F4E}" type="presOf" srcId="{8DD9F960-B288-492E-8A9B-FFCD5A9483F1}" destId="{938BF31B-CFB1-46C3-9420-D3F01C18AB1B}" srcOrd="0" destOrd="0" presId="urn:microsoft.com/office/officeart/2005/8/layout/target3"/>
    <dgm:cxn modelId="{E6500C9A-46A0-493F-8180-12A34C908197}" type="presParOf" srcId="{0F5BE128-6012-4536-B402-E693EABD6707}" destId="{E6819561-0E11-487C-BE4B-90E7863C9AF9}" srcOrd="0" destOrd="0" presId="urn:microsoft.com/office/officeart/2005/8/layout/target3"/>
    <dgm:cxn modelId="{4CB6829D-A927-4018-A2B5-76FD68145BC1}" type="presParOf" srcId="{0F5BE128-6012-4536-B402-E693EABD6707}" destId="{C4F953AB-6885-4991-9D8B-A3B732D4D794}" srcOrd="1" destOrd="0" presId="urn:microsoft.com/office/officeart/2005/8/layout/target3"/>
    <dgm:cxn modelId="{04075304-7BC3-455A-B20A-8D9D7B8322F1}" type="presParOf" srcId="{0F5BE128-6012-4536-B402-E693EABD6707}" destId="{6A23257E-DF4B-464F-9E71-3F894FE7020F}" srcOrd="2" destOrd="0" presId="urn:microsoft.com/office/officeart/2005/8/layout/target3"/>
    <dgm:cxn modelId="{82C63583-20B4-407F-BD34-D5F26B1D8EA4}" type="presParOf" srcId="{0F5BE128-6012-4536-B402-E693EABD6707}" destId="{0A4F98E7-6A40-422C-B2BD-8C27CC287ADA}" srcOrd="3" destOrd="0" presId="urn:microsoft.com/office/officeart/2005/8/layout/target3"/>
    <dgm:cxn modelId="{1D6780B6-72F2-4697-843C-20A8A15FCF7F}" type="presParOf" srcId="{0F5BE128-6012-4536-B402-E693EABD6707}" destId="{97B6995D-FD64-409E-9E20-DA5F3D1C86E9}" srcOrd="4" destOrd="0" presId="urn:microsoft.com/office/officeart/2005/8/layout/target3"/>
    <dgm:cxn modelId="{A05157C3-BE08-484E-AAD2-78AE3A46A636}" type="presParOf" srcId="{0F5BE128-6012-4536-B402-E693EABD6707}" destId="{9BD75BAB-7809-40C6-B543-70065EEA3FF8}" srcOrd="5" destOrd="0" presId="urn:microsoft.com/office/officeart/2005/8/layout/target3"/>
    <dgm:cxn modelId="{05034430-6EFB-44A5-8701-B52714C11C3B}" type="presParOf" srcId="{0F5BE128-6012-4536-B402-E693EABD6707}" destId="{C1920103-48C1-4E8E-BCBB-B92FE347F1A5}" srcOrd="6" destOrd="0" presId="urn:microsoft.com/office/officeart/2005/8/layout/target3"/>
    <dgm:cxn modelId="{4358BF2F-75AE-470F-A01C-05641C8C4613}" type="presParOf" srcId="{0F5BE128-6012-4536-B402-E693EABD6707}" destId="{E766C8D1-CF8B-4B79-973C-67B0525B8E2A}" srcOrd="7" destOrd="0" presId="urn:microsoft.com/office/officeart/2005/8/layout/target3"/>
    <dgm:cxn modelId="{11D256FB-89BA-4818-8B4A-0D20D6503653}" type="presParOf" srcId="{0F5BE128-6012-4536-B402-E693EABD6707}" destId="{938BF31B-CFB1-46C3-9420-D3F01C18AB1B}" srcOrd="8" destOrd="0" presId="urn:microsoft.com/office/officeart/2005/8/layout/target3"/>
    <dgm:cxn modelId="{BDBBA034-B3AF-4FDF-AF0E-F221B64FA7D1}" type="presParOf" srcId="{0F5BE128-6012-4536-B402-E693EABD6707}" destId="{3457A0C4-047C-4E1A-92BD-C45CC7D802A9}" srcOrd="9" destOrd="0" presId="urn:microsoft.com/office/officeart/2005/8/layout/target3"/>
    <dgm:cxn modelId="{9F91EF43-3F3E-46F2-9001-FB963EDEE465}" type="presParOf" srcId="{0F5BE128-6012-4536-B402-E693EABD6707}" destId="{25E3FC1A-0363-49AF-9457-EEDA699E76AD}" srcOrd="10" destOrd="0" presId="urn:microsoft.com/office/officeart/2005/8/layout/target3"/>
    <dgm:cxn modelId="{22E6F7DE-F24E-4D72-AC62-097856E34E33}" type="presParOf" srcId="{0F5BE128-6012-4536-B402-E693EABD6707}" destId="{0CC29310-B694-4AF7-AE5A-0AB856F4A838}" srcOrd="11" destOrd="0" presId="urn:microsoft.com/office/officeart/2005/8/layout/target3"/>
    <dgm:cxn modelId="{F7581A1E-153B-4B92-893B-EF61347D0960}" type="presParOf" srcId="{0F5BE128-6012-4536-B402-E693EABD6707}" destId="{7C4ABC3B-12D0-4886-816C-92C0083AED74}" srcOrd="12" destOrd="0" presId="urn:microsoft.com/office/officeart/2005/8/layout/target3"/>
    <dgm:cxn modelId="{A1A5C113-EE0C-4ABA-9AEE-78FCFDBAE404}" type="presParOf" srcId="{0F5BE128-6012-4536-B402-E693EABD6707}" destId="{C4458A18-E453-4F6C-816A-406B32F98B0F}" srcOrd="13" destOrd="0" presId="urn:microsoft.com/office/officeart/2005/8/layout/target3"/>
    <dgm:cxn modelId="{161545A1-ED2B-4C65-AEB6-C73A8406DB97}" type="presParOf" srcId="{0F5BE128-6012-4536-B402-E693EABD6707}" destId="{1B583E27-CB8B-403B-8228-5464BF9DE241}" srcOrd="14" destOrd="0" presId="urn:microsoft.com/office/officeart/2005/8/layout/target3"/>
    <dgm:cxn modelId="{743D8A52-93AD-4AB7-BE9B-DB8BE0BE8446}" type="presParOf" srcId="{0F5BE128-6012-4536-B402-E693EABD6707}" destId="{618C93DD-D0ED-405B-BEBA-F0D075A50340}" srcOrd="15" destOrd="0" presId="urn:microsoft.com/office/officeart/2005/8/layout/target3"/>
  </dgm:cxnLst>
  <dgm:bg>
    <a:solidFill>
      <a:schemeClr val="bg1">
        <a:lumMod val="95000"/>
      </a:schemeClr>
    </a:solidFill>
  </dgm:bg>
  <dgm:whole>
    <a:ln w="22225">
      <a:solidFill>
        <a:schemeClr val="tx1">
          <a:alpha val="13000"/>
        </a:schemeClr>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5EF71056-7C52-427A-814F-025C7E6EC59D}"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7EAB0F9E-6699-4961-9DE7-B41D7F6764C5}">
      <dgm:prSet/>
      <dgm:spPr/>
      <dgm:t>
        <a:bodyPr/>
        <a:lstStyle/>
        <a:p>
          <a:r>
            <a:rPr lang="en-US" b="1"/>
            <a:t>How can the model improve further?</a:t>
          </a:r>
        </a:p>
      </dgm:t>
    </dgm:pt>
    <dgm:pt modelId="{8D98B377-8057-4BBC-915E-AC31684BD67A}" type="parTrans" cxnId="{D756FB9E-8150-4295-8741-6806327A7A9B}">
      <dgm:prSet/>
      <dgm:spPr/>
      <dgm:t>
        <a:bodyPr/>
        <a:lstStyle/>
        <a:p>
          <a:endParaRPr lang="en-US"/>
        </a:p>
      </dgm:t>
    </dgm:pt>
    <dgm:pt modelId="{6A756441-5342-4FE1-9E70-FAB7F1F4CE2E}" type="sibTrans" cxnId="{D756FB9E-8150-4295-8741-6806327A7A9B}">
      <dgm:prSet/>
      <dgm:spPr/>
      <dgm:t>
        <a:bodyPr/>
        <a:lstStyle/>
        <a:p>
          <a:endParaRPr lang="en-US"/>
        </a:p>
      </dgm:t>
    </dgm:pt>
    <dgm:pt modelId="{E263ED1B-4997-4E3A-A745-EFAE60224940}">
      <dgm:prSet/>
      <dgm:spPr/>
      <dgm:t>
        <a:bodyPr/>
        <a:lstStyle/>
        <a:p>
          <a:r>
            <a:rPr lang="en-US"/>
            <a:t>More feature engineering and feature selection</a:t>
          </a:r>
        </a:p>
      </dgm:t>
    </dgm:pt>
    <dgm:pt modelId="{B103AA5C-0DAE-4E9E-B2B3-D6C990D49038}" type="sibTrans" cxnId="{D2820029-C88C-4EA4-9892-2A1E10A8AF0D}">
      <dgm:prSet/>
      <dgm:spPr/>
      <dgm:t>
        <a:bodyPr/>
        <a:lstStyle/>
        <a:p>
          <a:endParaRPr lang="en-US"/>
        </a:p>
      </dgm:t>
    </dgm:pt>
    <dgm:pt modelId="{C8AFECB6-78B1-471D-BF55-0285190DC2E4}" type="parTrans" cxnId="{D2820029-C88C-4EA4-9892-2A1E10A8AF0D}">
      <dgm:prSet/>
      <dgm:spPr/>
      <dgm:t>
        <a:bodyPr/>
        <a:lstStyle/>
        <a:p>
          <a:endParaRPr lang="en-US"/>
        </a:p>
      </dgm:t>
    </dgm:pt>
    <dgm:pt modelId="{DDEC7A6B-566A-410D-95E6-C3B6A6D735F6}">
      <dgm:prSet/>
      <dgm:spPr/>
      <dgm:t>
        <a:bodyPr/>
        <a:lstStyle/>
        <a:p>
          <a:pPr rtl="0">
            <a:buNone/>
          </a:pPr>
          <a:r>
            <a:rPr lang="en-US"/>
            <a:t>Explore borough-level patterns </a:t>
          </a:r>
          <a:endParaRPr lang="en-US">
            <a:latin typeface="Aptos Display" panose="02110004020202020204"/>
          </a:endParaRPr>
        </a:p>
      </dgm:t>
    </dgm:pt>
    <dgm:pt modelId="{B04D4271-F31F-41AA-A107-BBA360F512CC}" type="sibTrans" cxnId="{9B03D8E9-BE5F-4D27-ACD0-5D8872221EBC}">
      <dgm:prSet/>
      <dgm:spPr/>
      <dgm:t>
        <a:bodyPr/>
        <a:lstStyle/>
        <a:p>
          <a:endParaRPr lang="en-US"/>
        </a:p>
      </dgm:t>
    </dgm:pt>
    <dgm:pt modelId="{3CF62316-F537-4F62-A0BF-7A8272A29B1C}" type="parTrans" cxnId="{9B03D8E9-BE5F-4D27-ACD0-5D8872221EBC}">
      <dgm:prSet/>
      <dgm:spPr/>
      <dgm:t>
        <a:bodyPr/>
        <a:lstStyle/>
        <a:p>
          <a:endParaRPr lang="en-US"/>
        </a:p>
      </dgm:t>
    </dgm:pt>
    <dgm:pt modelId="{EFC39198-FE17-4E34-A303-2B05DC236A01}">
      <dgm:prSet/>
      <dgm:spPr/>
      <dgm:t>
        <a:bodyPr/>
        <a:lstStyle/>
        <a:p>
          <a:pPr rtl="0">
            <a:buNone/>
          </a:pPr>
          <a:r>
            <a:rPr lang="en-US"/>
            <a:t>Add inspections, DSNY</a:t>
          </a:r>
          <a:r>
            <a:rPr lang="en-US">
              <a:latin typeface="Aptos Display" panose="02110004020202020204"/>
            </a:rPr>
            <a:t> refusal tonnage</a:t>
          </a:r>
          <a:r>
            <a:rPr lang="en-US"/>
            <a:t>, catch basin, and other external signals</a:t>
          </a:r>
        </a:p>
      </dgm:t>
    </dgm:pt>
    <dgm:pt modelId="{3FF4FBE7-D68D-4D06-B4E2-229406BF171B}" type="sibTrans" cxnId="{AAAD9355-61F2-402F-BBB4-7C3FD00443DF}">
      <dgm:prSet/>
      <dgm:spPr/>
      <dgm:t>
        <a:bodyPr/>
        <a:lstStyle/>
        <a:p>
          <a:endParaRPr lang="en-US"/>
        </a:p>
      </dgm:t>
    </dgm:pt>
    <dgm:pt modelId="{2919B4E2-8AD1-4D0F-A19A-7B0D77CFA737}" type="parTrans" cxnId="{AAAD9355-61F2-402F-BBB4-7C3FD00443DF}">
      <dgm:prSet/>
      <dgm:spPr/>
      <dgm:t>
        <a:bodyPr/>
        <a:lstStyle/>
        <a:p>
          <a:endParaRPr lang="en-US"/>
        </a:p>
      </dgm:t>
    </dgm:pt>
    <dgm:pt modelId="{1E72B610-4F52-4D01-81FE-A82EADA74BB4}">
      <dgm:prSet phldr="0"/>
      <dgm:spPr/>
      <dgm:t>
        <a:bodyPr/>
        <a:lstStyle/>
        <a:p>
          <a:r>
            <a:rPr lang="en-US"/>
            <a:t>Add IRS income data</a:t>
          </a:r>
        </a:p>
      </dgm:t>
    </dgm:pt>
    <dgm:pt modelId="{D2BD03F5-96D1-4E25-A7FA-DB47F7D25950}" type="parTrans" cxnId="{E9B8F495-5207-40D8-969C-1072AD9C9FB9}">
      <dgm:prSet/>
      <dgm:spPr/>
    </dgm:pt>
    <dgm:pt modelId="{D22F33C9-C68B-4F11-A00D-D779BA9901FE}" type="sibTrans" cxnId="{E9B8F495-5207-40D8-969C-1072AD9C9FB9}">
      <dgm:prSet/>
      <dgm:spPr/>
    </dgm:pt>
    <dgm:pt modelId="{CA9FEC49-F2DB-4802-9942-8FDD38564E16}" type="pres">
      <dgm:prSet presAssocID="{5EF71056-7C52-427A-814F-025C7E6EC59D}" presName="vert0" presStyleCnt="0">
        <dgm:presLayoutVars>
          <dgm:dir/>
          <dgm:animOne val="branch"/>
          <dgm:animLvl val="lvl"/>
        </dgm:presLayoutVars>
      </dgm:prSet>
      <dgm:spPr/>
    </dgm:pt>
    <dgm:pt modelId="{9BCDE0A6-AC73-4DDD-8B5D-B4C373428A88}" type="pres">
      <dgm:prSet presAssocID="{7EAB0F9E-6699-4961-9DE7-B41D7F6764C5}" presName="thickLine" presStyleLbl="alignNode1" presStyleIdx="0" presStyleCnt="5"/>
      <dgm:spPr>
        <a:ln>
          <a:noFill/>
        </a:ln>
        <a:effectLst>
          <a:glow rad="127000">
            <a:schemeClr val="bg1"/>
          </a:glow>
          <a:outerShdw blurRad="63500" sx="102000" sy="102000" algn="ctr" rotWithShape="0">
            <a:prstClr val="black">
              <a:alpha val="40000"/>
            </a:prstClr>
          </a:outerShdw>
        </a:effectLst>
      </dgm:spPr>
    </dgm:pt>
    <dgm:pt modelId="{080567A0-D948-4CA0-BB46-4188BAF3009D}" type="pres">
      <dgm:prSet presAssocID="{7EAB0F9E-6699-4961-9DE7-B41D7F6764C5}" presName="horz1" presStyleCnt="0"/>
      <dgm:spPr/>
    </dgm:pt>
    <dgm:pt modelId="{6E6F9074-FF77-4F00-8E75-C57D329AA10F}" type="pres">
      <dgm:prSet presAssocID="{7EAB0F9E-6699-4961-9DE7-B41D7F6764C5}" presName="tx1" presStyleLbl="revTx" presStyleIdx="0" presStyleCnt="5"/>
      <dgm:spPr/>
    </dgm:pt>
    <dgm:pt modelId="{914BE994-A977-4182-80B0-1447F6B275CE}" type="pres">
      <dgm:prSet presAssocID="{7EAB0F9E-6699-4961-9DE7-B41D7F6764C5}" presName="vert1" presStyleCnt="0"/>
      <dgm:spPr/>
    </dgm:pt>
    <dgm:pt modelId="{E305F18B-082D-4987-A793-DD63982A4530}" type="pres">
      <dgm:prSet presAssocID="{E263ED1B-4997-4E3A-A745-EFAE60224940}" presName="thickLine" presStyleLbl="alignNode1" presStyleIdx="1" presStyleCnt="5"/>
      <dgm:spPr/>
    </dgm:pt>
    <dgm:pt modelId="{2CA818DE-B44D-445B-9196-55CBC53B1777}" type="pres">
      <dgm:prSet presAssocID="{E263ED1B-4997-4E3A-A745-EFAE60224940}" presName="horz1" presStyleCnt="0"/>
      <dgm:spPr/>
    </dgm:pt>
    <dgm:pt modelId="{A0AA87EA-DE92-4B52-8567-8B91DF06DB14}" type="pres">
      <dgm:prSet presAssocID="{E263ED1B-4997-4E3A-A745-EFAE60224940}" presName="tx1" presStyleLbl="revTx" presStyleIdx="1" presStyleCnt="5"/>
      <dgm:spPr/>
    </dgm:pt>
    <dgm:pt modelId="{DB34BD42-4052-43CB-ABAD-D5404B56AC8A}" type="pres">
      <dgm:prSet presAssocID="{E263ED1B-4997-4E3A-A745-EFAE60224940}" presName="vert1" presStyleCnt="0"/>
      <dgm:spPr/>
    </dgm:pt>
    <dgm:pt modelId="{2C3B18A7-5BAF-4F42-94B8-989B3F25FE41}" type="pres">
      <dgm:prSet presAssocID="{DDEC7A6B-566A-410D-95E6-C3B6A6D735F6}" presName="thickLine" presStyleLbl="alignNode1" presStyleIdx="2" presStyleCnt="5"/>
      <dgm:spPr/>
    </dgm:pt>
    <dgm:pt modelId="{A3CBAD3F-7928-4500-9101-EC489001154F}" type="pres">
      <dgm:prSet presAssocID="{DDEC7A6B-566A-410D-95E6-C3B6A6D735F6}" presName="horz1" presStyleCnt="0"/>
      <dgm:spPr/>
    </dgm:pt>
    <dgm:pt modelId="{8B85DA12-4A28-4722-B41A-285FDA9F41E1}" type="pres">
      <dgm:prSet presAssocID="{DDEC7A6B-566A-410D-95E6-C3B6A6D735F6}" presName="tx1" presStyleLbl="revTx" presStyleIdx="2" presStyleCnt="5"/>
      <dgm:spPr/>
    </dgm:pt>
    <dgm:pt modelId="{3CADC4B0-D152-4F84-9839-F789F5F54293}" type="pres">
      <dgm:prSet presAssocID="{DDEC7A6B-566A-410D-95E6-C3B6A6D735F6}" presName="vert1" presStyleCnt="0"/>
      <dgm:spPr/>
    </dgm:pt>
    <dgm:pt modelId="{49E8345A-5A06-4567-9824-0958B11F9166}" type="pres">
      <dgm:prSet presAssocID="{1E72B610-4F52-4D01-81FE-A82EADA74BB4}" presName="thickLine" presStyleLbl="alignNode1" presStyleIdx="3" presStyleCnt="5"/>
      <dgm:spPr/>
    </dgm:pt>
    <dgm:pt modelId="{5FBAE8C6-1CF1-40E0-9C7A-5BEA268DEC9C}" type="pres">
      <dgm:prSet presAssocID="{1E72B610-4F52-4D01-81FE-A82EADA74BB4}" presName="horz1" presStyleCnt="0"/>
      <dgm:spPr/>
    </dgm:pt>
    <dgm:pt modelId="{5D964145-9D16-40AE-8168-1708F4D38FCA}" type="pres">
      <dgm:prSet presAssocID="{1E72B610-4F52-4D01-81FE-A82EADA74BB4}" presName="tx1" presStyleLbl="revTx" presStyleIdx="3" presStyleCnt="5"/>
      <dgm:spPr/>
    </dgm:pt>
    <dgm:pt modelId="{D7A070AE-758C-4141-AFC9-D10CF74529A1}" type="pres">
      <dgm:prSet presAssocID="{1E72B610-4F52-4D01-81FE-A82EADA74BB4}" presName="vert1" presStyleCnt="0"/>
      <dgm:spPr/>
    </dgm:pt>
    <dgm:pt modelId="{1A8EE55E-C496-4504-B1E2-B6F4DB413332}" type="pres">
      <dgm:prSet presAssocID="{EFC39198-FE17-4E34-A303-2B05DC236A01}" presName="thickLine" presStyleLbl="alignNode1" presStyleIdx="4" presStyleCnt="5"/>
      <dgm:spPr/>
    </dgm:pt>
    <dgm:pt modelId="{9FEFB69E-B77B-4AD9-8A19-7FA324A7B580}" type="pres">
      <dgm:prSet presAssocID="{EFC39198-FE17-4E34-A303-2B05DC236A01}" presName="horz1" presStyleCnt="0"/>
      <dgm:spPr/>
    </dgm:pt>
    <dgm:pt modelId="{634943E6-7DD9-42A3-89CE-5FAD3376769E}" type="pres">
      <dgm:prSet presAssocID="{EFC39198-FE17-4E34-A303-2B05DC236A01}" presName="tx1" presStyleLbl="revTx" presStyleIdx="4" presStyleCnt="5"/>
      <dgm:spPr/>
    </dgm:pt>
    <dgm:pt modelId="{060FB6E1-4ADB-495F-AC42-1725E16E5AC7}" type="pres">
      <dgm:prSet presAssocID="{EFC39198-FE17-4E34-A303-2B05DC236A01}" presName="vert1" presStyleCnt="0"/>
      <dgm:spPr/>
    </dgm:pt>
  </dgm:ptLst>
  <dgm:cxnLst>
    <dgm:cxn modelId="{20568C1B-CA62-4C54-953B-ACEFB541DF8A}" type="presOf" srcId="{E263ED1B-4997-4E3A-A745-EFAE60224940}" destId="{A0AA87EA-DE92-4B52-8567-8B91DF06DB14}" srcOrd="0" destOrd="0" presId="urn:microsoft.com/office/officeart/2008/layout/LinedList"/>
    <dgm:cxn modelId="{B9FFFC25-0D90-4CD5-ABEC-C337A1E98EA8}" type="presOf" srcId="{7EAB0F9E-6699-4961-9DE7-B41D7F6764C5}" destId="{6E6F9074-FF77-4F00-8E75-C57D329AA10F}" srcOrd="0" destOrd="0" presId="urn:microsoft.com/office/officeart/2008/layout/LinedList"/>
    <dgm:cxn modelId="{D2820029-C88C-4EA4-9892-2A1E10A8AF0D}" srcId="{5EF71056-7C52-427A-814F-025C7E6EC59D}" destId="{E263ED1B-4997-4E3A-A745-EFAE60224940}" srcOrd="1" destOrd="0" parTransId="{C8AFECB6-78B1-471D-BF55-0285190DC2E4}" sibTransId="{B103AA5C-0DAE-4E9E-B2B3-D6C990D49038}"/>
    <dgm:cxn modelId="{AAAD9355-61F2-402F-BBB4-7C3FD00443DF}" srcId="{5EF71056-7C52-427A-814F-025C7E6EC59D}" destId="{EFC39198-FE17-4E34-A303-2B05DC236A01}" srcOrd="4" destOrd="0" parTransId="{2919B4E2-8AD1-4D0F-A19A-7B0D77CFA737}" sibTransId="{3FF4FBE7-D68D-4D06-B4E2-229406BF171B}"/>
    <dgm:cxn modelId="{E9B8F495-5207-40D8-969C-1072AD9C9FB9}" srcId="{5EF71056-7C52-427A-814F-025C7E6EC59D}" destId="{1E72B610-4F52-4D01-81FE-A82EADA74BB4}" srcOrd="3" destOrd="0" parTransId="{D2BD03F5-96D1-4E25-A7FA-DB47F7D25950}" sibTransId="{D22F33C9-C68B-4F11-A00D-D779BA9901FE}"/>
    <dgm:cxn modelId="{6A4D049D-3512-4A1B-995A-73BCAE7DA2DA}" type="presOf" srcId="{EFC39198-FE17-4E34-A303-2B05DC236A01}" destId="{634943E6-7DD9-42A3-89CE-5FAD3376769E}" srcOrd="0" destOrd="0" presId="urn:microsoft.com/office/officeart/2008/layout/LinedList"/>
    <dgm:cxn modelId="{D756FB9E-8150-4295-8741-6806327A7A9B}" srcId="{5EF71056-7C52-427A-814F-025C7E6EC59D}" destId="{7EAB0F9E-6699-4961-9DE7-B41D7F6764C5}" srcOrd="0" destOrd="0" parTransId="{8D98B377-8057-4BBC-915E-AC31684BD67A}" sibTransId="{6A756441-5342-4FE1-9E70-FAB7F1F4CE2E}"/>
    <dgm:cxn modelId="{4CF715A5-2873-4749-8274-A90EAB47ADB9}" type="presOf" srcId="{1E72B610-4F52-4D01-81FE-A82EADA74BB4}" destId="{5D964145-9D16-40AE-8168-1708F4D38FCA}" srcOrd="0" destOrd="0" presId="urn:microsoft.com/office/officeart/2008/layout/LinedList"/>
    <dgm:cxn modelId="{C4462AD8-5707-4139-80F4-E1ED0D2B9ED1}" type="presOf" srcId="{5EF71056-7C52-427A-814F-025C7E6EC59D}" destId="{CA9FEC49-F2DB-4802-9942-8FDD38564E16}" srcOrd="0" destOrd="0" presId="urn:microsoft.com/office/officeart/2008/layout/LinedList"/>
    <dgm:cxn modelId="{37F19DDB-FBDB-47A3-BC73-585939C25410}" type="presOf" srcId="{DDEC7A6B-566A-410D-95E6-C3B6A6D735F6}" destId="{8B85DA12-4A28-4722-B41A-285FDA9F41E1}" srcOrd="0" destOrd="0" presId="urn:microsoft.com/office/officeart/2008/layout/LinedList"/>
    <dgm:cxn modelId="{9B03D8E9-BE5F-4D27-ACD0-5D8872221EBC}" srcId="{5EF71056-7C52-427A-814F-025C7E6EC59D}" destId="{DDEC7A6B-566A-410D-95E6-C3B6A6D735F6}" srcOrd="2" destOrd="0" parTransId="{3CF62316-F537-4F62-A0BF-7A8272A29B1C}" sibTransId="{B04D4271-F31F-41AA-A107-BBA360F512CC}"/>
    <dgm:cxn modelId="{FF2DE722-3C4C-4C76-82DB-8DF3E688D991}" type="presParOf" srcId="{CA9FEC49-F2DB-4802-9942-8FDD38564E16}" destId="{9BCDE0A6-AC73-4DDD-8B5D-B4C373428A88}" srcOrd="0" destOrd="0" presId="urn:microsoft.com/office/officeart/2008/layout/LinedList"/>
    <dgm:cxn modelId="{351C785D-05AA-4DEC-996F-05F0F614C7AB}" type="presParOf" srcId="{CA9FEC49-F2DB-4802-9942-8FDD38564E16}" destId="{080567A0-D948-4CA0-BB46-4188BAF3009D}" srcOrd="1" destOrd="0" presId="urn:microsoft.com/office/officeart/2008/layout/LinedList"/>
    <dgm:cxn modelId="{D85CA574-E91C-4499-A14E-AB42674D0E25}" type="presParOf" srcId="{080567A0-D948-4CA0-BB46-4188BAF3009D}" destId="{6E6F9074-FF77-4F00-8E75-C57D329AA10F}" srcOrd="0" destOrd="0" presId="urn:microsoft.com/office/officeart/2008/layout/LinedList"/>
    <dgm:cxn modelId="{D96CF00F-9938-4519-A8CA-6754FF88AF07}" type="presParOf" srcId="{080567A0-D948-4CA0-BB46-4188BAF3009D}" destId="{914BE994-A977-4182-80B0-1447F6B275CE}" srcOrd="1" destOrd="0" presId="urn:microsoft.com/office/officeart/2008/layout/LinedList"/>
    <dgm:cxn modelId="{3D622DFB-74C8-47A2-BACC-B9B6A5104F3C}" type="presParOf" srcId="{CA9FEC49-F2DB-4802-9942-8FDD38564E16}" destId="{E305F18B-082D-4987-A793-DD63982A4530}" srcOrd="2" destOrd="0" presId="urn:microsoft.com/office/officeart/2008/layout/LinedList"/>
    <dgm:cxn modelId="{07C40A34-CF07-4CCB-890A-BCDCEAAFF014}" type="presParOf" srcId="{CA9FEC49-F2DB-4802-9942-8FDD38564E16}" destId="{2CA818DE-B44D-445B-9196-55CBC53B1777}" srcOrd="3" destOrd="0" presId="urn:microsoft.com/office/officeart/2008/layout/LinedList"/>
    <dgm:cxn modelId="{5D4BEEA2-4593-4290-B5D6-42493666D05B}" type="presParOf" srcId="{2CA818DE-B44D-445B-9196-55CBC53B1777}" destId="{A0AA87EA-DE92-4B52-8567-8B91DF06DB14}" srcOrd="0" destOrd="0" presId="urn:microsoft.com/office/officeart/2008/layout/LinedList"/>
    <dgm:cxn modelId="{29304B82-5926-4861-BBB1-82C021352248}" type="presParOf" srcId="{2CA818DE-B44D-445B-9196-55CBC53B1777}" destId="{DB34BD42-4052-43CB-ABAD-D5404B56AC8A}" srcOrd="1" destOrd="0" presId="urn:microsoft.com/office/officeart/2008/layout/LinedList"/>
    <dgm:cxn modelId="{E944643C-E409-44AC-8738-61E06F11E434}" type="presParOf" srcId="{CA9FEC49-F2DB-4802-9942-8FDD38564E16}" destId="{2C3B18A7-5BAF-4F42-94B8-989B3F25FE41}" srcOrd="4" destOrd="0" presId="urn:microsoft.com/office/officeart/2008/layout/LinedList"/>
    <dgm:cxn modelId="{92426CDF-CE68-4D95-AD2D-2165AC38FF2C}" type="presParOf" srcId="{CA9FEC49-F2DB-4802-9942-8FDD38564E16}" destId="{A3CBAD3F-7928-4500-9101-EC489001154F}" srcOrd="5" destOrd="0" presId="urn:microsoft.com/office/officeart/2008/layout/LinedList"/>
    <dgm:cxn modelId="{4E52C5BA-75AC-4409-95BA-29FB2D508726}" type="presParOf" srcId="{A3CBAD3F-7928-4500-9101-EC489001154F}" destId="{8B85DA12-4A28-4722-B41A-285FDA9F41E1}" srcOrd="0" destOrd="0" presId="urn:microsoft.com/office/officeart/2008/layout/LinedList"/>
    <dgm:cxn modelId="{1C21EB94-4F15-49E8-B84A-EC5A5127FEE4}" type="presParOf" srcId="{A3CBAD3F-7928-4500-9101-EC489001154F}" destId="{3CADC4B0-D152-4F84-9839-F789F5F54293}" srcOrd="1" destOrd="0" presId="urn:microsoft.com/office/officeart/2008/layout/LinedList"/>
    <dgm:cxn modelId="{345A5BDC-E61B-4BA5-A94C-9C337FC2CCC6}" type="presParOf" srcId="{CA9FEC49-F2DB-4802-9942-8FDD38564E16}" destId="{49E8345A-5A06-4567-9824-0958B11F9166}" srcOrd="6" destOrd="0" presId="urn:microsoft.com/office/officeart/2008/layout/LinedList"/>
    <dgm:cxn modelId="{80683AFA-E756-49A8-A628-9487E05AD86C}" type="presParOf" srcId="{CA9FEC49-F2DB-4802-9942-8FDD38564E16}" destId="{5FBAE8C6-1CF1-40E0-9C7A-5BEA268DEC9C}" srcOrd="7" destOrd="0" presId="urn:microsoft.com/office/officeart/2008/layout/LinedList"/>
    <dgm:cxn modelId="{D8880484-B723-44C2-9EBB-B49446C10C96}" type="presParOf" srcId="{5FBAE8C6-1CF1-40E0-9C7A-5BEA268DEC9C}" destId="{5D964145-9D16-40AE-8168-1708F4D38FCA}" srcOrd="0" destOrd="0" presId="urn:microsoft.com/office/officeart/2008/layout/LinedList"/>
    <dgm:cxn modelId="{293D827C-7C97-494E-8C83-94C4BB1146C2}" type="presParOf" srcId="{5FBAE8C6-1CF1-40E0-9C7A-5BEA268DEC9C}" destId="{D7A070AE-758C-4141-AFC9-D10CF74529A1}" srcOrd="1" destOrd="0" presId="urn:microsoft.com/office/officeart/2008/layout/LinedList"/>
    <dgm:cxn modelId="{2E02B973-74CF-405D-8F8B-614B062C7117}" type="presParOf" srcId="{CA9FEC49-F2DB-4802-9942-8FDD38564E16}" destId="{1A8EE55E-C496-4504-B1E2-B6F4DB413332}" srcOrd="8" destOrd="0" presId="urn:microsoft.com/office/officeart/2008/layout/LinedList"/>
    <dgm:cxn modelId="{36935425-C89F-4ED9-B492-D1A18BF8B608}" type="presParOf" srcId="{CA9FEC49-F2DB-4802-9942-8FDD38564E16}" destId="{9FEFB69E-B77B-4AD9-8A19-7FA324A7B580}" srcOrd="9" destOrd="0" presId="urn:microsoft.com/office/officeart/2008/layout/LinedList"/>
    <dgm:cxn modelId="{EAADF980-FA8A-4946-A0B5-66DEC58B801D}" type="presParOf" srcId="{9FEFB69E-B77B-4AD9-8A19-7FA324A7B580}" destId="{634943E6-7DD9-42A3-89CE-5FAD3376769E}" srcOrd="0" destOrd="0" presId="urn:microsoft.com/office/officeart/2008/layout/LinedList"/>
    <dgm:cxn modelId="{26773C25-283F-4C48-AAD2-5443FB85BB72}" type="presParOf" srcId="{9FEFB69E-B77B-4AD9-8A19-7FA324A7B580}" destId="{060FB6E1-4ADB-495F-AC42-1725E16E5AC7}" srcOrd="1" destOrd="0" presId="urn:microsoft.com/office/officeart/2008/layout/LinedList"/>
  </dgm:cxnLst>
  <dgm:bg>
    <a:solidFill>
      <a:schemeClr val="bg2">
        <a:lumMod val="90000"/>
      </a:schemeClr>
    </a:solidFill>
    <a:effectLst>
      <a:outerShdw blurRad="63500" sx="102000" sy="102000" algn="ctr" rotWithShape="0">
        <a:prstClr val="black">
          <a:alpha val="40000"/>
        </a:prstClr>
      </a:outerShdw>
    </a:effectLst>
  </dgm:bg>
  <dgm:whole>
    <a:ln>
      <a:noFill/>
    </a:ln>
  </dgm:whole>
  <dgm:extLst>
    <a:ext uri="http://schemas.microsoft.com/office/drawing/2008/diagram">
      <dsp:dataModelExt xmlns:dsp="http://schemas.microsoft.com/office/drawing/2008/diagram" relId="rId9"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BE0481AB-3B79-4DE4-9CED-51900D211BD5}" type="doc">
      <dgm:prSet loTypeId="urn:microsoft.com/office/officeart/2005/8/layout/pList1" loCatId="list" qsTypeId="urn:microsoft.com/office/officeart/2005/8/quickstyle/simple1" qsCatId="simple" csTypeId="urn:microsoft.com/office/officeart/2005/8/colors/accent0_2" csCatId="mainScheme" phldr="1"/>
      <dgm:spPr/>
      <dgm:t>
        <a:bodyPr/>
        <a:lstStyle/>
        <a:p>
          <a:endParaRPr lang="en-US"/>
        </a:p>
      </dgm:t>
    </dgm:pt>
    <dgm:pt modelId="{671C0DEF-8ED2-4F9A-BF32-0C6FA52ECBA7}">
      <dgm:prSet/>
      <dgm:spPr/>
      <dgm:t>
        <a:bodyPr/>
        <a:lstStyle/>
        <a:p>
          <a:r>
            <a:rPr lang="en-US"/>
            <a:t>Better feature selection</a:t>
          </a:r>
        </a:p>
      </dgm:t>
    </dgm:pt>
    <dgm:pt modelId="{8188F795-46DF-459F-917F-6726FE9B21D3}" type="parTrans" cxnId="{E4601F21-9A29-4A83-BAEF-B59BDADC9F2E}">
      <dgm:prSet/>
      <dgm:spPr/>
      <dgm:t>
        <a:bodyPr/>
        <a:lstStyle/>
        <a:p>
          <a:endParaRPr lang="en-US"/>
        </a:p>
      </dgm:t>
    </dgm:pt>
    <dgm:pt modelId="{F1806B8A-9431-4F54-B81E-572A621E252F}" type="sibTrans" cxnId="{E4601F21-9A29-4A83-BAEF-B59BDADC9F2E}">
      <dgm:prSet/>
      <dgm:spPr/>
      <dgm:t>
        <a:bodyPr/>
        <a:lstStyle/>
        <a:p>
          <a:endParaRPr lang="en-US"/>
        </a:p>
      </dgm:t>
    </dgm:pt>
    <dgm:pt modelId="{D1DC341B-F3FF-4523-8867-D0A5286DBCE3}">
      <dgm:prSet/>
      <dgm:spPr/>
      <dgm:t>
        <a:bodyPr/>
        <a:lstStyle/>
        <a:p>
          <a:r>
            <a:rPr lang="en-US"/>
            <a:t>External data sources</a:t>
          </a:r>
        </a:p>
      </dgm:t>
    </dgm:pt>
    <dgm:pt modelId="{8E686EB5-B40C-49E7-93CF-B8F981578DF2}" type="parTrans" cxnId="{397B27D9-EAD2-46F6-A5E2-A26BB890741A}">
      <dgm:prSet/>
      <dgm:spPr/>
      <dgm:t>
        <a:bodyPr/>
        <a:lstStyle/>
        <a:p>
          <a:endParaRPr lang="en-US"/>
        </a:p>
      </dgm:t>
    </dgm:pt>
    <dgm:pt modelId="{59ABFED7-9AB8-4B2C-BC46-7D079E02277F}" type="sibTrans" cxnId="{397B27D9-EAD2-46F6-A5E2-A26BB890741A}">
      <dgm:prSet/>
      <dgm:spPr/>
      <dgm:t>
        <a:bodyPr/>
        <a:lstStyle/>
        <a:p>
          <a:endParaRPr lang="en-US"/>
        </a:p>
      </dgm:t>
    </dgm:pt>
    <dgm:pt modelId="{00F969F8-47CA-4C1E-BCCD-F6BCDDC07755}">
      <dgm:prSet/>
      <dgm:spPr/>
      <dgm:t>
        <a:bodyPr/>
        <a:lstStyle/>
        <a:p>
          <a:r>
            <a:rPr lang="en-US"/>
            <a:t>Borough-level patterns</a:t>
          </a:r>
        </a:p>
      </dgm:t>
    </dgm:pt>
    <dgm:pt modelId="{8054F7A5-34CD-4304-9CCD-826890536053}" type="parTrans" cxnId="{A4CC0E1D-FF45-47F6-8EC4-C2068458AA63}">
      <dgm:prSet/>
      <dgm:spPr/>
      <dgm:t>
        <a:bodyPr/>
        <a:lstStyle/>
        <a:p>
          <a:endParaRPr lang="en-US"/>
        </a:p>
      </dgm:t>
    </dgm:pt>
    <dgm:pt modelId="{A397E4FF-8BDF-4D24-BE70-2F2898609FBB}" type="sibTrans" cxnId="{A4CC0E1D-FF45-47F6-8EC4-C2068458AA63}">
      <dgm:prSet/>
      <dgm:spPr/>
      <dgm:t>
        <a:bodyPr/>
        <a:lstStyle/>
        <a:p>
          <a:endParaRPr lang="en-US"/>
        </a:p>
      </dgm:t>
    </dgm:pt>
    <dgm:pt modelId="{E9610326-999C-480E-8588-C44C6E378775}">
      <dgm:prSet/>
      <dgm:spPr/>
      <dgm:t>
        <a:bodyPr/>
        <a:lstStyle/>
        <a:p>
          <a:r>
            <a:rPr lang="en-US"/>
            <a:t>Model insights</a:t>
          </a:r>
        </a:p>
      </dgm:t>
    </dgm:pt>
    <dgm:pt modelId="{F1D8728F-D9B1-4286-9768-F6E023BB1A87}" type="parTrans" cxnId="{6434A935-9C5B-42E8-8228-F635BEC2CCDA}">
      <dgm:prSet/>
      <dgm:spPr/>
      <dgm:t>
        <a:bodyPr/>
        <a:lstStyle/>
        <a:p>
          <a:endParaRPr lang="en-US"/>
        </a:p>
      </dgm:t>
    </dgm:pt>
    <dgm:pt modelId="{B8DFE3BF-0582-468A-8C12-93FFD7588C9F}" type="sibTrans" cxnId="{6434A935-9C5B-42E8-8228-F635BEC2CCDA}">
      <dgm:prSet/>
      <dgm:spPr/>
      <dgm:t>
        <a:bodyPr/>
        <a:lstStyle/>
        <a:p>
          <a:endParaRPr lang="en-US"/>
        </a:p>
      </dgm:t>
    </dgm:pt>
    <dgm:pt modelId="{DDDA5AE7-BBED-48D2-9997-6EBE20CD6EC1}" type="pres">
      <dgm:prSet presAssocID="{BE0481AB-3B79-4DE4-9CED-51900D211BD5}" presName="Name0" presStyleCnt="0">
        <dgm:presLayoutVars>
          <dgm:dir/>
          <dgm:resizeHandles val="exact"/>
        </dgm:presLayoutVars>
      </dgm:prSet>
      <dgm:spPr/>
    </dgm:pt>
    <dgm:pt modelId="{103E2BE0-1716-400F-B379-C6E415007C4F}" type="pres">
      <dgm:prSet presAssocID="{671C0DEF-8ED2-4F9A-BF32-0C6FA52ECBA7}" presName="compNode" presStyleCnt="0"/>
      <dgm:spPr/>
    </dgm:pt>
    <dgm:pt modelId="{4F97EECA-8437-4DD3-B2DA-4F7B7F434BD7}" type="pres">
      <dgm:prSet presAssocID="{671C0DEF-8ED2-4F9A-BF32-0C6FA52ECBA7}" presName="pictRect" presStyleLbl="node1" presStyleIdx="0" presStyleCnt="4" custLinFactNeighborX="-1451" custLinFactNeighborY="5087"/>
      <dgm:spPr>
        <a:blipFill>
          <a:blip xmlns:r="http://schemas.openxmlformats.org/officeDocument/2006/relationships" r:embed="rId1"/>
          <a:srcRect/>
          <a:stretch>
            <a:fillRect l="-19000" r="-19000"/>
          </a:stretch>
        </a:blipFill>
      </dgm:spPr>
    </dgm:pt>
    <dgm:pt modelId="{B9EF90C4-A7A5-4214-BFDA-6F35F7F71A2D}" type="pres">
      <dgm:prSet presAssocID="{671C0DEF-8ED2-4F9A-BF32-0C6FA52ECBA7}" presName="textRect" presStyleLbl="revTx" presStyleIdx="0" presStyleCnt="4">
        <dgm:presLayoutVars>
          <dgm:bulletEnabled val="1"/>
        </dgm:presLayoutVars>
      </dgm:prSet>
      <dgm:spPr/>
    </dgm:pt>
    <dgm:pt modelId="{93B79C4C-2B19-4070-9FFB-932DB380EBEF}" type="pres">
      <dgm:prSet presAssocID="{F1806B8A-9431-4F54-B81E-572A621E252F}" presName="sibTrans" presStyleLbl="sibTrans2D1" presStyleIdx="0" presStyleCnt="0"/>
      <dgm:spPr/>
    </dgm:pt>
    <dgm:pt modelId="{87E8A6DB-2097-4E6E-BE70-C82D5E918FE6}" type="pres">
      <dgm:prSet presAssocID="{D1DC341B-F3FF-4523-8867-D0A5286DBCE3}" presName="compNode" presStyleCnt="0"/>
      <dgm:spPr/>
    </dgm:pt>
    <dgm:pt modelId="{3ECDB496-BD1B-469C-8A2A-FCC7654F18D0}" type="pres">
      <dgm:prSet presAssocID="{D1DC341B-F3FF-4523-8867-D0A5286DBCE3}" presName="pictRect" presStyleLbl="node1" presStyleIdx="1" presStyleCnt="4" custLinFactNeighborX="-2901" custLinFactNeighborY="5087"/>
      <dgm:spPr>
        <a:blipFill>
          <a:blip xmlns:r="http://schemas.openxmlformats.org/officeDocument/2006/relationships" r:embed="rId2"/>
          <a:srcRect/>
          <a:stretch>
            <a:fillRect l="-11000" r="-11000"/>
          </a:stretch>
        </a:blipFill>
      </dgm:spPr>
    </dgm:pt>
    <dgm:pt modelId="{EDDFD9BD-FFD7-4307-837B-09C94F729A33}" type="pres">
      <dgm:prSet presAssocID="{D1DC341B-F3FF-4523-8867-D0A5286DBCE3}" presName="textRect" presStyleLbl="revTx" presStyleIdx="1" presStyleCnt="4">
        <dgm:presLayoutVars>
          <dgm:bulletEnabled val="1"/>
        </dgm:presLayoutVars>
      </dgm:prSet>
      <dgm:spPr/>
    </dgm:pt>
    <dgm:pt modelId="{A9A2C7BA-7425-445D-85B7-BE5DC3BEBC74}" type="pres">
      <dgm:prSet presAssocID="{59ABFED7-9AB8-4B2C-BC46-7D079E02277F}" presName="sibTrans" presStyleLbl="sibTrans2D1" presStyleIdx="0" presStyleCnt="0"/>
      <dgm:spPr/>
    </dgm:pt>
    <dgm:pt modelId="{0EBA2760-AFBA-4FF3-B3C5-368E30C440B6}" type="pres">
      <dgm:prSet presAssocID="{00F969F8-47CA-4C1E-BCCD-F6BCDDC07755}" presName="compNode" presStyleCnt="0"/>
      <dgm:spPr/>
    </dgm:pt>
    <dgm:pt modelId="{E2CF46F5-4141-466F-A07A-2613A07A6746}" type="pres">
      <dgm:prSet presAssocID="{00F969F8-47CA-4C1E-BCCD-F6BCDDC07755}" presName="pictRect" presStyleLbl="node1" presStyleIdx="2" presStyleCnt="4"/>
      <dgm:spPr>
        <a:blipFill>
          <a:blip xmlns:r="http://schemas.openxmlformats.org/officeDocument/2006/relationships" r:embed="rId3"/>
          <a:srcRect/>
          <a:stretch>
            <a:fillRect t="-4000" b="-4000"/>
          </a:stretch>
        </a:blipFill>
      </dgm:spPr>
    </dgm:pt>
    <dgm:pt modelId="{5E1536E4-4F34-4080-AC3F-76D3EDC63E60}" type="pres">
      <dgm:prSet presAssocID="{00F969F8-47CA-4C1E-BCCD-F6BCDDC07755}" presName="textRect" presStyleLbl="revTx" presStyleIdx="2" presStyleCnt="4">
        <dgm:presLayoutVars>
          <dgm:bulletEnabled val="1"/>
        </dgm:presLayoutVars>
      </dgm:prSet>
      <dgm:spPr/>
    </dgm:pt>
    <dgm:pt modelId="{60B1255C-EC46-4DD5-98CC-BE6F2EAC4AC9}" type="pres">
      <dgm:prSet presAssocID="{A397E4FF-8BDF-4D24-BE70-2F2898609FBB}" presName="sibTrans" presStyleLbl="sibTrans2D1" presStyleIdx="0" presStyleCnt="0"/>
      <dgm:spPr/>
    </dgm:pt>
    <dgm:pt modelId="{C7E1DF9F-ABC0-4532-AB12-94BB1F6BA4A0}" type="pres">
      <dgm:prSet presAssocID="{E9610326-999C-480E-8588-C44C6E378775}" presName="compNode" presStyleCnt="0"/>
      <dgm:spPr/>
    </dgm:pt>
    <dgm:pt modelId="{6BB2B8D8-5F7F-4519-8B8A-E332CB429491}" type="pres">
      <dgm:prSet presAssocID="{E9610326-999C-480E-8588-C44C6E378775}" presName="pictRect" presStyleLbl="node1" presStyleIdx="3" presStyleCnt="4"/>
      <dgm:spPr>
        <a:blipFill>
          <a:blip xmlns:r="http://schemas.openxmlformats.org/officeDocument/2006/relationships" r:embed="rId4"/>
          <a:srcRect/>
          <a:stretch>
            <a:fillRect l="-9000" r="-9000"/>
          </a:stretch>
        </a:blipFill>
        <a:effectLst>
          <a:outerShdw blurRad="63500" sx="102000" sy="102000" algn="ctr" rotWithShape="0">
            <a:prstClr val="black">
              <a:alpha val="40000"/>
            </a:prstClr>
          </a:outerShdw>
        </a:effectLst>
      </dgm:spPr>
    </dgm:pt>
    <dgm:pt modelId="{64FFE958-1A21-4547-A9B2-39D0EEED5BCE}" type="pres">
      <dgm:prSet presAssocID="{E9610326-999C-480E-8588-C44C6E378775}" presName="textRect" presStyleLbl="revTx" presStyleIdx="3" presStyleCnt="4">
        <dgm:presLayoutVars>
          <dgm:bulletEnabled val="1"/>
        </dgm:presLayoutVars>
      </dgm:prSet>
      <dgm:spPr/>
    </dgm:pt>
  </dgm:ptLst>
  <dgm:cxnLst>
    <dgm:cxn modelId="{1B174E19-9E89-4F64-8409-0B1B706357BC}" type="presOf" srcId="{BE0481AB-3B79-4DE4-9CED-51900D211BD5}" destId="{DDDA5AE7-BBED-48D2-9997-6EBE20CD6EC1}" srcOrd="0" destOrd="0" presId="urn:microsoft.com/office/officeart/2005/8/layout/pList1"/>
    <dgm:cxn modelId="{A4CC0E1D-FF45-47F6-8EC4-C2068458AA63}" srcId="{BE0481AB-3B79-4DE4-9CED-51900D211BD5}" destId="{00F969F8-47CA-4C1E-BCCD-F6BCDDC07755}" srcOrd="2" destOrd="0" parTransId="{8054F7A5-34CD-4304-9CCD-826890536053}" sibTransId="{A397E4FF-8BDF-4D24-BE70-2F2898609FBB}"/>
    <dgm:cxn modelId="{E4601F21-9A29-4A83-BAEF-B59BDADC9F2E}" srcId="{BE0481AB-3B79-4DE4-9CED-51900D211BD5}" destId="{671C0DEF-8ED2-4F9A-BF32-0C6FA52ECBA7}" srcOrd="0" destOrd="0" parTransId="{8188F795-46DF-459F-917F-6726FE9B21D3}" sibTransId="{F1806B8A-9431-4F54-B81E-572A621E252F}"/>
    <dgm:cxn modelId="{2F49C327-4873-4D3F-BAB2-4931373A2CC5}" type="presOf" srcId="{E9610326-999C-480E-8588-C44C6E378775}" destId="{64FFE958-1A21-4547-A9B2-39D0EEED5BCE}" srcOrd="0" destOrd="0" presId="urn:microsoft.com/office/officeart/2005/8/layout/pList1"/>
    <dgm:cxn modelId="{6434A935-9C5B-42E8-8228-F635BEC2CCDA}" srcId="{BE0481AB-3B79-4DE4-9CED-51900D211BD5}" destId="{E9610326-999C-480E-8588-C44C6E378775}" srcOrd="3" destOrd="0" parTransId="{F1D8728F-D9B1-4286-9768-F6E023BB1A87}" sibTransId="{B8DFE3BF-0582-468A-8C12-93FFD7588C9F}"/>
    <dgm:cxn modelId="{97C0B238-B77C-4539-A87A-8084C456F3BA}" type="presOf" srcId="{F1806B8A-9431-4F54-B81E-572A621E252F}" destId="{93B79C4C-2B19-4070-9FFB-932DB380EBEF}" srcOrd="0" destOrd="0" presId="urn:microsoft.com/office/officeart/2005/8/layout/pList1"/>
    <dgm:cxn modelId="{33986A66-3D81-4930-87F1-BAAAE332E3E1}" type="presOf" srcId="{671C0DEF-8ED2-4F9A-BF32-0C6FA52ECBA7}" destId="{B9EF90C4-A7A5-4214-BFDA-6F35F7F71A2D}" srcOrd="0" destOrd="0" presId="urn:microsoft.com/office/officeart/2005/8/layout/pList1"/>
    <dgm:cxn modelId="{6B8E6F49-EA1C-41A2-AF2F-FE5DE1854FE1}" type="presOf" srcId="{D1DC341B-F3FF-4523-8867-D0A5286DBCE3}" destId="{EDDFD9BD-FFD7-4307-837B-09C94F729A33}" srcOrd="0" destOrd="0" presId="urn:microsoft.com/office/officeart/2005/8/layout/pList1"/>
    <dgm:cxn modelId="{1DF64578-76C6-43C4-BB57-259284C92AC9}" type="presOf" srcId="{A397E4FF-8BDF-4D24-BE70-2F2898609FBB}" destId="{60B1255C-EC46-4DD5-98CC-BE6F2EAC4AC9}" srcOrd="0" destOrd="0" presId="urn:microsoft.com/office/officeart/2005/8/layout/pList1"/>
    <dgm:cxn modelId="{266EAB97-7C25-4281-A74D-78FAE430DB4D}" type="presOf" srcId="{00F969F8-47CA-4C1E-BCCD-F6BCDDC07755}" destId="{5E1536E4-4F34-4080-AC3F-76D3EDC63E60}" srcOrd="0" destOrd="0" presId="urn:microsoft.com/office/officeart/2005/8/layout/pList1"/>
    <dgm:cxn modelId="{4B55B5BB-5A38-465C-8F49-0EE642A51B70}" type="presOf" srcId="{59ABFED7-9AB8-4B2C-BC46-7D079E02277F}" destId="{A9A2C7BA-7425-445D-85B7-BE5DC3BEBC74}" srcOrd="0" destOrd="0" presId="urn:microsoft.com/office/officeart/2005/8/layout/pList1"/>
    <dgm:cxn modelId="{397B27D9-EAD2-46F6-A5E2-A26BB890741A}" srcId="{BE0481AB-3B79-4DE4-9CED-51900D211BD5}" destId="{D1DC341B-F3FF-4523-8867-D0A5286DBCE3}" srcOrd="1" destOrd="0" parTransId="{8E686EB5-B40C-49E7-93CF-B8F981578DF2}" sibTransId="{59ABFED7-9AB8-4B2C-BC46-7D079E02277F}"/>
    <dgm:cxn modelId="{4289026B-E2FE-4FE8-BC0F-43C48391CB9D}" type="presParOf" srcId="{DDDA5AE7-BBED-48D2-9997-6EBE20CD6EC1}" destId="{103E2BE0-1716-400F-B379-C6E415007C4F}" srcOrd="0" destOrd="0" presId="urn:microsoft.com/office/officeart/2005/8/layout/pList1"/>
    <dgm:cxn modelId="{76731D1E-1610-4469-8A76-3C0807034122}" type="presParOf" srcId="{103E2BE0-1716-400F-B379-C6E415007C4F}" destId="{4F97EECA-8437-4DD3-B2DA-4F7B7F434BD7}" srcOrd="0" destOrd="0" presId="urn:microsoft.com/office/officeart/2005/8/layout/pList1"/>
    <dgm:cxn modelId="{235F48B9-128F-43EB-BFDC-072C2E8CD5BE}" type="presParOf" srcId="{103E2BE0-1716-400F-B379-C6E415007C4F}" destId="{B9EF90C4-A7A5-4214-BFDA-6F35F7F71A2D}" srcOrd="1" destOrd="0" presId="urn:microsoft.com/office/officeart/2005/8/layout/pList1"/>
    <dgm:cxn modelId="{CC0642AA-3878-446C-B698-A1A9347628DC}" type="presParOf" srcId="{DDDA5AE7-BBED-48D2-9997-6EBE20CD6EC1}" destId="{93B79C4C-2B19-4070-9FFB-932DB380EBEF}" srcOrd="1" destOrd="0" presId="urn:microsoft.com/office/officeart/2005/8/layout/pList1"/>
    <dgm:cxn modelId="{BCC33B70-206A-43A1-BD4D-0A1E6CF1DB12}" type="presParOf" srcId="{DDDA5AE7-BBED-48D2-9997-6EBE20CD6EC1}" destId="{87E8A6DB-2097-4E6E-BE70-C82D5E918FE6}" srcOrd="2" destOrd="0" presId="urn:microsoft.com/office/officeart/2005/8/layout/pList1"/>
    <dgm:cxn modelId="{9B62DBDC-FEC7-48EC-ABF3-AB8321ACEEE6}" type="presParOf" srcId="{87E8A6DB-2097-4E6E-BE70-C82D5E918FE6}" destId="{3ECDB496-BD1B-469C-8A2A-FCC7654F18D0}" srcOrd="0" destOrd="0" presId="urn:microsoft.com/office/officeart/2005/8/layout/pList1"/>
    <dgm:cxn modelId="{A6F84A79-2771-4C33-B97E-7E5FE081E52C}" type="presParOf" srcId="{87E8A6DB-2097-4E6E-BE70-C82D5E918FE6}" destId="{EDDFD9BD-FFD7-4307-837B-09C94F729A33}" srcOrd="1" destOrd="0" presId="urn:microsoft.com/office/officeart/2005/8/layout/pList1"/>
    <dgm:cxn modelId="{F24A1348-707F-44A0-8CAB-AE87B57DB96E}" type="presParOf" srcId="{DDDA5AE7-BBED-48D2-9997-6EBE20CD6EC1}" destId="{A9A2C7BA-7425-445D-85B7-BE5DC3BEBC74}" srcOrd="3" destOrd="0" presId="urn:microsoft.com/office/officeart/2005/8/layout/pList1"/>
    <dgm:cxn modelId="{F6576C99-08FD-4099-8401-66A022C46652}" type="presParOf" srcId="{DDDA5AE7-BBED-48D2-9997-6EBE20CD6EC1}" destId="{0EBA2760-AFBA-4FF3-B3C5-368E30C440B6}" srcOrd="4" destOrd="0" presId="urn:microsoft.com/office/officeart/2005/8/layout/pList1"/>
    <dgm:cxn modelId="{0CBC0BFF-FFD5-425E-84BC-AE65A9463A05}" type="presParOf" srcId="{0EBA2760-AFBA-4FF3-B3C5-368E30C440B6}" destId="{E2CF46F5-4141-466F-A07A-2613A07A6746}" srcOrd="0" destOrd="0" presId="urn:microsoft.com/office/officeart/2005/8/layout/pList1"/>
    <dgm:cxn modelId="{A6EDF15A-D257-4B50-BF91-A2E0E3ECA83F}" type="presParOf" srcId="{0EBA2760-AFBA-4FF3-B3C5-368E30C440B6}" destId="{5E1536E4-4F34-4080-AC3F-76D3EDC63E60}" srcOrd="1" destOrd="0" presId="urn:microsoft.com/office/officeart/2005/8/layout/pList1"/>
    <dgm:cxn modelId="{44F019B7-FC2A-4530-B43C-17D8179C95FA}" type="presParOf" srcId="{DDDA5AE7-BBED-48D2-9997-6EBE20CD6EC1}" destId="{60B1255C-EC46-4DD5-98CC-BE6F2EAC4AC9}" srcOrd="5" destOrd="0" presId="urn:microsoft.com/office/officeart/2005/8/layout/pList1"/>
    <dgm:cxn modelId="{1D4D5BC3-DC32-47C4-ABA3-3A05E992C32A}" type="presParOf" srcId="{DDDA5AE7-BBED-48D2-9997-6EBE20CD6EC1}" destId="{C7E1DF9F-ABC0-4532-AB12-94BB1F6BA4A0}" srcOrd="6" destOrd="0" presId="urn:microsoft.com/office/officeart/2005/8/layout/pList1"/>
    <dgm:cxn modelId="{E1E5135C-1405-4B17-BDE1-741FD5101BF7}" type="presParOf" srcId="{C7E1DF9F-ABC0-4532-AB12-94BB1F6BA4A0}" destId="{6BB2B8D8-5F7F-4519-8B8A-E332CB429491}" srcOrd="0" destOrd="0" presId="urn:microsoft.com/office/officeart/2005/8/layout/pList1"/>
    <dgm:cxn modelId="{734A8EC3-D4EF-4726-8293-A4B0DA2A0181}" type="presParOf" srcId="{C7E1DF9F-ABC0-4532-AB12-94BB1F6BA4A0}" destId="{64FFE958-1A21-4547-A9B2-39D0EEED5BCE}" srcOrd="1" destOrd="0" presId="urn:microsoft.com/office/officeart/2005/8/layout/pList1"/>
  </dgm:cxnLst>
  <dgm:bg>
    <a:solidFill>
      <a:schemeClr val="bg2"/>
    </a:solidFill>
    <a:effectLst>
      <a:outerShdw blurRad="63500" sx="102000" sy="102000" algn="ctr" rotWithShape="0">
        <a:prstClr val="black">
          <a:alpha val="40000"/>
        </a:prstClr>
      </a:outerShdw>
    </a:effect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F957C867-3B02-477C-B7D3-5F2BCDDB01BC}" type="doc">
      <dgm:prSet loTypeId="urn:microsoft.com/office/officeart/2005/8/layout/hProcess9" loCatId="process" qsTypeId="urn:microsoft.com/office/officeart/2005/8/quickstyle/simple1" qsCatId="simple" csTypeId="urn:microsoft.com/office/officeart/2005/8/colors/accent0_3" csCatId="mainScheme" phldr="1"/>
      <dgm:spPr/>
      <dgm:t>
        <a:bodyPr/>
        <a:lstStyle/>
        <a:p>
          <a:endParaRPr lang="en-US"/>
        </a:p>
      </dgm:t>
    </dgm:pt>
    <dgm:pt modelId="{E9E2A2C5-D983-4353-8BCC-F8146715CE21}">
      <dgm:prSet/>
      <dgm:spPr/>
      <dgm:t>
        <a:bodyPr/>
        <a:lstStyle/>
        <a:p>
          <a:r>
            <a:rPr lang="en-US"/>
            <a:t>Less noise</a:t>
          </a:r>
        </a:p>
      </dgm:t>
    </dgm:pt>
    <dgm:pt modelId="{02D4FC1A-45B9-478E-A8C2-2B13B6D766EF}" type="parTrans" cxnId="{A4324FA4-D694-483B-B3B2-F1968B5590BC}">
      <dgm:prSet/>
      <dgm:spPr/>
      <dgm:t>
        <a:bodyPr/>
        <a:lstStyle/>
        <a:p>
          <a:endParaRPr lang="en-US"/>
        </a:p>
      </dgm:t>
    </dgm:pt>
    <dgm:pt modelId="{F745B319-A071-402E-B026-272F0911FF30}" type="sibTrans" cxnId="{A4324FA4-D694-483B-B3B2-F1968B5590BC}">
      <dgm:prSet/>
      <dgm:spPr/>
      <dgm:t>
        <a:bodyPr/>
        <a:lstStyle/>
        <a:p>
          <a:endParaRPr lang="en-US"/>
        </a:p>
      </dgm:t>
    </dgm:pt>
    <dgm:pt modelId="{DE96E8D6-8BBA-477B-B705-24F2E77867DF}">
      <dgm:prSet/>
      <dgm:spPr/>
      <dgm:t>
        <a:bodyPr/>
        <a:lstStyle/>
        <a:p>
          <a:r>
            <a:rPr lang="en-US"/>
            <a:t>Clearer trends</a:t>
          </a:r>
        </a:p>
      </dgm:t>
    </dgm:pt>
    <dgm:pt modelId="{9160FDED-5014-4A24-9A6B-D871DD8FC2B1}" type="parTrans" cxnId="{508571C1-F09C-43BF-BE87-E29AD7351867}">
      <dgm:prSet/>
      <dgm:spPr/>
      <dgm:t>
        <a:bodyPr/>
        <a:lstStyle/>
        <a:p>
          <a:endParaRPr lang="en-US"/>
        </a:p>
      </dgm:t>
    </dgm:pt>
    <dgm:pt modelId="{1BDB4F6C-466B-4176-B0EB-DC5B18A56F54}" type="sibTrans" cxnId="{508571C1-F09C-43BF-BE87-E29AD7351867}">
      <dgm:prSet/>
      <dgm:spPr/>
      <dgm:t>
        <a:bodyPr/>
        <a:lstStyle/>
        <a:p>
          <a:endParaRPr lang="en-US"/>
        </a:p>
      </dgm:t>
    </dgm:pt>
    <dgm:pt modelId="{78F908A1-3084-4C6F-B3F3-CA59C116A02F}">
      <dgm:prSet/>
      <dgm:spPr/>
      <dgm:t>
        <a:bodyPr/>
        <a:lstStyle/>
        <a:p>
          <a:r>
            <a:rPr lang="en-US"/>
            <a:t>More stable patterns</a:t>
          </a:r>
        </a:p>
      </dgm:t>
    </dgm:pt>
    <dgm:pt modelId="{D8D42201-4F20-47F7-8C6D-0B1DAB7AF6DB}" type="parTrans" cxnId="{DA5959B4-F1E7-4D49-9C8E-476C00FFFEF1}">
      <dgm:prSet/>
      <dgm:spPr/>
      <dgm:t>
        <a:bodyPr/>
        <a:lstStyle/>
        <a:p>
          <a:endParaRPr lang="en-US"/>
        </a:p>
      </dgm:t>
    </dgm:pt>
    <dgm:pt modelId="{CFBECFB9-4B23-4DA4-82C4-19D231AE2CE2}" type="sibTrans" cxnId="{DA5959B4-F1E7-4D49-9C8E-476C00FFFEF1}">
      <dgm:prSet/>
      <dgm:spPr/>
      <dgm:t>
        <a:bodyPr/>
        <a:lstStyle/>
        <a:p>
          <a:endParaRPr lang="en-US"/>
        </a:p>
      </dgm:t>
    </dgm:pt>
    <dgm:pt modelId="{0E15FA2D-52AE-4548-988F-452239935C7C}">
      <dgm:prSet/>
      <dgm:spPr/>
      <dgm:t>
        <a:bodyPr/>
        <a:lstStyle/>
        <a:p>
          <a:r>
            <a:rPr lang="en-US"/>
            <a:t>Easier forecasting</a:t>
          </a:r>
        </a:p>
      </dgm:t>
    </dgm:pt>
    <dgm:pt modelId="{D744015A-7CBC-44A1-A7CB-4DA2B0DE77C8}" type="parTrans" cxnId="{CBE6571C-20E2-4197-97FF-BAC3485610C2}">
      <dgm:prSet/>
      <dgm:spPr/>
      <dgm:t>
        <a:bodyPr/>
        <a:lstStyle/>
        <a:p>
          <a:endParaRPr lang="en-US"/>
        </a:p>
      </dgm:t>
    </dgm:pt>
    <dgm:pt modelId="{3A753616-3889-42FA-AA91-7B8249B0F62F}" type="sibTrans" cxnId="{CBE6571C-20E2-4197-97FF-BAC3485610C2}">
      <dgm:prSet/>
      <dgm:spPr/>
      <dgm:t>
        <a:bodyPr/>
        <a:lstStyle/>
        <a:p>
          <a:endParaRPr lang="en-US"/>
        </a:p>
      </dgm:t>
    </dgm:pt>
    <dgm:pt modelId="{CA134C11-52C4-4842-8019-45203B11CD41}" type="pres">
      <dgm:prSet presAssocID="{F957C867-3B02-477C-B7D3-5F2BCDDB01BC}" presName="CompostProcess" presStyleCnt="0">
        <dgm:presLayoutVars>
          <dgm:dir/>
          <dgm:resizeHandles val="exact"/>
        </dgm:presLayoutVars>
      </dgm:prSet>
      <dgm:spPr/>
    </dgm:pt>
    <dgm:pt modelId="{D6ACED58-3CDA-49D9-A625-E5E2684BDDC0}" type="pres">
      <dgm:prSet presAssocID="{F957C867-3B02-477C-B7D3-5F2BCDDB01BC}" presName="arrow" presStyleLbl="bgShp" presStyleIdx="0" presStyleCnt="1"/>
      <dgm:spPr/>
    </dgm:pt>
    <dgm:pt modelId="{A48BF4CA-589B-4DC3-9116-315EE1711452}" type="pres">
      <dgm:prSet presAssocID="{F957C867-3B02-477C-B7D3-5F2BCDDB01BC}" presName="linearProcess" presStyleCnt="0"/>
      <dgm:spPr/>
    </dgm:pt>
    <dgm:pt modelId="{F3C309D3-7100-4C35-B29C-6DE8F752C086}" type="pres">
      <dgm:prSet presAssocID="{E9E2A2C5-D983-4353-8BCC-F8146715CE21}" presName="textNode" presStyleLbl="node1" presStyleIdx="0" presStyleCnt="4">
        <dgm:presLayoutVars>
          <dgm:bulletEnabled val="1"/>
        </dgm:presLayoutVars>
      </dgm:prSet>
      <dgm:spPr/>
    </dgm:pt>
    <dgm:pt modelId="{49DCB325-A0EE-4BFE-935C-EFD2EE368305}" type="pres">
      <dgm:prSet presAssocID="{F745B319-A071-402E-B026-272F0911FF30}" presName="sibTrans" presStyleCnt="0"/>
      <dgm:spPr/>
    </dgm:pt>
    <dgm:pt modelId="{5E0913E2-87AD-413A-A955-19045DEC146B}" type="pres">
      <dgm:prSet presAssocID="{DE96E8D6-8BBA-477B-B705-24F2E77867DF}" presName="textNode" presStyleLbl="node1" presStyleIdx="1" presStyleCnt="4">
        <dgm:presLayoutVars>
          <dgm:bulletEnabled val="1"/>
        </dgm:presLayoutVars>
      </dgm:prSet>
      <dgm:spPr/>
    </dgm:pt>
    <dgm:pt modelId="{AAB99755-7FFC-408A-B387-2ABCA94CED7B}" type="pres">
      <dgm:prSet presAssocID="{1BDB4F6C-466B-4176-B0EB-DC5B18A56F54}" presName="sibTrans" presStyleCnt="0"/>
      <dgm:spPr/>
    </dgm:pt>
    <dgm:pt modelId="{4718B379-16F3-4D20-8476-19AA0375FE30}" type="pres">
      <dgm:prSet presAssocID="{78F908A1-3084-4C6F-B3F3-CA59C116A02F}" presName="textNode" presStyleLbl="node1" presStyleIdx="2" presStyleCnt="4">
        <dgm:presLayoutVars>
          <dgm:bulletEnabled val="1"/>
        </dgm:presLayoutVars>
      </dgm:prSet>
      <dgm:spPr/>
    </dgm:pt>
    <dgm:pt modelId="{C4BC01BA-8343-4874-BE83-7823B6164F9B}" type="pres">
      <dgm:prSet presAssocID="{CFBECFB9-4B23-4DA4-82C4-19D231AE2CE2}" presName="sibTrans" presStyleCnt="0"/>
      <dgm:spPr/>
    </dgm:pt>
    <dgm:pt modelId="{7359AF34-4A2B-4FF8-B586-0653F9B4346D}" type="pres">
      <dgm:prSet presAssocID="{0E15FA2D-52AE-4548-988F-452239935C7C}" presName="textNode" presStyleLbl="node1" presStyleIdx="3" presStyleCnt="4">
        <dgm:presLayoutVars>
          <dgm:bulletEnabled val="1"/>
        </dgm:presLayoutVars>
      </dgm:prSet>
      <dgm:spPr/>
    </dgm:pt>
  </dgm:ptLst>
  <dgm:cxnLst>
    <dgm:cxn modelId="{CBE6571C-20E2-4197-97FF-BAC3485610C2}" srcId="{F957C867-3B02-477C-B7D3-5F2BCDDB01BC}" destId="{0E15FA2D-52AE-4548-988F-452239935C7C}" srcOrd="3" destOrd="0" parTransId="{D744015A-7CBC-44A1-A7CB-4DA2B0DE77C8}" sibTransId="{3A753616-3889-42FA-AA91-7B8249B0F62F}"/>
    <dgm:cxn modelId="{A8E5332B-15FE-4B59-9D6F-0E5F62AC9E1B}" type="presOf" srcId="{78F908A1-3084-4C6F-B3F3-CA59C116A02F}" destId="{4718B379-16F3-4D20-8476-19AA0375FE30}" srcOrd="0" destOrd="0" presId="urn:microsoft.com/office/officeart/2005/8/layout/hProcess9"/>
    <dgm:cxn modelId="{98D3ED66-47DD-4592-8AD4-99A49B41000D}" type="presOf" srcId="{E9E2A2C5-D983-4353-8BCC-F8146715CE21}" destId="{F3C309D3-7100-4C35-B29C-6DE8F752C086}" srcOrd="0" destOrd="0" presId="urn:microsoft.com/office/officeart/2005/8/layout/hProcess9"/>
    <dgm:cxn modelId="{A4324FA4-D694-483B-B3B2-F1968B5590BC}" srcId="{F957C867-3B02-477C-B7D3-5F2BCDDB01BC}" destId="{E9E2A2C5-D983-4353-8BCC-F8146715CE21}" srcOrd="0" destOrd="0" parTransId="{02D4FC1A-45B9-478E-A8C2-2B13B6D766EF}" sibTransId="{F745B319-A071-402E-B026-272F0911FF30}"/>
    <dgm:cxn modelId="{DA5959B4-F1E7-4D49-9C8E-476C00FFFEF1}" srcId="{F957C867-3B02-477C-B7D3-5F2BCDDB01BC}" destId="{78F908A1-3084-4C6F-B3F3-CA59C116A02F}" srcOrd="2" destOrd="0" parTransId="{D8D42201-4F20-47F7-8C6D-0B1DAB7AF6DB}" sibTransId="{CFBECFB9-4B23-4DA4-82C4-19D231AE2CE2}"/>
    <dgm:cxn modelId="{508571C1-F09C-43BF-BE87-E29AD7351867}" srcId="{F957C867-3B02-477C-B7D3-5F2BCDDB01BC}" destId="{DE96E8D6-8BBA-477B-B705-24F2E77867DF}" srcOrd="1" destOrd="0" parTransId="{9160FDED-5014-4A24-9A6B-D871DD8FC2B1}" sibTransId="{1BDB4F6C-466B-4176-B0EB-DC5B18A56F54}"/>
    <dgm:cxn modelId="{23D4D1C8-D1E9-42F6-A1EC-3101218962DB}" type="presOf" srcId="{F957C867-3B02-477C-B7D3-5F2BCDDB01BC}" destId="{CA134C11-52C4-4842-8019-45203B11CD41}" srcOrd="0" destOrd="0" presId="urn:microsoft.com/office/officeart/2005/8/layout/hProcess9"/>
    <dgm:cxn modelId="{AA6058E3-A242-4761-B819-D1B9A9A4B6E5}" type="presOf" srcId="{0E15FA2D-52AE-4548-988F-452239935C7C}" destId="{7359AF34-4A2B-4FF8-B586-0653F9B4346D}" srcOrd="0" destOrd="0" presId="urn:microsoft.com/office/officeart/2005/8/layout/hProcess9"/>
    <dgm:cxn modelId="{04E58FE5-49EA-44B1-AED4-95BF9E867ABF}" type="presOf" srcId="{DE96E8D6-8BBA-477B-B705-24F2E77867DF}" destId="{5E0913E2-87AD-413A-A955-19045DEC146B}" srcOrd="0" destOrd="0" presId="urn:microsoft.com/office/officeart/2005/8/layout/hProcess9"/>
    <dgm:cxn modelId="{A98CF830-D2F3-4F77-B0FA-EDA38060A57B}" type="presParOf" srcId="{CA134C11-52C4-4842-8019-45203B11CD41}" destId="{D6ACED58-3CDA-49D9-A625-E5E2684BDDC0}" srcOrd="0" destOrd="0" presId="urn:microsoft.com/office/officeart/2005/8/layout/hProcess9"/>
    <dgm:cxn modelId="{D9FE8D51-7A49-44A5-9364-6C4127A5AEAD}" type="presParOf" srcId="{CA134C11-52C4-4842-8019-45203B11CD41}" destId="{A48BF4CA-589B-4DC3-9116-315EE1711452}" srcOrd="1" destOrd="0" presId="urn:microsoft.com/office/officeart/2005/8/layout/hProcess9"/>
    <dgm:cxn modelId="{E0FC9FEB-D55C-40B3-B08C-6F870179CCC3}" type="presParOf" srcId="{A48BF4CA-589B-4DC3-9116-315EE1711452}" destId="{F3C309D3-7100-4C35-B29C-6DE8F752C086}" srcOrd="0" destOrd="0" presId="urn:microsoft.com/office/officeart/2005/8/layout/hProcess9"/>
    <dgm:cxn modelId="{C87E43E1-C702-4204-A1B0-B6F423F7C653}" type="presParOf" srcId="{A48BF4CA-589B-4DC3-9116-315EE1711452}" destId="{49DCB325-A0EE-4BFE-935C-EFD2EE368305}" srcOrd="1" destOrd="0" presId="urn:microsoft.com/office/officeart/2005/8/layout/hProcess9"/>
    <dgm:cxn modelId="{A12EF0B5-7036-45EF-B481-F54C20E721E5}" type="presParOf" srcId="{A48BF4CA-589B-4DC3-9116-315EE1711452}" destId="{5E0913E2-87AD-413A-A955-19045DEC146B}" srcOrd="2" destOrd="0" presId="urn:microsoft.com/office/officeart/2005/8/layout/hProcess9"/>
    <dgm:cxn modelId="{0F9C4D8B-923D-427B-9629-4711EB368891}" type="presParOf" srcId="{A48BF4CA-589B-4DC3-9116-315EE1711452}" destId="{AAB99755-7FFC-408A-B387-2ABCA94CED7B}" srcOrd="3" destOrd="0" presId="urn:microsoft.com/office/officeart/2005/8/layout/hProcess9"/>
    <dgm:cxn modelId="{CC3B773C-8AAE-4EED-8D04-DC0B8A7BB3CB}" type="presParOf" srcId="{A48BF4CA-589B-4DC3-9116-315EE1711452}" destId="{4718B379-16F3-4D20-8476-19AA0375FE30}" srcOrd="4" destOrd="0" presId="urn:microsoft.com/office/officeart/2005/8/layout/hProcess9"/>
    <dgm:cxn modelId="{A2E72EFB-361D-4FB7-B8C7-4269222A2F40}" type="presParOf" srcId="{A48BF4CA-589B-4DC3-9116-315EE1711452}" destId="{C4BC01BA-8343-4874-BE83-7823B6164F9B}" srcOrd="5" destOrd="0" presId="urn:microsoft.com/office/officeart/2005/8/layout/hProcess9"/>
    <dgm:cxn modelId="{19E23A88-CCD6-454E-AAE1-B088ECCCCC1C}" type="presParOf" srcId="{A48BF4CA-589B-4DC3-9116-315EE1711452}" destId="{7359AF34-4A2B-4FF8-B586-0653F9B4346D}" srcOrd="6" destOrd="0" presId="urn:microsoft.com/office/officeart/2005/8/layout/hProcess9"/>
  </dgm:cxnLst>
  <dgm:bg>
    <a:solidFill>
      <a:schemeClr val="tx2">
        <a:lumMod val="10000"/>
        <a:lumOff val="90000"/>
      </a:schemeClr>
    </a:solidFill>
    <a:effectLst>
      <a:outerShdw blurRad="63500" sx="102000" sy="102000" algn="ctr" rotWithShape="0">
        <a:prstClr val="black">
          <a:alpha val="40000"/>
        </a:prstClr>
      </a:outerShdw>
    </a:effect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3684A9E-8FC7-40FD-9952-72BE914F5BC6}" type="doc">
      <dgm:prSet loTypeId="urn:microsoft.com/office/officeart/2005/8/layout/hList7" loCatId="list" qsTypeId="urn:microsoft.com/office/officeart/2005/8/quickstyle/simple1" qsCatId="simple" csTypeId="urn:microsoft.com/office/officeart/2005/8/colors/accent0_3" csCatId="mainScheme" phldr="1"/>
      <dgm:spPr/>
      <dgm:t>
        <a:bodyPr/>
        <a:lstStyle/>
        <a:p>
          <a:endParaRPr lang="en-US"/>
        </a:p>
      </dgm:t>
    </dgm:pt>
    <dgm:pt modelId="{FD6BC040-A441-4F56-BC72-26236982C7FA}">
      <dgm:prSet custT="1"/>
      <dgm:spPr/>
      <dgm:t>
        <a:bodyPr/>
        <a:lstStyle/>
        <a:p>
          <a:r>
            <a:rPr lang="en-US" sz="2000" b="1"/>
            <a:t>Weekly view:</a:t>
          </a:r>
          <a:r>
            <a:rPr lang="en-US" sz="2000"/>
            <a:t> Less noise, clearer signal noise</a:t>
          </a:r>
        </a:p>
      </dgm:t>
    </dgm:pt>
    <dgm:pt modelId="{8F35F4CF-5628-4FB5-8515-88417F2B0F83}" type="parTrans" cxnId="{9D74C928-0860-4B14-9BC8-49CD6F20EFE7}">
      <dgm:prSet/>
      <dgm:spPr/>
      <dgm:t>
        <a:bodyPr/>
        <a:lstStyle/>
        <a:p>
          <a:endParaRPr lang="en-US"/>
        </a:p>
      </dgm:t>
    </dgm:pt>
    <dgm:pt modelId="{FF5AB4F5-86FA-46E9-88C6-B9CD4B7665EF}" type="sibTrans" cxnId="{9D74C928-0860-4B14-9BC8-49CD6F20EFE7}">
      <dgm:prSet/>
      <dgm:spPr/>
      <dgm:t>
        <a:bodyPr/>
        <a:lstStyle/>
        <a:p>
          <a:endParaRPr lang="en-US"/>
        </a:p>
      </dgm:t>
    </dgm:pt>
    <dgm:pt modelId="{00583180-0EA1-415A-A1F4-D3BBD104F421}">
      <dgm:prSet custT="1"/>
      <dgm:spPr/>
      <dgm:t>
        <a:bodyPr/>
        <a:lstStyle/>
        <a:p>
          <a:r>
            <a:rPr lang="en-US" sz="2000" b="1"/>
            <a:t>Daily view:</a:t>
          </a:r>
          <a:r>
            <a:rPr lang="en-US" sz="2000"/>
            <a:t> More detail, more noise </a:t>
          </a:r>
        </a:p>
      </dgm:t>
    </dgm:pt>
    <dgm:pt modelId="{C6F9D1C0-B0A9-4974-87FE-7CEDCC2F9EAB}" type="sibTrans" cxnId="{ED35FF32-F35F-4C37-8844-9020E0266315}">
      <dgm:prSet/>
      <dgm:spPr/>
      <dgm:t>
        <a:bodyPr/>
        <a:lstStyle/>
        <a:p>
          <a:endParaRPr lang="en-US"/>
        </a:p>
      </dgm:t>
    </dgm:pt>
    <dgm:pt modelId="{CE9D99E4-D207-4283-9949-3CA185E4205D}" type="parTrans" cxnId="{ED35FF32-F35F-4C37-8844-9020E0266315}">
      <dgm:prSet/>
      <dgm:spPr/>
      <dgm:t>
        <a:bodyPr/>
        <a:lstStyle/>
        <a:p>
          <a:endParaRPr lang="en-US"/>
        </a:p>
      </dgm:t>
    </dgm:pt>
    <dgm:pt modelId="{FCFA7FB3-48A7-40BD-9B23-E805D7F8658F}" type="pres">
      <dgm:prSet presAssocID="{F3684A9E-8FC7-40FD-9952-72BE914F5BC6}" presName="Name0" presStyleCnt="0">
        <dgm:presLayoutVars>
          <dgm:dir/>
          <dgm:resizeHandles val="exact"/>
        </dgm:presLayoutVars>
      </dgm:prSet>
      <dgm:spPr/>
    </dgm:pt>
    <dgm:pt modelId="{FF108472-EB08-4696-960F-08DA05A0FED9}" type="pres">
      <dgm:prSet presAssocID="{F3684A9E-8FC7-40FD-9952-72BE914F5BC6}" presName="fgShape" presStyleLbl="fgShp" presStyleIdx="0" presStyleCnt="1"/>
      <dgm:spPr/>
    </dgm:pt>
    <dgm:pt modelId="{479BB264-D41C-45C1-9A0C-3670440D294A}" type="pres">
      <dgm:prSet presAssocID="{F3684A9E-8FC7-40FD-9952-72BE914F5BC6}" presName="linComp" presStyleCnt="0"/>
      <dgm:spPr/>
    </dgm:pt>
    <dgm:pt modelId="{5F501445-47C6-41F8-AC5E-32ED6B1C84E0}" type="pres">
      <dgm:prSet presAssocID="{00583180-0EA1-415A-A1F4-D3BBD104F421}" presName="compNode" presStyleCnt="0"/>
      <dgm:spPr/>
    </dgm:pt>
    <dgm:pt modelId="{4010A443-792B-40E0-BA34-3204C945F01A}" type="pres">
      <dgm:prSet presAssocID="{00583180-0EA1-415A-A1F4-D3BBD104F421}" presName="bkgdShape" presStyleLbl="node1" presStyleIdx="0" presStyleCnt="2"/>
      <dgm:spPr/>
    </dgm:pt>
    <dgm:pt modelId="{8919C139-0CD7-4534-87B4-1008DF04A485}" type="pres">
      <dgm:prSet presAssocID="{00583180-0EA1-415A-A1F4-D3BBD104F421}" presName="nodeTx" presStyleLbl="node1" presStyleIdx="0" presStyleCnt="2">
        <dgm:presLayoutVars>
          <dgm:bulletEnabled val="1"/>
        </dgm:presLayoutVars>
      </dgm:prSet>
      <dgm:spPr/>
    </dgm:pt>
    <dgm:pt modelId="{9891F8B7-6BB6-4102-AA81-5F7B5A16FB4C}" type="pres">
      <dgm:prSet presAssocID="{00583180-0EA1-415A-A1F4-D3BBD104F421}" presName="invisiNode" presStyleLbl="node1" presStyleIdx="0" presStyleCnt="2"/>
      <dgm:spPr/>
    </dgm:pt>
    <dgm:pt modelId="{31DFF09B-9D91-49C2-B3C9-55D3A4C46EE5}" type="pres">
      <dgm:prSet presAssocID="{00583180-0EA1-415A-A1F4-D3BBD104F421}" presName="imagNode" presStyleLbl="fgImgPlace1" presStyleIdx="0" presStyleCnt="2"/>
      <dgm:spPr>
        <a:blipFill>
          <a:blip xmlns:r="http://schemas.openxmlformats.org/officeDocument/2006/relationships" r:embed="rId1"/>
          <a:srcRect/>
          <a:stretch>
            <a:fillRect l="-17000" r="-17000"/>
          </a:stretch>
        </a:blipFill>
      </dgm:spPr>
    </dgm:pt>
    <dgm:pt modelId="{AA943E95-0DCF-4517-8771-5151E2181767}" type="pres">
      <dgm:prSet presAssocID="{C6F9D1C0-B0A9-4974-87FE-7CEDCC2F9EAB}" presName="sibTrans" presStyleLbl="sibTrans2D1" presStyleIdx="0" presStyleCnt="0"/>
      <dgm:spPr/>
    </dgm:pt>
    <dgm:pt modelId="{EE668F95-590B-4765-9579-AB725D417F31}" type="pres">
      <dgm:prSet presAssocID="{FD6BC040-A441-4F56-BC72-26236982C7FA}" presName="compNode" presStyleCnt="0"/>
      <dgm:spPr/>
    </dgm:pt>
    <dgm:pt modelId="{07B5A5F6-F4FA-422D-B516-CA86633DD295}" type="pres">
      <dgm:prSet presAssocID="{FD6BC040-A441-4F56-BC72-26236982C7FA}" presName="bkgdShape" presStyleLbl="node1" presStyleIdx="1" presStyleCnt="2"/>
      <dgm:spPr/>
    </dgm:pt>
    <dgm:pt modelId="{BB509FA1-A011-4AEB-AF6D-D8403C953BF6}" type="pres">
      <dgm:prSet presAssocID="{FD6BC040-A441-4F56-BC72-26236982C7FA}" presName="nodeTx" presStyleLbl="node1" presStyleIdx="1" presStyleCnt="2">
        <dgm:presLayoutVars>
          <dgm:bulletEnabled val="1"/>
        </dgm:presLayoutVars>
      </dgm:prSet>
      <dgm:spPr/>
    </dgm:pt>
    <dgm:pt modelId="{9CEE8C95-33DD-4F4C-B3C2-F7F6DF7E7A8C}" type="pres">
      <dgm:prSet presAssocID="{FD6BC040-A441-4F56-BC72-26236982C7FA}" presName="invisiNode" presStyleLbl="node1" presStyleIdx="1" presStyleCnt="2"/>
      <dgm:spPr/>
    </dgm:pt>
    <dgm:pt modelId="{0A7A946E-5EC4-44D3-A68F-F1412FB9A15E}" type="pres">
      <dgm:prSet presAssocID="{FD6BC040-A441-4F56-BC72-26236982C7FA}" presName="imagNode" presStyleLbl="fgImgPlace1" presStyleIdx="1" presStyleCnt="2"/>
      <dgm:spPr>
        <a:blipFill>
          <a:blip xmlns:r="http://schemas.openxmlformats.org/officeDocument/2006/relationships" r:embed="rId2"/>
          <a:srcRect/>
          <a:stretch>
            <a:fillRect l="-35000" r="-35000"/>
          </a:stretch>
        </a:blipFill>
      </dgm:spPr>
    </dgm:pt>
  </dgm:ptLst>
  <dgm:cxnLst>
    <dgm:cxn modelId="{EFE9BC00-EFD9-42E5-9C43-A6C495037BF4}" type="presOf" srcId="{00583180-0EA1-415A-A1F4-D3BBD104F421}" destId="{8919C139-0CD7-4534-87B4-1008DF04A485}" srcOrd="1" destOrd="0" presId="urn:microsoft.com/office/officeart/2005/8/layout/hList7"/>
    <dgm:cxn modelId="{372AE218-5D6F-40AF-88EE-A2F15C298EC2}" type="presOf" srcId="{C6F9D1C0-B0A9-4974-87FE-7CEDCC2F9EAB}" destId="{AA943E95-0DCF-4517-8771-5151E2181767}" srcOrd="0" destOrd="0" presId="urn:microsoft.com/office/officeart/2005/8/layout/hList7"/>
    <dgm:cxn modelId="{9D74C928-0860-4B14-9BC8-49CD6F20EFE7}" srcId="{F3684A9E-8FC7-40FD-9952-72BE914F5BC6}" destId="{FD6BC040-A441-4F56-BC72-26236982C7FA}" srcOrd="1" destOrd="0" parTransId="{8F35F4CF-5628-4FB5-8515-88417F2B0F83}" sibTransId="{FF5AB4F5-86FA-46E9-88C6-B9CD4B7665EF}"/>
    <dgm:cxn modelId="{ED35FF32-F35F-4C37-8844-9020E0266315}" srcId="{F3684A9E-8FC7-40FD-9952-72BE914F5BC6}" destId="{00583180-0EA1-415A-A1F4-D3BBD104F421}" srcOrd="0" destOrd="0" parTransId="{CE9D99E4-D207-4283-9949-3CA185E4205D}" sibTransId="{C6F9D1C0-B0A9-4974-87FE-7CEDCC2F9EAB}"/>
    <dgm:cxn modelId="{F7186796-2ED6-4318-B9B9-B165725D5F5C}" type="presOf" srcId="{F3684A9E-8FC7-40FD-9952-72BE914F5BC6}" destId="{FCFA7FB3-48A7-40BD-9B23-E805D7F8658F}" srcOrd="0" destOrd="0" presId="urn:microsoft.com/office/officeart/2005/8/layout/hList7"/>
    <dgm:cxn modelId="{03C621AC-D553-44D9-932E-7BDFB8E9D79A}" type="presOf" srcId="{00583180-0EA1-415A-A1F4-D3BBD104F421}" destId="{4010A443-792B-40E0-BA34-3204C945F01A}" srcOrd="0" destOrd="0" presId="urn:microsoft.com/office/officeart/2005/8/layout/hList7"/>
    <dgm:cxn modelId="{350B4AE4-76E4-4E68-A25A-16E6ED79F287}" type="presOf" srcId="{FD6BC040-A441-4F56-BC72-26236982C7FA}" destId="{BB509FA1-A011-4AEB-AF6D-D8403C953BF6}" srcOrd="1" destOrd="0" presId="urn:microsoft.com/office/officeart/2005/8/layout/hList7"/>
    <dgm:cxn modelId="{A6D541F1-31F5-4E2C-8202-A359AF065001}" type="presOf" srcId="{FD6BC040-A441-4F56-BC72-26236982C7FA}" destId="{07B5A5F6-F4FA-422D-B516-CA86633DD295}" srcOrd="0" destOrd="0" presId="urn:microsoft.com/office/officeart/2005/8/layout/hList7"/>
    <dgm:cxn modelId="{719E986C-DAC2-4B4D-8165-6FC9D436BAA3}" type="presParOf" srcId="{FCFA7FB3-48A7-40BD-9B23-E805D7F8658F}" destId="{FF108472-EB08-4696-960F-08DA05A0FED9}" srcOrd="0" destOrd="0" presId="urn:microsoft.com/office/officeart/2005/8/layout/hList7"/>
    <dgm:cxn modelId="{3D715AEC-EBC6-4F03-A301-96593C6E903A}" type="presParOf" srcId="{FCFA7FB3-48A7-40BD-9B23-E805D7F8658F}" destId="{479BB264-D41C-45C1-9A0C-3670440D294A}" srcOrd="1" destOrd="0" presId="urn:microsoft.com/office/officeart/2005/8/layout/hList7"/>
    <dgm:cxn modelId="{40615FC0-C137-414F-A7F8-8A15E732587B}" type="presParOf" srcId="{479BB264-D41C-45C1-9A0C-3670440D294A}" destId="{5F501445-47C6-41F8-AC5E-32ED6B1C84E0}" srcOrd="0" destOrd="0" presId="urn:microsoft.com/office/officeart/2005/8/layout/hList7"/>
    <dgm:cxn modelId="{93D838E6-CC6C-4C3A-84F0-40B04BF4BB13}" type="presParOf" srcId="{5F501445-47C6-41F8-AC5E-32ED6B1C84E0}" destId="{4010A443-792B-40E0-BA34-3204C945F01A}" srcOrd="0" destOrd="0" presId="urn:microsoft.com/office/officeart/2005/8/layout/hList7"/>
    <dgm:cxn modelId="{B993209F-4774-4475-BE73-0208C1D86D6C}" type="presParOf" srcId="{5F501445-47C6-41F8-AC5E-32ED6B1C84E0}" destId="{8919C139-0CD7-4534-87B4-1008DF04A485}" srcOrd="1" destOrd="0" presId="urn:microsoft.com/office/officeart/2005/8/layout/hList7"/>
    <dgm:cxn modelId="{7EB944E7-21F0-4F52-BC66-801243768E99}" type="presParOf" srcId="{5F501445-47C6-41F8-AC5E-32ED6B1C84E0}" destId="{9891F8B7-6BB6-4102-AA81-5F7B5A16FB4C}" srcOrd="2" destOrd="0" presId="urn:microsoft.com/office/officeart/2005/8/layout/hList7"/>
    <dgm:cxn modelId="{E2FCFD50-7216-473E-BD69-6C7E1E649673}" type="presParOf" srcId="{5F501445-47C6-41F8-AC5E-32ED6B1C84E0}" destId="{31DFF09B-9D91-49C2-B3C9-55D3A4C46EE5}" srcOrd="3" destOrd="0" presId="urn:microsoft.com/office/officeart/2005/8/layout/hList7"/>
    <dgm:cxn modelId="{C4A65FC0-1547-4B07-BA42-204360E36E1F}" type="presParOf" srcId="{479BB264-D41C-45C1-9A0C-3670440D294A}" destId="{AA943E95-0DCF-4517-8771-5151E2181767}" srcOrd="1" destOrd="0" presId="urn:microsoft.com/office/officeart/2005/8/layout/hList7"/>
    <dgm:cxn modelId="{ABEC83AE-BA47-4D38-AC70-EA0BEA662107}" type="presParOf" srcId="{479BB264-D41C-45C1-9A0C-3670440D294A}" destId="{EE668F95-590B-4765-9579-AB725D417F31}" srcOrd="2" destOrd="0" presId="urn:microsoft.com/office/officeart/2005/8/layout/hList7"/>
    <dgm:cxn modelId="{47D8D2BB-C996-42BF-AA54-A68CEA781635}" type="presParOf" srcId="{EE668F95-590B-4765-9579-AB725D417F31}" destId="{07B5A5F6-F4FA-422D-B516-CA86633DD295}" srcOrd="0" destOrd="0" presId="urn:microsoft.com/office/officeart/2005/8/layout/hList7"/>
    <dgm:cxn modelId="{D5F1317C-2372-4E9A-9643-ACA638245EFD}" type="presParOf" srcId="{EE668F95-590B-4765-9579-AB725D417F31}" destId="{BB509FA1-A011-4AEB-AF6D-D8403C953BF6}" srcOrd="1" destOrd="0" presId="urn:microsoft.com/office/officeart/2005/8/layout/hList7"/>
    <dgm:cxn modelId="{6579033F-39C9-44F2-AD52-5D5DA3D5EF43}" type="presParOf" srcId="{EE668F95-590B-4765-9579-AB725D417F31}" destId="{9CEE8C95-33DD-4F4C-B3C2-F7F6DF7E7A8C}" srcOrd="2" destOrd="0" presId="urn:microsoft.com/office/officeart/2005/8/layout/hList7"/>
    <dgm:cxn modelId="{710FE837-95B6-4B7D-A598-885CDC9D994D}" type="presParOf" srcId="{EE668F95-590B-4765-9579-AB725D417F31}" destId="{0A7A946E-5EC4-44D3-A68F-F1412FB9A15E}" srcOrd="3" destOrd="0" presId="urn:microsoft.com/office/officeart/2005/8/layout/hList7"/>
  </dgm:cxnLst>
  <dgm:bg>
    <a:solidFill>
      <a:schemeClr val="bg2">
        <a:lumMod val="75000"/>
      </a:schemeClr>
    </a:solidFill>
    <a:effectLst>
      <a:outerShdw blurRad="63500" sx="102000" sy="102000" algn="ctr" rotWithShape="0">
        <a:prstClr val="black">
          <a:alpha val="40000"/>
        </a:prstClr>
      </a:outerShdw>
    </a:effectLst>
  </dgm:bg>
  <dgm:whole>
    <a:ln>
      <a:solidFill>
        <a:schemeClr val="tx1"/>
      </a:solidFill>
    </a:ln>
  </dgm:whole>
  <dgm:extLst>
    <a:ext uri="http://schemas.microsoft.com/office/drawing/2008/diagram">
      <dsp:dataModelExt xmlns:dsp="http://schemas.microsoft.com/office/drawing/2008/diagram" relId="rId14"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C183CA5-7F3B-428D-A2C1-668A833C34C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C35FEFD-A7C1-4C64-BFD5-28CDCF3C552F}">
      <dgm:prSet custT="1"/>
      <dgm:spPr/>
      <dgm:t>
        <a:bodyPr/>
        <a:lstStyle/>
        <a:p>
          <a:r>
            <a:rPr lang="en-US" sz="2400"/>
            <a:t>Explore borough-level and ZIP-code level modeling</a:t>
          </a:r>
        </a:p>
      </dgm:t>
    </dgm:pt>
    <dgm:pt modelId="{E117D4AA-CFBC-4B55-9E6C-6E1327CEDE78}" type="parTrans" cxnId="{E84DA0C0-B7A5-4C3F-97E3-99221F0A0694}">
      <dgm:prSet/>
      <dgm:spPr/>
      <dgm:t>
        <a:bodyPr/>
        <a:lstStyle/>
        <a:p>
          <a:endParaRPr lang="en-US"/>
        </a:p>
      </dgm:t>
    </dgm:pt>
    <dgm:pt modelId="{DAA769A4-F244-4458-8FFB-3FD9BCAA3188}" type="sibTrans" cxnId="{E84DA0C0-B7A5-4C3F-97E3-99221F0A0694}">
      <dgm:prSet/>
      <dgm:spPr/>
      <dgm:t>
        <a:bodyPr/>
        <a:lstStyle/>
        <a:p>
          <a:endParaRPr lang="en-US"/>
        </a:p>
      </dgm:t>
    </dgm:pt>
    <dgm:pt modelId="{93C4DFD3-A4DA-4FA7-8A5B-265FDE2D22EF}">
      <dgm:prSet custT="1"/>
      <dgm:spPr/>
      <dgm:t>
        <a:bodyPr/>
        <a:lstStyle/>
        <a:p>
          <a:pPr>
            <a:buNone/>
          </a:pPr>
          <a:r>
            <a:rPr lang="en-US" sz="2400"/>
            <a:t>More modeling work on Bronx and Queens</a:t>
          </a:r>
        </a:p>
      </dgm:t>
    </dgm:pt>
    <dgm:pt modelId="{118E9E48-AB2C-4C23-B450-CC702A2DCE04}" type="parTrans" cxnId="{4DD71162-6A9D-4C4C-8BBD-2C4079AC667D}">
      <dgm:prSet/>
      <dgm:spPr/>
      <dgm:t>
        <a:bodyPr/>
        <a:lstStyle/>
        <a:p>
          <a:endParaRPr lang="en-US"/>
        </a:p>
      </dgm:t>
    </dgm:pt>
    <dgm:pt modelId="{E2916173-5E18-478A-A76F-1BFA90F1DB6D}" type="sibTrans" cxnId="{4DD71162-6A9D-4C4C-8BBD-2C4079AC667D}">
      <dgm:prSet/>
      <dgm:spPr/>
      <dgm:t>
        <a:bodyPr/>
        <a:lstStyle/>
        <a:p>
          <a:endParaRPr lang="en-US"/>
        </a:p>
      </dgm:t>
    </dgm:pt>
    <dgm:pt modelId="{797CE2EC-EE69-4893-9377-A9A9E5CC06DF}">
      <dgm:prSet custT="1"/>
      <dgm:spPr/>
      <dgm:t>
        <a:bodyPr/>
        <a:lstStyle/>
        <a:p>
          <a:pPr>
            <a:buNone/>
          </a:pPr>
          <a:r>
            <a:rPr lang="en-US" sz="2400"/>
            <a:t>Graph-based methods for spatial relationships</a:t>
          </a:r>
        </a:p>
      </dgm:t>
    </dgm:pt>
    <dgm:pt modelId="{04119756-6E7F-445A-A254-3E5595AF2537}" type="parTrans" cxnId="{35C5756A-81AA-4A15-BA3A-19F7520EDE4D}">
      <dgm:prSet/>
      <dgm:spPr/>
      <dgm:t>
        <a:bodyPr/>
        <a:lstStyle/>
        <a:p>
          <a:endParaRPr lang="en-US"/>
        </a:p>
      </dgm:t>
    </dgm:pt>
    <dgm:pt modelId="{FF1BF60A-A457-4270-8A4C-4F24EA9B1C27}" type="sibTrans" cxnId="{35C5756A-81AA-4A15-BA3A-19F7520EDE4D}">
      <dgm:prSet/>
      <dgm:spPr/>
      <dgm:t>
        <a:bodyPr/>
        <a:lstStyle/>
        <a:p>
          <a:endParaRPr lang="en-US"/>
        </a:p>
      </dgm:t>
    </dgm:pt>
    <dgm:pt modelId="{B3D30A13-7066-403A-BF5F-536402E185AE}">
      <dgm:prSet custT="1"/>
      <dgm:spPr/>
      <dgm:t>
        <a:bodyPr/>
        <a:lstStyle/>
        <a:p>
          <a:pPr>
            <a:buNone/>
          </a:pPr>
          <a:r>
            <a:rPr lang="en-US" sz="2400"/>
            <a:t>Multivariate time series forecasting</a:t>
          </a:r>
        </a:p>
      </dgm:t>
    </dgm:pt>
    <dgm:pt modelId="{33470B10-1A2F-42E8-8CBC-85962440CD24}" type="parTrans" cxnId="{A37C4F18-CA16-41CE-A353-419ECEA87704}">
      <dgm:prSet/>
      <dgm:spPr/>
      <dgm:t>
        <a:bodyPr/>
        <a:lstStyle/>
        <a:p>
          <a:endParaRPr lang="en-US"/>
        </a:p>
      </dgm:t>
    </dgm:pt>
    <dgm:pt modelId="{496AFF63-69B1-44D8-991C-89F029543ED5}" type="sibTrans" cxnId="{A37C4F18-CA16-41CE-A353-419ECEA87704}">
      <dgm:prSet/>
      <dgm:spPr/>
      <dgm:t>
        <a:bodyPr/>
        <a:lstStyle/>
        <a:p>
          <a:endParaRPr lang="en-US"/>
        </a:p>
      </dgm:t>
    </dgm:pt>
    <dgm:pt modelId="{F0B5E498-5B15-474D-9F88-C8CA03A5FE90}" type="pres">
      <dgm:prSet presAssocID="{0C183CA5-7F3B-428D-A2C1-668A833C34C6}" presName="vert0" presStyleCnt="0">
        <dgm:presLayoutVars>
          <dgm:dir/>
          <dgm:animOne val="branch"/>
          <dgm:animLvl val="lvl"/>
        </dgm:presLayoutVars>
      </dgm:prSet>
      <dgm:spPr/>
    </dgm:pt>
    <dgm:pt modelId="{8C9ED5C9-E024-473C-A235-1720CB2851E3}" type="pres">
      <dgm:prSet presAssocID="{2C35FEFD-A7C1-4C64-BFD5-28CDCF3C552F}" presName="thickLine" presStyleLbl="alignNode1" presStyleIdx="0" presStyleCnt="4"/>
      <dgm:spPr/>
    </dgm:pt>
    <dgm:pt modelId="{7DD8FEAB-D52C-4862-A14C-B1BCAFA2C620}" type="pres">
      <dgm:prSet presAssocID="{2C35FEFD-A7C1-4C64-BFD5-28CDCF3C552F}" presName="horz1" presStyleCnt="0"/>
      <dgm:spPr/>
    </dgm:pt>
    <dgm:pt modelId="{AD10D6CF-B907-4C9D-9230-FC969FC9A1F5}" type="pres">
      <dgm:prSet presAssocID="{2C35FEFD-A7C1-4C64-BFD5-28CDCF3C552F}" presName="tx1" presStyleLbl="revTx" presStyleIdx="0" presStyleCnt="4"/>
      <dgm:spPr/>
    </dgm:pt>
    <dgm:pt modelId="{CBEE5B22-494E-4F96-BD07-18F8BB7B6CF3}" type="pres">
      <dgm:prSet presAssocID="{2C35FEFD-A7C1-4C64-BFD5-28CDCF3C552F}" presName="vert1" presStyleCnt="0"/>
      <dgm:spPr/>
    </dgm:pt>
    <dgm:pt modelId="{0554318D-70A5-4951-AFDE-4462110D60C0}" type="pres">
      <dgm:prSet presAssocID="{93C4DFD3-A4DA-4FA7-8A5B-265FDE2D22EF}" presName="thickLine" presStyleLbl="alignNode1" presStyleIdx="1" presStyleCnt="4"/>
      <dgm:spPr/>
    </dgm:pt>
    <dgm:pt modelId="{7A43F639-CB5F-41B2-A9A6-A45C4AF32A2E}" type="pres">
      <dgm:prSet presAssocID="{93C4DFD3-A4DA-4FA7-8A5B-265FDE2D22EF}" presName="horz1" presStyleCnt="0"/>
      <dgm:spPr/>
    </dgm:pt>
    <dgm:pt modelId="{09A66DD0-4CB7-46E6-96BA-F466E69EC99D}" type="pres">
      <dgm:prSet presAssocID="{93C4DFD3-A4DA-4FA7-8A5B-265FDE2D22EF}" presName="tx1" presStyleLbl="revTx" presStyleIdx="1" presStyleCnt="4"/>
      <dgm:spPr/>
    </dgm:pt>
    <dgm:pt modelId="{50FC57F5-A380-4750-BC10-9797773C9B40}" type="pres">
      <dgm:prSet presAssocID="{93C4DFD3-A4DA-4FA7-8A5B-265FDE2D22EF}" presName="vert1" presStyleCnt="0"/>
      <dgm:spPr/>
    </dgm:pt>
    <dgm:pt modelId="{DD7E89A8-956D-400A-A005-531DE634446F}" type="pres">
      <dgm:prSet presAssocID="{797CE2EC-EE69-4893-9377-A9A9E5CC06DF}" presName="thickLine" presStyleLbl="alignNode1" presStyleIdx="2" presStyleCnt="4"/>
      <dgm:spPr/>
    </dgm:pt>
    <dgm:pt modelId="{C25FE536-5FD2-45B3-867B-6B02E2C22FC8}" type="pres">
      <dgm:prSet presAssocID="{797CE2EC-EE69-4893-9377-A9A9E5CC06DF}" presName="horz1" presStyleCnt="0"/>
      <dgm:spPr/>
    </dgm:pt>
    <dgm:pt modelId="{264536A5-03AB-48B0-A0E3-89F6B0CBBE7F}" type="pres">
      <dgm:prSet presAssocID="{797CE2EC-EE69-4893-9377-A9A9E5CC06DF}" presName="tx1" presStyleLbl="revTx" presStyleIdx="2" presStyleCnt="4"/>
      <dgm:spPr/>
    </dgm:pt>
    <dgm:pt modelId="{D0D853A3-E7A3-4EAF-90D0-D2E3DF7C8592}" type="pres">
      <dgm:prSet presAssocID="{797CE2EC-EE69-4893-9377-A9A9E5CC06DF}" presName="vert1" presStyleCnt="0"/>
      <dgm:spPr/>
    </dgm:pt>
    <dgm:pt modelId="{1BC51DA1-40C2-4616-9AEB-E515C105E2E1}" type="pres">
      <dgm:prSet presAssocID="{B3D30A13-7066-403A-BF5F-536402E185AE}" presName="thickLine" presStyleLbl="alignNode1" presStyleIdx="3" presStyleCnt="4"/>
      <dgm:spPr/>
    </dgm:pt>
    <dgm:pt modelId="{C6CB4177-E214-4308-9FAB-7972B67F2D91}" type="pres">
      <dgm:prSet presAssocID="{B3D30A13-7066-403A-BF5F-536402E185AE}" presName="horz1" presStyleCnt="0"/>
      <dgm:spPr/>
    </dgm:pt>
    <dgm:pt modelId="{3791090D-3C3B-458E-9B6D-7C36E5FAE5EF}" type="pres">
      <dgm:prSet presAssocID="{B3D30A13-7066-403A-BF5F-536402E185AE}" presName="tx1" presStyleLbl="revTx" presStyleIdx="3" presStyleCnt="4"/>
      <dgm:spPr/>
    </dgm:pt>
    <dgm:pt modelId="{55D671B2-684D-4436-B5FA-2439FAA3DCAB}" type="pres">
      <dgm:prSet presAssocID="{B3D30A13-7066-403A-BF5F-536402E185AE}" presName="vert1" presStyleCnt="0"/>
      <dgm:spPr/>
    </dgm:pt>
  </dgm:ptLst>
  <dgm:cxnLst>
    <dgm:cxn modelId="{A37C4F18-CA16-41CE-A353-419ECEA87704}" srcId="{0C183CA5-7F3B-428D-A2C1-668A833C34C6}" destId="{B3D30A13-7066-403A-BF5F-536402E185AE}" srcOrd="3" destOrd="0" parTransId="{33470B10-1A2F-42E8-8CBC-85962440CD24}" sibTransId="{496AFF63-69B1-44D8-991C-89F029543ED5}"/>
    <dgm:cxn modelId="{E38CEC23-26FB-4BD1-82D8-A39E42BE63D2}" type="presOf" srcId="{B3D30A13-7066-403A-BF5F-536402E185AE}" destId="{3791090D-3C3B-458E-9B6D-7C36E5FAE5EF}" srcOrd="0" destOrd="0" presId="urn:microsoft.com/office/officeart/2008/layout/LinedList"/>
    <dgm:cxn modelId="{4DD71162-6A9D-4C4C-8BBD-2C4079AC667D}" srcId="{0C183CA5-7F3B-428D-A2C1-668A833C34C6}" destId="{93C4DFD3-A4DA-4FA7-8A5B-265FDE2D22EF}" srcOrd="1" destOrd="0" parTransId="{118E9E48-AB2C-4C23-B450-CC702A2DCE04}" sibTransId="{E2916173-5E18-478A-A76F-1BFA90F1DB6D}"/>
    <dgm:cxn modelId="{9C229045-B8F2-402B-A0EB-967FCD8ADD8D}" type="presOf" srcId="{2C35FEFD-A7C1-4C64-BFD5-28CDCF3C552F}" destId="{AD10D6CF-B907-4C9D-9230-FC969FC9A1F5}" srcOrd="0" destOrd="0" presId="urn:microsoft.com/office/officeart/2008/layout/LinedList"/>
    <dgm:cxn modelId="{35C5756A-81AA-4A15-BA3A-19F7520EDE4D}" srcId="{0C183CA5-7F3B-428D-A2C1-668A833C34C6}" destId="{797CE2EC-EE69-4893-9377-A9A9E5CC06DF}" srcOrd="2" destOrd="0" parTransId="{04119756-6E7F-445A-A254-3E5595AF2537}" sibTransId="{FF1BF60A-A457-4270-8A4C-4F24EA9B1C27}"/>
    <dgm:cxn modelId="{F90B7E88-7F1D-45E9-AAC7-847701F0E672}" type="presOf" srcId="{93C4DFD3-A4DA-4FA7-8A5B-265FDE2D22EF}" destId="{09A66DD0-4CB7-46E6-96BA-F466E69EC99D}" srcOrd="0" destOrd="0" presId="urn:microsoft.com/office/officeart/2008/layout/LinedList"/>
    <dgm:cxn modelId="{20D48198-7A6B-49F3-925D-7B2610ABCEE0}" type="presOf" srcId="{797CE2EC-EE69-4893-9377-A9A9E5CC06DF}" destId="{264536A5-03AB-48B0-A0E3-89F6B0CBBE7F}" srcOrd="0" destOrd="0" presId="urn:microsoft.com/office/officeart/2008/layout/LinedList"/>
    <dgm:cxn modelId="{E84DA0C0-B7A5-4C3F-97E3-99221F0A0694}" srcId="{0C183CA5-7F3B-428D-A2C1-668A833C34C6}" destId="{2C35FEFD-A7C1-4C64-BFD5-28CDCF3C552F}" srcOrd="0" destOrd="0" parTransId="{E117D4AA-CFBC-4B55-9E6C-6E1327CEDE78}" sibTransId="{DAA769A4-F244-4458-8FFB-3FD9BCAA3188}"/>
    <dgm:cxn modelId="{4EFB61F2-BBB3-4322-AEAA-51A1BBA78D9B}" type="presOf" srcId="{0C183CA5-7F3B-428D-A2C1-668A833C34C6}" destId="{F0B5E498-5B15-474D-9F88-C8CA03A5FE90}" srcOrd="0" destOrd="0" presId="urn:microsoft.com/office/officeart/2008/layout/LinedList"/>
    <dgm:cxn modelId="{64FD7156-52ED-47C1-BBBA-D7DFFF94BC1A}" type="presParOf" srcId="{F0B5E498-5B15-474D-9F88-C8CA03A5FE90}" destId="{8C9ED5C9-E024-473C-A235-1720CB2851E3}" srcOrd="0" destOrd="0" presId="urn:microsoft.com/office/officeart/2008/layout/LinedList"/>
    <dgm:cxn modelId="{278D4FAD-28D5-4983-8498-261A06F146E7}" type="presParOf" srcId="{F0B5E498-5B15-474D-9F88-C8CA03A5FE90}" destId="{7DD8FEAB-D52C-4862-A14C-B1BCAFA2C620}" srcOrd="1" destOrd="0" presId="urn:microsoft.com/office/officeart/2008/layout/LinedList"/>
    <dgm:cxn modelId="{4D81A16B-420F-4B8F-A4A4-2CFD4FCE78B1}" type="presParOf" srcId="{7DD8FEAB-D52C-4862-A14C-B1BCAFA2C620}" destId="{AD10D6CF-B907-4C9D-9230-FC969FC9A1F5}" srcOrd="0" destOrd="0" presId="urn:microsoft.com/office/officeart/2008/layout/LinedList"/>
    <dgm:cxn modelId="{F62FD6F3-BCA7-413B-AE4A-C2C0CB64C775}" type="presParOf" srcId="{7DD8FEAB-D52C-4862-A14C-B1BCAFA2C620}" destId="{CBEE5B22-494E-4F96-BD07-18F8BB7B6CF3}" srcOrd="1" destOrd="0" presId="urn:microsoft.com/office/officeart/2008/layout/LinedList"/>
    <dgm:cxn modelId="{7AF5A7F3-EBF6-4283-A2B5-B6CAB6AAADDE}" type="presParOf" srcId="{F0B5E498-5B15-474D-9F88-C8CA03A5FE90}" destId="{0554318D-70A5-4951-AFDE-4462110D60C0}" srcOrd="2" destOrd="0" presId="urn:microsoft.com/office/officeart/2008/layout/LinedList"/>
    <dgm:cxn modelId="{F74D5920-B23C-4721-8391-D6F5A033F223}" type="presParOf" srcId="{F0B5E498-5B15-474D-9F88-C8CA03A5FE90}" destId="{7A43F639-CB5F-41B2-A9A6-A45C4AF32A2E}" srcOrd="3" destOrd="0" presId="urn:microsoft.com/office/officeart/2008/layout/LinedList"/>
    <dgm:cxn modelId="{F49A40E8-9BE3-4FE6-B3BE-B2AFAB280419}" type="presParOf" srcId="{7A43F639-CB5F-41B2-A9A6-A45C4AF32A2E}" destId="{09A66DD0-4CB7-46E6-96BA-F466E69EC99D}" srcOrd="0" destOrd="0" presId="urn:microsoft.com/office/officeart/2008/layout/LinedList"/>
    <dgm:cxn modelId="{59CB14B6-7BAD-4C27-8CC3-2FBE99DACEEC}" type="presParOf" srcId="{7A43F639-CB5F-41B2-A9A6-A45C4AF32A2E}" destId="{50FC57F5-A380-4750-BC10-9797773C9B40}" srcOrd="1" destOrd="0" presId="urn:microsoft.com/office/officeart/2008/layout/LinedList"/>
    <dgm:cxn modelId="{4416DC68-26DE-4F4F-BD0E-6D8D5FBCD54A}" type="presParOf" srcId="{F0B5E498-5B15-474D-9F88-C8CA03A5FE90}" destId="{DD7E89A8-956D-400A-A005-531DE634446F}" srcOrd="4" destOrd="0" presId="urn:microsoft.com/office/officeart/2008/layout/LinedList"/>
    <dgm:cxn modelId="{6D47B942-959E-4260-9509-77DB9BA486E3}" type="presParOf" srcId="{F0B5E498-5B15-474D-9F88-C8CA03A5FE90}" destId="{C25FE536-5FD2-45B3-867B-6B02E2C22FC8}" srcOrd="5" destOrd="0" presId="urn:microsoft.com/office/officeart/2008/layout/LinedList"/>
    <dgm:cxn modelId="{DA46924F-5726-4FA1-8324-3CF208EB6B3D}" type="presParOf" srcId="{C25FE536-5FD2-45B3-867B-6B02E2C22FC8}" destId="{264536A5-03AB-48B0-A0E3-89F6B0CBBE7F}" srcOrd="0" destOrd="0" presId="urn:microsoft.com/office/officeart/2008/layout/LinedList"/>
    <dgm:cxn modelId="{B7B0877F-1FE2-43FA-832D-20318409D175}" type="presParOf" srcId="{C25FE536-5FD2-45B3-867B-6B02E2C22FC8}" destId="{D0D853A3-E7A3-4EAF-90D0-D2E3DF7C8592}" srcOrd="1" destOrd="0" presId="urn:microsoft.com/office/officeart/2008/layout/LinedList"/>
    <dgm:cxn modelId="{C9FA7632-56D3-4508-BD64-AB8A59604BB2}" type="presParOf" srcId="{F0B5E498-5B15-474D-9F88-C8CA03A5FE90}" destId="{1BC51DA1-40C2-4616-9AEB-E515C105E2E1}" srcOrd="6" destOrd="0" presId="urn:microsoft.com/office/officeart/2008/layout/LinedList"/>
    <dgm:cxn modelId="{ADC4000A-5058-4BB3-A8FE-F0C018EBFC85}" type="presParOf" srcId="{F0B5E498-5B15-474D-9F88-C8CA03A5FE90}" destId="{C6CB4177-E214-4308-9FAB-7972B67F2D91}" srcOrd="7" destOrd="0" presId="urn:microsoft.com/office/officeart/2008/layout/LinedList"/>
    <dgm:cxn modelId="{796865CA-FC6E-440C-81D7-32ADE2E9B165}" type="presParOf" srcId="{C6CB4177-E214-4308-9FAB-7972B67F2D91}" destId="{3791090D-3C3B-458E-9B6D-7C36E5FAE5EF}" srcOrd="0" destOrd="0" presId="urn:microsoft.com/office/officeart/2008/layout/LinedList"/>
    <dgm:cxn modelId="{28CBEF63-9B43-43A2-9CDE-33E6F4B62F96}" type="presParOf" srcId="{C6CB4177-E214-4308-9FAB-7972B67F2D91}" destId="{55D671B2-684D-4436-B5FA-2439FAA3DCAB}" srcOrd="1" destOrd="0" presId="urn:microsoft.com/office/officeart/2008/layout/LinedList"/>
  </dgm:cxnLst>
  <dgm:bg>
    <a:solidFill>
      <a:schemeClr val="bg1"/>
    </a:solidFill>
    <a:effectLst>
      <a:outerShdw blurRad="63500" sx="102000" sy="102000" algn="ctr" rotWithShape="0">
        <a:prstClr val="black">
          <a:alpha val="40000"/>
        </a:prstClr>
      </a:outerShdw>
    </a:effectLst>
  </dgm:bg>
  <dgm:whole>
    <a:ln>
      <a:solidFill>
        <a:schemeClr val="bg1"/>
      </a:solidFill>
    </a:ln>
  </dgm:whole>
  <dgm:extLst>
    <a:ext uri="http://schemas.microsoft.com/office/drawing/2008/diagram">
      <dsp:dataModelExt xmlns:dsp="http://schemas.microsoft.com/office/drawing/2008/diagram" relId="rId9"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7929BC14-1375-4C5A-BC3B-5638E1AC1987}" type="doc">
      <dgm:prSet loTypeId="urn:microsoft.com/office/officeart/2009/3/layout/RandomtoResultProcess" loCatId="process" qsTypeId="urn:microsoft.com/office/officeart/2005/8/quickstyle/simple1" qsCatId="simple" csTypeId="urn:microsoft.com/office/officeart/2005/8/colors/colorful3" csCatId="colorful" phldr="1"/>
      <dgm:spPr/>
      <dgm:t>
        <a:bodyPr/>
        <a:lstStyle/>
        <a:p>
          <a:endParaRPr lang="en-US"/>
        </a:p>
      </dgm:t>
    </dgm:pt>
    <dgm:pt modelId="{A3A7FF79-DD32-4D8B-B7A6-9E8AD4F98788}">
      <dgm:prSet/>
      <dgm:spPr/>
      <dgm:t>
        <a:bodyPr/>
        <a:lstStyle/>
        <a:p>
          <a:r>
            <a:rPr lang="en-US"/>
            <a:t>Other spatial levels</a:t>
          </a:r>
        </a:p>
      </dgm:t>
    </dgm:pt>
    <dgm:pt modelId="{18518605-03BD-4046-919A-5B1BA3AF7D39}" type="parTrans" cxnId="{6BD37A25-F8C4-4E5D-81B3-464645B86892}">
      <dgm:prSet/>
      <dgm:spPr/>
      <dgm:t>
        <a:bodyPr/>
        <a:lstStyle/>
        <a:p>
          <a:endParaRPr lang="en-US"/>
        </a:p>
      </dgm:t>
    </dgm:pt>
    <dgm:pt modelId="{7C85BCB7-94F8-4335-BA88-30F5DBF5C427}" type="sibTrans" cxnId="{6BD37A25-F8C4-4E5D-81B3-464645B86892}">
      <dgm:prSet/>
      <dgm:spPr/>
      <dgm:t>
        <a:bodyPr/>
        <a:lstStyle/>
        <a:p>
          <a:endParaRPr lang="en-US"/>
        </a:p>
      </dgm:t>
    </dgm:pt>
    <dgm:pt modelId="{9C005F94-9C0E-4300-9748-9D4D459DD9BA}">
      <dgm:prSet/>
      <dgm:spPr/>
      <dgm:t>
        <a:bodyPr/>
        <a:lstStyle/>
        <a:p>
          <a:r>
            <a:rPr lang="en-US"/>
            <a:t>Model extensions</a:t>
          </a:r>
        </a:p>
      </dgm:t>
    </dgm:pt>
    <dgm:pt modelId="{89CCB4FB-16FD-46CE-A7F4-F9FCC781390D}" type="parTrans" cxnId="{1DDB082B-D39D-4D76-9DBB-4B568C4B0542}">
      <dgm:prSet/>
      <dgm:spPr/>
      <dgm:t>
        <a:bodyPr/>
        <a:lstStyle/>
        <a:p>
          <a:endParaRPr lang="en-US"/>
        </a:p>
      </dgm:t>
    </dgm:pt>
    <dgm:pt modelId="{1332CD66-892A-4AE4-84CF-416521153541}" type="sibTrans" cxnId="{1DDB082B-D39D-4D76-9DBB-4B568C4B0542}">
      <dgm:prSet/>
      <dgm:spPr/>
      <dgm:t>
        <a:bodyPr/>
        <a:lstStyle/>
        <a:p>
          <a:endParaRPr lang="en-US"/>
        </a:p>
      </dgm:t>
    </dgm:pt>
    <dgm:pt modelId="{1D1F0834-D97B-4280-972A-1DB19F499B41}">
      <dgm:prSet/>
      <dgm:spPr/>
      <dgm:t>
        <a:bodyPr/>
        <a:lstStyle/>
        <a:p>
          <a:r>
            <a:rPr lang="en-US"/>
            <a:t>Advanced models</a:t>
          </a:r>
        </a:p>
      </dgm:t>
    </dgm:pt>
    <dgm:pt modelId="{B26A2B4C-6180-43A0-BD98-80BDF8548EA2}" type="parTrans" cxnId="{E5B4A70B-718C-4C9B-9A6F-2F5189E9DC4C}">
      <dgm:prSet/>
      <dgm:spPr/>
      <dgm:t>
        <a:bodyPr/>
        <a:lstStyle/>
        <a:p>
          <a:endParaRPr lang="en-US"/>
        </a:p>
      </dgm:t>
    </dgm:pt>
    <dgm:pt modelId="{6B593177-7689-4CC7-8EA6-42BE7EBD0D1C}" type="sibTrans" cxnId="{E5B4A70B-718C-4C9B-9A6F-2F5189E9DC4C}">
      <dgm:prSet/>
      <dgm:spPr/>
      <dgm:t>
        <a:bodyPr/>
        <a:lstStyle/>
        <a:p>
          <a:endParaRPr lang="en-US"/>
        </a:p>
      </dgm:t>
    </dgm:pt>
    <dgm:pt modelId="{45BB1FC3-A2D9-4BAE-978C-2429149FEC12}" type="pres">
      <dgm:prSet presAssocID="{7929BC14-1375-4C5A-BC3B-5638E1AC1987}" presName="Name0" presStyleCnt="0">
        <dgm:presLayoutVars>
          <dgm:dir/>
          <dgm:animOne val="branch"/>
          <dgm:animLvl val="lvl"/>
        </dgm:presLayoutVars>
      </dgm:prSet>
      <dgm:spPr/>
    </dgm:pt>
    <dgm:pt modelId="{D9676A62-C4D7-4E10-9A15-201CD4CF9EC3}" type="pres">
      <dgm:prSet presAssocID="{A3A7FF79-DD32-4D8B-B7A6-9E8AD4F98788}" presName="chaos" presStyleCnt="0"/>
      <dgm:spPr/>
    </dgm:pt>
    <dgm:pt modelId="{5A895BEC-9ED1-4CF0-9CD5-25D47F44C448}" type="pres">
      <dgm:prSet presAssocID="{A3A7FF79-DD32-4D8B-B7A6-9E8AD4F98788}" presName="parTx1" presStyleLbl="revTx" presStyleIdx="0" presStyleCnt="2"/>
      <dgm:spPr/>
    </dgm:pt>
    <dgm:pt modelId="{0D783815-1A9B-4E8E-B41B-2B3B04E95D45}" type="pres">
      <dgm:prSet presAssocID="{A3A7FF79-DD32-4D8B-B7A6-9E8AD4F98788}" presName="c1" presStyleLbl="node1" presStyleIdx="0" presStyleCnt="19"/>
      <dgm:spPr/>
    </dgm:pt>
    <dgm:pt modelId="{4BFEC871-5768-4661-9408-886AB92BCD2D}" type="pres">
      <dgm:prSet presAssocID="{A3A7FF79-DD32-4D8B-B7A6-9E8AD4F98788}" presName="c2" presStyleLbl="node1" presStyleIdx="1" presStyleCnt="19"/>
      <dgm:spPr/>
    </dgm:pt>
    <dgm:pt modelId="{02AF8B67-406A-4A5A-9EC7-02C142810433}" type="pres">
      <dgm:prSet presAssocID="{A3A7FF79-DD32-4D8B-B7A6-9E8AD4F98788}" presName="c3" presStyleLbl="node1" presStyleIdx="2" presStyleCnt="19"/>
      <dgm:spPr/>
    </dgm:pt>
    <dgm:pt modelId="{009D224A-65D3-441D-919A-79895CDCE520}" type="pres">
      <dgm:prSet presAssocID="{A3A7FF79-DD32-4D8B-B7A6-9E8AD4F98788}" presName="c4" presStyleLbl="node1" presStyleIdx="3" presStyleCnt="19"/>
      <dgm:spPr/>
    </dgm:pt>
    <dgm:pt modelId="{93533422-DBF3-426A-88B9-5B2FA559BF80}" type="pres">
      <dgm:prSet presAssocID="{A3A7FF79-DD32-4D8B-B7A6-9E8AD4F98788}" presName="c5" presStyleLbl="node1" presStyleIdx="4" presStyleCnt="19"/>
      <dgm:spPr/>
    </dgm:pt>
    <dgm:pt modelId="{665454F9-B715-4251-8985-12AC66C854C2}" type="pres">
      <dgm:prSet presAssocID="{A3A7FF79-DD32-4D8B-B7A6-9E8AD4F98788}" presName="c6" presStyleLbl="node1" presStyleIdx="5" presStyleCnt="19"/>
      <dgm:spPr/>
    </dgm:pt>
    <dgm:pt modelId="{1D6F6058-A4B6-4229-A4A0-7AF58DE2E714}" type="pres">
      <dgm:prSet presAssocID="{A3A7FF79-DD32-4D8B-B7A6-9E8AD4F98788}" presName="c7" presStyleLbl="node1" presStyleIdx="6" presStyleCnt="19"/>
      <dgm:spPr/>
    </dgm:pt>
    <dgm:pt modelId="{DE03568E-7577-478E-9561-6DA461CB379C}" type="pres">
      <dgm:prSet presAssocID="{A3A7FF79-DD32-4D8B-B7A6-9E8AD4F98788}" presName="c8" presStyleLbl="node1" presStyleIdx="7" presStyleCnt="19"/>
      <dgm:spPr/>
    </dgm:pt>
    <dgm:pt modelId="{BB4F143A-69CC-4FFA-A0AA-AAC93CCF0DF3}" type="pres">
      <dgm:prSet presAssocID="{A3A7FF79-DD32-4D8B-B7A6-9E8AD4F98788}" presName="c9" presStyleLbl="node1" presStyleIdx="8" presStyleCnt="19"/>
      <dgm:spPr/>
    </dgm:pt>
    <dgm:pt modelId="{D2E570C9-9923-498E-9AFE-6235ED3CFEA5}" type="pres">
      <dgm:prSet presAssocID="{A3A7FF79-DD32-4D8B-B7A6-9E8AD4F98788}" presName="c10" presStyleLbl="node1" presStyleIdx="9" presStyleCnt="19"/>
      <dgm:spPr/>
    </dgm:pt>
    <dgm:pt modelId="{BF985ACA-5BDC-41C9-8387-4EB25313B94B}" type="pres">
      <dgm:prSet presAssocID="{A3A7FF79-DD32-4D8B-B7A6-9E8AD4F98788}" presName="c11" presStyleLbl="node1" presStyleIdx="10" presStyleCnt="19"/>
      <dgm:spPr/>
    </dgm:pt>
    <dgm:pt modelId="{03A25464-620D-4B6C-8B7F-319B7E28AFDE}" type="pres">
      <dgm:prSet presAssocID="{A3A7FF79-DD32-4D8B-B7A6-9E8AD4F98788}" presName="c12" presStyleLbl="node1" presStyleIdx="11" presStyleCnt="19"/>
      <dgm:spPr/>
    </dgm:pt>
    <dgm:pt modelId="{6A94ED14-AEA2-4063-A79A-0848F77C05D1}" type="pres">
      <dgm:prSet presAssocID="{A3A7FF79-DD32-4D8B-B7A6-9E8AD4F98788}" presName="c13" presStyleLbl="node1" presStyleIdx="12" presStyleCnt="19"/>
      <dgm:spPr/>
    </dgm:pt>
    <dgm:pt modelId="{BD2F3F4B-078F-4F5B-A4A7-BF93078B6DF5}" type="pres">
      <dgm:prSet presAssocID="{A3A7FF79-DD32-4D8B-B7A6-9E8AD4F98788}" presName="c14" presStyleLbl="node1" presStyleIdx="13" presStyleCnt="19"/>
      <dgm:spPr/>
    </dgm:pt>
    <dgm:pt modelId="{285CAEF3-D2DC-49BF-B892-72E69CEFE60B}" type="pres">
      <dgm:prSet presAssocID="{A3A7FF79-DD32-4D8B-B7A6-9E8AD4F98788}" presName="c15" presStyleLbl="node1" presStyleIdx="14" presStyleCnt="19"/>
      <dgm:spPr/>
    </dgm:pt>
    <dgm:pt modelId="{3D370A35-C5E3-4CCC-B7BF-4E5C8088768D}" type="pres">
      <dgm:prSet presAssocID="{A3A7FF79-DD32-4D8B-B7A6-9E8AD4F98788}" presName="c16" presStyleLbl="node1" presStyleIdx="15" presStyleCnt="19"/>
      <dgm:spPr/>
    </dgm:pt>
    <dgm:pt modelId="{544E206F-4313-427D-9680-D19337CAD601}" type="pres">
      <dgm:prSet presAssocID="{A3A7FF79-DD32-4D8B-B7A6-9E8AD4F98788}" presName="c17" presStyleLbl="node1" presStyleIdx="16" presStyleCnt="19"/>
      <dgm:spPr/>
    </dgm:pt>
    <dgm:pt modelId="{D70986EE-1E06-48F8-BA3F-50119776E77A}" type="pres">
      <dgm:prSet presAssocID="{A3A7FF79-DD32-4D8B-B7A6-9E8AD4F98788}" presName="c18" presStyleLbl="node1" presStyleIdx="17" presStyleCnt="19"/>
      <dgm:spPr/>
    </dgm:pt>
    <dgm:pt modelId="{262F66D2-DC03-4F1A-99DD-DE9D7C10D05B}" type="pres">
      <dgm:prSet presAssocID="{7C85BCB7-94F8-4335-BA88-30F5DBF5C427}" presName="chevronComposite1" presStyleCnt="0"/>
      <dgm:spPr/>
    </dgm:pt>
    <dgm:pt modelId="{3623016C-C1A6-45D2-B7B8-71451CEF9CBD}" type="pres">
      <dgm:prSet presAssocID="{7C85BCB7-94F8-4335-BA88-30F5DBF5C427}" presName="chevron1" presStyleLbl="sibTrans2D1" presStyleIdx="0" presStyleCnt="2"/>
      <dgm:spPr/>
    </dgm:pt>
    <dgm:pt modelId="{AF0CC821-623B-4849-8241-E653489279FB}" type="pres">
      <dgm:prSet presAssocID="{7C85BCB7-94F8-4335-BA88-30F5DBF5C427}" presName="spChevron1" presStyleCnt="0"/>
      <dgm:spPr/>
    </dgm:pt>
    <dgm:pt modelId="{F5BB7D8C-6BAF-4336-8116-008EE0C1CF93}" type="pres">
      <dgm:prSet presAssocID="{9C005F94-9C0E-4300-9748-9D4D459DD9BA}" presName="middle" presStyleCnt="0"/>
      <dgm:spPr/>
    </dgm:pt>
    <dgm:pt modelId="{7F4D4E23-22A0-4FE8-AC93-79D455965CD6}" type="pres">
      <dgm:prSet presAssocID="{9C005F94-9C0E-4300-9748-9D4D459DD9BA}" presName="parTxMid" presStyleLbl="revTx" presStyleIdx="1" presStyleCnt="2"/>
      <dgm:spPr/>
    </dgm:pt>
    <dgm:pt modelId="{93697372-2145-494B-922E-8CE6AD978704}" type="pres">
      <dgm:prSet presAssocID="{9C005F94-9C0E-4300-9748-9D4D459DD9BA}" presName="spMid" presStyleCnt="0"/>
      <dgm:spPr/>
    </dgm:pt>
    <dgm:pt modelId="{3302FA97-991E-40B9-A57D-47A712674DAF}" type="pres">
      <dgm:prSet presAssocID="{1332CD66-892A-4AE4-84CF-416521153541}" presName="chevronComposite1" presStyleCnt="0"/>
      <dgm:spPr/>
    </dgm:pt>
    <dgm:pt modelId="{1A554DAF-CC55-4CEA-9D12-25EDA7DC26E9}" type="pres">
      <dgm:prSet presAssocID="{1332CD66-892A-4AE4-84CF-416521153541}" presName="chevron1" presStyleLbl="sibTrans2D1" presStyleIdx="1" presStyleCnt="2"/>
      <dgm:spPr/>
    </dgm:pt>
    <dgm:pt modelId="{1195E5D7-328E-4656-B057-62C18021B8C5}" type="pres">
      <dgm:prSet presAssocID="{1332CD66-892A-4AE4-84CF-416521153541}" presName="spChevron1" presStyleCnt="0"/>
      <dgm:spPr/>
    </dgm:pt>
    <dgm:pt modelId="{2F89082D-A02E-499A-8704-915A20F80397}" type="pres">
      <dgm:prSet presAssocID="{1D1F0834-D97B-4280-972A-1DB19F499B41}" presName="last" presStyleCnt="0"/>
      <dgm:spPr/>
    </dgm:pt>
    <dgm:pt modelId="{C2821417-8470-4701-BE54-79EA761EB2C0}" type="pres">
      <dgm:prSet presAssocID="{1D1F0834-D97B-4280-972A-1DB19F499B41}" presName="circleTx" presStyleLbl="node1" presStyleIdx="18" presStyleCnt="19"/>
      <dgm:spPr/>
    </dgm:pt>
    <dgm:pt modelId="{D60B2993-35FE-466C-9912-44EDBF111B3A}" type="pres">
      <dgm:prSet presAssocID="{1D1F0834-D97B-4280-972A-1DB19F499B41}" presName="spN" presStyleCnt="0"/>
      <dgm:spPr/>
    </dgm:pt>
  </dgm:ptLst>
  <dgm:cxnLst>
    <dgm:cxn modelId="{E5B4A70B-718C-4C9B-9A6F-2F5189E9DC4C}" srcId="{7929BC14-1375-4C5A-BC3B-5638E1AC1987}" destId="{1D1F0834-D97B-4280-972A-1DB19F499B41}" srcOrd="2" destOrd="0" parTransId="{B26A2B4C-6180-43A0-BD98-80BDF8548EA2}" sibTransId="{6B593177-7689-4CC7-8EA6-42BE7EBD0D1C}"/>
    <dgm:cxn modelId="{6BD37A25-F8C4-4E5D-81B3-464645B86892}" srcId="{7929BC14-1375-4C5A-BC3B-5638E1AC1987}" destId="{A3A7FF79-DD32-4D8B-B7A6-9E8AD4F98788}" srcOrd="0" destOrd="0" parTransId="{18518605-03BD-4046-919A-5B1BA3AF7D39}" sibTransId="{7C85BCB7-94F8-4335-BA88-30F5DBF5C427}"/>
    <dgm:cxn modelId="{1DDB082B-D39D-4D76-9DBB-4B568C4B0542}" srcId="{7929BC14-1375-4C5A-BC3B-5638E1AC1987}" destId="{9C005F94-9C0E-4300-9748-9D4D459DD9BA}" srcOrd="1" destOrd="0" parTransId="{89CCB4FB-16FD-46CE-A7F4-F9FCC781390D}" sibTransId="{1332CD66-892A-4AE4-84CF-416521153541}"/>
    <dgm:cxn modelId="{8CAB5589-119C-403A-B230-8D0958DA514C}" type="presOf" srcId="{A3A7FF79-DD32-4D8B-B7A6-9E8AD4F98788}" destId="{5A895BEC-9ED1-4CF0-9CD5-25D47F44C448}" srcOrd="0" destOrd="0" presId="urn:microsoft.com/office/officeart/2009/3/layout/RandomtoResultProcess"/>
    <dgm:cxn modelId="{742EC097-39E7-4EDF-9783-2E87BFAA113B}" type="presOf" srcId="{9C005F94-9C0E-4300-9748-9D4D459DD9BA}" destId="{7F4D4E23-22A0-4FE8-AC93-79D455965CD6}" srcOrd="0" destOrd="0" presId="urn:microsoft.com/office/officeart/2009/3/layout/RandomtoResultProcess"/>
    <dgm:cxn modelId="{AF3C0BE8-4961-4AC6-AB7B-05A526C5EC93}" type="presOf" srcId="{7929BC14-1375-4C5A-BC3B-5638E1AC1987}" destId="{45BB1FC3-A2D9-4BAE-978C-2429149FEC12}" srcOrd="0" destOrd="0" presId="urn:microsoft.com/office/officeart/2009/3/layout/RandomtoResultProcess"/>
    <dgm:cxn modelId="{227292F5-58E0-45A4-B6EE-B40C87C3BFD9}" type="presOf" srcId="{1D1F0834-D97B-4280-972A-1DB19F499B41}" destId="{C2821417-8470-4701-BE54-79EA761EB2C0}" srcOrd="0" destOrd="0" presId="urn:microsoft.com/office/officeart/2009/3/layout/RandomtoResultProcess"/>
    <dgm:cxn modelId="{6A7C4A8E-1089-4AA3-B5B7-F4A4C8C7B4BE}" type="presParOf" srcId="{45BB1FC3-A2D9-4BAE-978C-2429149FEC12}" destId="{D9676A62-C4D7-4E10-9A15-201CD4CF9EC3}" srcOrd="0" destOrd="0" presId="urn:microsoft.com/office/officeart/2009/3/layout/RandomtoResultProcess"/>
    <dgm:cxn modelId="{8B89AEA5-6521-408B-BA60-882293CB245A}" type="presParOf" srcId="{D9676A62-C4D7-4E10-9A15-201CD4CF9EC3}" destId="{5A895BEC-9ED1-4CF0-9CD5-25D47F44C448}" srcOrd="0" destOrd="0" presId="urn:microsoft.com/office/officeart/2009/3/layout/RandomtoResultProcess"/>
    <dgm:cxn modelId="{EF3E6A14-EFFD-44CA-83A7-F88044B0C042}" type="presParOf" srcId="{D9676A62-C4D7-4E10-9A15-201CD4CF9EC3}" destId="{0D783815-1A9B-4E8E-B41B-2B3B04E95D45}" srcOrd="1" destOrd="0" presId="urn:microsoft.com/office/officeart/2009/3/layout/RandomtoResultProcess"/>
    <dgm:cxn modelId="{C2C13479-0FC1-4F98-94F9-6ECBEEC2EE25}" type="presParOf" srcId="{D9676A62-C4D7-4E10-9A15-201CD4CF9EC3}" destId="{4BFEC871-5768-4661-9408-886AB92BCD2D}" srcOrd="2" destOrd="0" presId="urn:microsoft.com/office/officeart/2009/3/layout/RandomtoResultProcess"/>
    <dgm:cxn modelId="{3CAF0295-6894-4071-B29E-6A812A11728D}" type="presParOf" srcId="{D9676A62-C4D7-4E10-9A15-201CD4CF9EC3}" destId="{02AF8B67-406A-4A5A-9EC7-02C142810433}" srcOrd="3" destOrd="0" presId="urn:microsoft.com/office/officeart/2009/3/layout/RandomtoResultProcess"/>
    <dgm:cxn modelId="{FE88D7F7-B373-41A3-905C-9372B00940F1}" type="presParOf" srcId="{D9676A62-C4D7-4E10-9A15-201CD4CF9EC3}" destId="{009D224A-65D3-441D-919A-79895CDCE520}" srcOrd="4" destOrd="0" presId="urn:microsoft.com/office/officeart/2009/3/layout/RandomtoResultProcess"/>
    <dgm:cxn modelId="{8F16E62F-1777-4E52-A531-2A1B1A02779F}" type="presParOf" srcId="{D9676A62-C4D7-4E10-9A15-201CD4CF9EC3}" destId="{93533422-DBF3-426A-88B9-5B2FA559BF80}" srcOrd="5" destOrd="0" presId="urn:microsoft.com/office/officeart/2009/3/layout/RandomtoResultProcess"/>
    <dgm:cxn modelId="{9FF96E78-5EB1-4326-9D97-6C846CA4C94E}" type="presParOf" srcId="{D9676A62-C4D7-4E10-9A15-201CD4CF9EC3}" destId="{665454F9-B715-4251-8985-12AC66C854C2}" srcOrd="6" destOrd="0" presId="urn:microsoft.com/office/officeart/2009/3/layout/RandomtoResultProcess"/>
    <dgm:cxn modelId="{3DF18549-E329-413D-A29D-7BDC06F3AC6D}" type="presParOf" srcId="{D9676A62-C4D7-4E10-9A15-201CD4CF9EC3}" destId="{1D6F6058-A4B6-4229-A4A0-7AF58DE2E714}" srcOrd="7" destOrd="0" presId="urn:microsoft.com/office/officeart/2009/3/layout/RandomtoResultProcess"/>
    <dgm:cxn modelId="{F38C63B0-081E-4A4B-8086-16B71C6EAB31}" type="presParOf" srcId="{D9676A62-C4D7-4E10-9A15-201CD4CF9EC3}" destId="{DE03568E-7577-478E-9561-6DA461CB379C}" srcOrd="8" destOrd="0" presId="urn:microsoft.com/office/officeart/2009/3/layout/RandomtoResultProcess"/>
    <dgm:cxn modelId="{73ADE664-D325-4FCA-9974-4B142DBE0016}" type="presParOf" srcId="{D9676A62-C4D7-4E10-9A15-201CD4CF9EC3}" destId="{BB4F143A-69CC-4FFA-A0AA-AAC93CCF0DF3}" srcOrd="9" destOrd="0" presId="urn:microsoft.com/office/officeart/2009/3/layout/RandomtoResultProcess"/>
    <dgm:cxn modelId="{8C8BA1E8-F4DC-4028-BE70-FF2655DF0EED}" type="presParOf" srcId="{D9676A62-C4D7-4E10-9A15-201CD4CF9EC3}" destId="{D2E570C9-9923-498E-9AFE-6235ED3CFEA5}" srcOrd="10" destOrd="0" presId="urn:microsoft.com/office/officeart/2009/3/layout/RandomtoResultProcess"/>
    <dgm:cxn modelId="{DCAD7DFF-BEC8-422B-AF8F-449E4462639C}" type="presParOf" srcId="{D9676A62-C4D7-4E10-9A15-201CD4CF9EC3}" destId="{BF985ACA-5BDC-41C9-8387-4EB25313B94B}" srcOrd="11" destOrd="0" presId="urn:microsoft.com/office/officeart/2009/3/layout/RandomtoResultProcess"/>
    <dgm:cxn modelId="{970C2C47-9EDC-4078-9D57-387D5D88CAB2}" type="presParOf" srcId="{D9676A62-C4D7-4E10-9A15-201CD4CF9EC3}" destId="{03A25464-620D-4B6C-8B7F-319B7E28AFDE}" srcOrd="12" destOrd="0" presId="urn:microsoft.com/office/officeart/2009/3/layout/RandomtoResultProcess"/>
    <dgm:cxn modelId="{B6715BD3-C38F-42A2-B9A2-309E4AD1C0E7}" type="presParOf" srcId="{D9676A62-C4D7-4E10-9A15-201CD4CF9EC3}" destId="{6A94ED14-AEA2-4063-A79A-0848F77C05D1}" srcOrd="13" destOrd="0" presId="urn:microsoft.com/office/officeart/2009/3/layout/RandomtoResultProcess"/>
    <dgm:cxn modelId="{13D4C3C2-7A41-466C-BAC6-60C6552C6A28}" type="presParOf" srcId="{D9676A62-C4D7-4E10-9A15-201CD4CF9EC3}" destId="{BD2F3F4B-078F-4F5B-A4A7-BF93078B6DF5}" srcOrd="14" destOrd="0" presId="urn:microsoft.com/office/officeart/2009/3/layout/RandomtoResultProcess"/>
    <dgm:cxn modelId="{7E3B063D-AB8B-44D8-AF9A-C481D3B5CCDB}" type="presParOf" srcId="{D9676A62-C4D7-4E10-9A15-201CD4CF9EC3}" destId="{285CAEF3-D2DC-49BF-B892-72E69CEFE60B}" srcOrd="15" destOrd="0" presId="urn:microsoft.com/office/officeart/2009/3/layout/RandomtoResultProcess"/>
    <dgm:cxn modelId="{0DA1DCCA-791C-4F88-A50D-C01F3CC5E5A9}" type="presParOf" srcId="{D9676A62-C4D7-4E10-9A15-201CD4CF9EC3}" destId="{3D370A35-C5E3-4CCC-B7BF-4E5C8088768D}" srcOrd="16" destOrd="0" presId="urn:microsoft.com/office/officeart/2009/3/layout/RandomtoResultProcess"/>
    <dgm:cxn modelId="{30533602-7656-4277-B7FC-369C5A2A46D6}" type="presParOf" srcId="{D9676A62-C4D7-4E10-9A15-201CD4CF9EC3}" destId="{544E206F-4313-427D-9680-D19337CAD601}" srcOrd="17" destOrd="0" presId="urn:microsoft.com/office/officeart/2009/3/layout/RandomtoResultProcess"/>
    <dgm:cxn modelId="{AEBF671E-C7DF-4B96-BF56-8245D5EE2B4F}" type="presParOf" srcId="{D9676A62-C4D7-4E10-9A15-201CD4CF9EC3}" destId="{D70986EE-1E06-48F8-BA3F-50119776E77A}" srcOrd="18" destOrd="0" presId="urn:microsoft.com/office/officeart/2009/3/layout/RandomtoResultProcess"/>
    <dgm:cxn modelId="{8AEFA199-16B7-483F-A681-D1CF29EC9B38}" type="presParOf" srcId="{45BB1FC3-A2D9-4BAE-978C-2429149FEC12}" destId="{262F66D2-DC03-4F1A-99DD-DE9D7C10D05B}" srcOrd="1" destOrd="0" presId="urn:microsoft.com/office/officeart/2009/3/layout/RandomtoResultProcess"/>
    <dgm:cxn modelId="{BCCB1CA5-EB3C-433C-A122-8852FD3D343C}" type="presParOf" srcId="{262F66D2-DC03-4F1A-99DD-DE9D7C10D05B}" destId="{3623016C-C1A6-45D2-B7B8-71451CEF9CBD}" srcOrd="0" destOrd="0" presId="urn:microsoft.com/office/officeart/2009/3/layout/RandomtoResultProcess"/>
    <dgm:cxn modelId="{E652BCF3-A404-487B-84A3-2FE14DD41750}" type="presParOf" srcId="{262F66D2-DC03-4F1A-99DD-DE9D7C10D05B}" destId="{AF0CC821-623B-4849-8241-E653489279FB}" srcOrd="1" destOrd="0" presId="urn:microsoft.com/office/officeart/2009/3/layout/RandomtoResultProcess"/>
    <dgm:cxn modelId="{4F77E774-89A7-4895-A1C6-23DD6DEE5E9C}" type="presParOf" srcId="{45BB1FC3-A2D9-4BAE-978C-2429149FEC12}" destId="{F5BB7D8C-6BAF-4336-8116-008EE0C1CF93}" srcOrd="2" destOrd="0" presId="urn:microsoft.com/office/officeart/2009/3/layout/RandomtoResultProcess"/>
    <dgm:cxn modelId="{65D60BAF-0096-4D67-B318-64E433517B14}" type="presParOf" srcId="{F5BB7D8C-6BAF-4336-8116-008EE0C1CF93}" destId="{7F4D4E23-22A0-4FE8-AC93-79D455965CD6}" srcOrd="0" destOrd="0" presId="urn:microsoft.com/office/officeart/2009/3/layout/RandomtoResultProcess"/>
    <dgm:cxn modelId="{6B82A111-D924-4C48-AE9A-B30A33F07B9A}" type="presParOf" srcId="{F5BB7D8C-6BAF-4336-8116-008EE0C1CF93}" destId="{93697372-2145-494B-922E-8CE6AD978704}" srcOrd="1" destOrd="0" presId="urn:microsoft.com/office/officeart/2009/3/layout/RandomtoResultProcess"/>
    <dgm:cxn modelId="{952C0473-A865-41C6-A1DC-EB4AE93A26FC}" type="presParOf" srcId="{45BB1FC3-A2D9-4BAE-978C-2429149FEC12}" destId="{3302FA97-991E-40B9-A57D-47A712674DAF}" srcOrd="3" destOrd="0" presId="urn:microsoft.com/office/officeart/2009/3/layout/RandomtoResultProcess"/>
    <dgm:cxn modelId="{07671278-D100-4733-B3DC-26B893B39F6E}" type="presParOf" srcId="{3302FA97-991E-40B9-A57D-47A712674DAF}" destId="{1A554DAF-CC55-4CEA-9D12-25EDA7DC26E9}" srcOrd="0" destOrd="0" presId="urn:microsoft.com/office/officeart/2009/3/layout/RandomtoResultProcess"/>
    <dgm:cxn modelId="{1BBC0CFB-050C-4C90-8383-25A3B6333883}" type="presParOf" srcId="{3302FA97-991E-40B9-A57D-47A712674DAF}" destId="{1195E5D7-328E-4656-B057-62C18021B8C5}" srcOrd="1" destOrd="0" presId="urn:microsoft.com/office/officeart/2009/3/layout/RandomtoResultProcess"/>
    <dgm:cxn modelId="{9EE584BF-F038-432B-9CA2-EC371E44E1EE}" type="presParOf" srcId="{45BB1FC3-A2D9-4BAE-978C-2429149FEC12}" destId="{2F89082D-A02E-499A-8704-915A20F80397}" srcOrd="4" destOrd="0" presId="urn:microsoft.com/office/officeart/2009/3/layout/RandomtoResultProcess"/>
    <dgm:cxn modelId="{62AB41CC-AA4E-4FE3-BD87-C1B4BFA378E0}" type="presParOf" srcId="{2F89082D-A02E-499A-8704-915A20F80397}" destId="{C2821417-8470-4701-BE54-79EA761EB2C0}" srcOrd="0" destOrd="0" presId="urn:microsoft.com/office/officeart/2009/3/layout/RandomtoResultProcess"/>
    <dgm:cxn modelId="{E41F04B8-E323-48F7-9AED-E8F314190558}" type="presParOf" srcId="{2F89082D-A02E-499A-8704-915A20F80397}" destId="{D60B2993-35FE-466C-9912-44EDBF111B3A}" srcOrd="1" destOrd="0" presId="urn:microsoft.com/office/officeart/2009/3/layout/RandomtoResultProcess"/>
  </dgm:cxnLst>
  <dgm:bg>
    <a:solidFill>
      <a:schemeClr val="bg1">
        <a:lumMod val="85000"/>
      </a:schemeClr>
    </a:solidFill>
    <a:effectLst>
      <a:outerShdw blurRad="63500" sx="102000" sy="102000" algn="ctr" rotWithShape="0">
        <a:prstClr val="black">
          <a:alpha val="40000"/>
        </a:prstClr>
      </a:outerShdw>
    </a:effectLst>
  </dgm:bg>
  <dgm:whole>
    <a:ln>
      <a:solidFill>
        <a:srgbClr val="0A0A0A"/>
      </a:solidFill>
    </a:ln>
  </dgm:whole>
  <dgm:extLst>
    <a:ext uri="http://schemas.microsoft.com/office/drawing/2008/diagram">
      <dsp:dataModelExt xmlns:dsp="http://schemas.microsoft.com/office/drawing/2008/diagram" relId="rId14"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21589AEF-D829-4F6B-8FDF-D15A12336860}"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334C71E6-A29B-4F98-A5A6-A49D98E0B5B3}">
      <dgm:prSet/>
      <dgm:spPr/>
      <dgm:t>
        <a:bodyPr/>
        <a:lstStyle/>
        <a:p>
          <a:r>
            <a:rPr lang="en-US">
              <a:hlinkClick xmlns:r="http://schemas.openxmlformats.org/officeDocument/2006/relationships" r:id="rId1"/>
            </a:rPr>
            <a:t>New York City Open Data. (n.d.). *Rat sightings*. </a:t>
          </a:r>
          <a:endParaRPr lang="en-US"/>
        </a:p>
      </dgm:t>
    </dgm:pt>
    <dgm:pt modelId="{510D4C0C-6E26-4B2C-9966-06C82D11684D}" type="parTrans" cxnId="{2FF6BED9-782C-44E7-BCC1-95E8089F9711}">
      <dgm:prSet/>
      <dgm:spPr/>
      <dgm:t>
        <a:bodyPr/>
        <a:lstStyle/>
        <a:p>
          <a:endParaRPr lang="en-US"/>
        </a:p>
      </dgm:t>
    </dgm:pt>
    <dgm:pt modelId="{361A749F-D2F8-4ECB-9072-74EE10F7B8F8}" type="sibTrans" cxnId="{2FF6BED9-782C-44E7-BCC1-95E8089F9711}">
      <dgm:prSet/>
      <dgm:spPr/>
      <dgm:t>
        <a:bodyPr/>
        <a:lstStyle/>
        <a:p>
          <a:endParaRPr lang="en-US"/>
        </a:p>
      </dgm:t>
    </dgm:pt>
    <dgm:pt modelId="{66971FC9-30F9-4B2C-8960-36AC7D426C51}">
      <dgm:prSet/>
      <dgm:spPr/>
      <dgm:t>
        <a:bodyPr/>
        <a:lstStyle/>
        <a:p>
          <a:r>
            <a:rPr lang="en-US">
              <a:hlinkClick xmlns:r="http://schemas.openxmlformats.org/officeDocument/2006/relationships" r:id="rId2"/>
            </a:rPr>
            <a:t>Open-</a:t>
          </a:r>
          <a:r>
            <a:rPr lang="en-US" err="1">
              <a:hlinkClick xmlns:r="http://schemas.openxmlformats.org/officeDocument/2006/relationships" r:id="rId2"/>
            </a:rPr>
            <a:t>Meteo</a:t>
          </a:r>
          <a:r>
            <a:rPr lang="en-US">
              <a:hlinkClick xmlns:r="http://schemas.openxmlformats.org/officeDocument/2006/relationships" r:id="rId2"/>
            </a:rPr>
            <a:t> Data (n.d.). *Weather Data*.</a:t>
          </a:r>
          <a:endParaRPr lang="en-US"/>
        </a:p>
      </dgm:t>
    </dgm:pt>
    <dgm:pt modelId="{518567F2-DDB6-45ED-BCF0-CA43594E4276}" type="parTrans" cxnId="{63984737-FB69-47FA-AB9C-9C0E322D8C26}">
      <dgm:prSet/>
      <dgm:spPr/>
      <dgm:t>
        <a:bodyPr/>
        <a:lstStyle/>
        <a:p>
          <a:endParaRPr lang="en-US"/>
        </a:p>
      </dgm:t>
    </dgm:pt>
    <dgm:pt modelId="{BD2D5C8F-DE27-422D-97AA-608155191393}" type="sibTrans" cxnId="{63984737-FB69-47FA-AB9C-9C0E322D8C26}">
      <dgm:prSet/>
      <dgm:spPr/>
      <dgm:t>
        <a:bodyPr/>
        <a:lstStyle/>
        <a:p>
          <a:endParaRPr lang="en-US"/>
        </a:p>
      </dgm:t>
    </dgm:pt>
    <dgm:pt modelId="{CEBC5F9E-0E0A-4FEF-B41F-D9EDD49F78B6}">
      <dgm:prSet/>
      <dgm:spPr/>
      <dgm:t>
        <a:bodyPr/>
        <a:lstStyle/>
        <a:p>
          <a:r>
            <a:rPr lang="en-US">
              <a:hlinkClick xmlns:r="http://schemas.openxmlformats.org/officeDocument/2006/relationships" r:id="rId3"/>
            </a:rPr>
            <a:t>Erdos Projects. (2026). *spring-2026-rat-activity-nyc* [GitHub repository]. GitHub. </a:t>
          </a:r>
          <a:endParaRPr lang="en-US"/>
        </a:p>
      </dgm:t>
    </dgm:pt>
    <dgm:pt modelId="{73752732-7F82-4559-A6C8-2CC964D8DE76}" type="parTrans" cxnId="{61E69934-B50D-445C-BAE0-359862E9B794}">
      <dgm:prSet/>
      <dgm:spPr/>
      <dgm:t>
        <a:bodyPr/>
        <a:lstStyle/>
        <a:p>
          <a:endParaRPr lang="en-US"/>
        </a:p>
      </dgm:t>
    </dgm:pt>
    <dgm:pt modelId="{E4BA1B4C-76DD-4EF9-A9C3-53982A42C7E4}" type="sibTrans" cxnId="{61E69934-B50D-445C-BAE0-359862E9B794}">
      <dgm:prSet/>
      <dgm:spPr/>
      <dgm:t>
        <a:bodyPr/>
        <a:lstStyle/>
        <a:p>
          <a:endParaRPr lang="en-US"/>
        </a:p>
      </dgm:t>
    </dgm:pt>
    <dgm:pt modelId="{B661A89E-3FE2-40EF-91D9-B716355BACC3}" type="pres">
      <dgm:prSet presAssocID="{21589AEF-D829-4F6B-8FDF-D15A12336860}" presName="vert0" presStyleCnt="0">
        <dgm:presLayoutVars>
          <dgm:dir/>
          <dgm:animOne val="branch"/>
          <dgm:animLvl val="lvl"/>
        </dgm:presLayoutVars>
      </dgm:prSet>
      <dgm:spPr/>
    </dgm:pt>
    <dgm:pt modelId="{DA669B76-F11B-4D6E-A3A7-305586D97A9C}" type="pres">
      <dgm:prSet presAssocID="{334C71E6-A29B-4F98-A5A6-A49D98E0B5B3}" presName="thickLine" presStyleLbl="alignNode1" presStyleIdx="0" presStyleCnt="3"/>
      <dgm:spPr/>
    </dgm:pt>
    <dgm:pt modelId="{87E92D12-90C8-4266-A098-0F2F2A51C5B2}" type="pres">
      <dgm:prSet presAssocID="{334C71E6-A29B-4F98-A5A6-A49D98E0B5B3}" presName="horz1" presStyleCnt="0"/>
      <dgm:spPr/>
    </dgm:pt>
    <dgm:pt modelId="{84E13FFB-2DAA-496E-B80B-A5B93E034D64}" type="pres">
      <dgm:prSet presAssocID="{334C71E6-A29B-4F98-A5A6-A49D98E0B5B3}" presName="tx1" presStyleLbl="revTx" presStyleIdx="0" presStyleCnt="3"/>
      <dgm:spPr/>
    </dgm:pt>
    <dgm:pt modelId="{661A49B1-737F-46F7-B0E7-DD0ACD3C9A47}" type="pres">
      <dgm:prSet presAssocID="{334C71E6-A29B-4F98-A5A6-A49D98E0B5B3}" presName="vert1" presStyleCnt="0"/>
      <dgm:spPr/>
    </dgm:pt>
    <dgm:pt modelId="{9CEFA171-FBCD-46E4-9E2B-9C95A2EA899D}" type="pres">
      <dgm:prSet presAssocID="{66971FC9-30F9-4B2C-8960-36AC7D426C51}" presName="thickLine" presStyleLbl="alignNode1" presStyleIdx="1" presStyleCnt="3"/>
      <dgm:spPr/>
    </dgm:pt>
    <dgm:pt modelId="{9AC5AEEE-9991-405A-AA0A-341642951E8C}" type="pres">
      <dgm:prSet presAssocID="{66971FC9-30F9-4B2C-8960-36AC7D426C51}" presName="horz1" presStyleCnt="0"/>
      <dgm:spPr/>
    </dgm:pt>
    <dgm:pt modelId="{CCA56D43-A6A9-45CE-8933-7B900D9EA667}" type="pres">
      <dgm:prSet presAssocID="{66971FC9-30F9-4B2C-8960-36AC7D426C51}" presName="tx1" presStyleLbl="revTx" presStyleIdx="1" presStyleCnt="3"/>
      <dgm:spPr/>
    </dgm:pt>
    <dgm:pt modelId="{08448FE1-F88C-47D2-ADBF-13A528F1017C}" type="pres">
      <dgm:prSet presAssocID="{66971FC9-30F9-4B2C-8960-36AC7D426C51}" presName="vert1" presStyleCnt="0"/>
      <dgm:spPr/>
    </dgm:pt>
    <dgm:pt modelId="{6C8C8037-E81B-4B3C-8E60-BF5065E94E9D}" type="pres">
      <dgm:prSet presAssocID="{CEBC5F9E-0E0A-4FEF-B41F-D9EDD49F78B6}" presName="thickLine" presStyleLbl="alignNode1" presStyleIdx="2" presStyleCnt="3"/>
      <dgm:spPr/>
    </dgm:pt>
    <dgm:pt modelId="{3E595D36-AE0C-44DD-BCAD-1F09559FDC30}" type="pres">
      <dgm:prSet presAssocID="{CEBC5F9E-0E0A-4FEF-B41F-D9EDD49F78B6}" presName="horz1" presStyleCnt="0"/>
      <dgm:spPr/>
    </dgm:pt>
    <dgm:pt modelId="{FF9101C5-CE50-4759-903C-848CBA62D260}" type="pres">
      <dgm:prSet presAssocID="{CEBC5F9E-0E0A-4FEF-B41F-D9EDD49F78B6}" presName="tx1" presStyleLbl="revTx" presStyleIdx="2" presStyleCnt="3"/>
      <dgm:spPr/>
    </dgm:pt>
    <dgm:pt modelId="{2A426F22-C894-4BDC-85C3-CC8194917C77}" type="pres">
      <dgm:prSet presAssocID="{CEBC5F9E-0E0A-4FEF-B41F-D9EDD49F78B6}" presName="vert1" presStyleCnt="0"/>
      <dgm:spPr/>
    </dgm:pt>
  </dgm:ptLst>
  <dgm:cxnLst>
    <dgm:cxn modelId="{61E69934-B50D-445C-BAE0-359862E9B794}" srcId="{21589AEF-D829-4F6B-8FDF-D15A12336860}" destId="{CEBC5F9E-0E0A-4FEF-B41F-D9EDD49F78B6}" srcOrd="2" destOrd="0" parTransId="{73752732-7F82-4559-A6C8-2CC964D8DE76}" sibTransId="{E4BA1B4C-76DD-4EF9-A9C3-53982A42C7E4}"/>
    <dgm:cxn modelId="{63984737-FB69-47FA-AB9C-9C0E322D8C26}" srcId="{21589AEF-D829-4F6B-8FDF-D15A12336860}" destId="{66971FC9-30F9-4B2C-8960-36AC7D426C51}" srcOrd="1" destOrd="0" parTransId="{518567F2-DDB6-45ED-BCF0-CA43594E4276}" sibTransId="{BD2D5C8F-DE27-422D-97AA-608155191393}"/>
    <dgm:cxn modelId="{4414F363-0974-46F9-8F73-EA158E7FD187}" type="presOf" srcId="{CEBC5F9E-0E0A-4FEF-B41F-D9EDD49F78B6}" destId="{FF9101C5-CE50-4759-903C-848CBA62D260}" srcOrd="0" destOrd="0" presId="urn:microsoft.com/office/officeart/2008/layout/LinedList"/>
    <dgm:cxn modelId="{33B74B59-90EE-448B-B792-F2AD39EA5E81}" type="presOf" srcId="{334C71E6-A29B-4F98-A5A6-A49D98E0B5B3}" destId="{84E13FFB-2DAA-496E-B80B-A5B93E034D64}" srcOrd="0" destOrd="0" presId="urn:microsoft.com/office/officeart/2008/layout/LinedList"/>
    <dgm:cxn modelId="{6D942CBD-6292-4C94-9F65-C57EB09D4EF8}" type="presOf" srcId="{21589AEF-D829-4F6B-8FDF-D15A12336860}" destId="{B661A89E-3FE2-40EF-91D9-B716355BACC3}" srcOrd="0" destOrd="0" presId="urn:microsoft.com/office/officeart/2008/layout/LinedList"/>
    <dgm:cxn modelId="{2FF6BED9-782C-44E7-BCC1-95E8089F9711}" srcId="{21589AEF-D829-4F6B-8FDF-D15A12336860}" destId="{334C71E6-A29B-4F98-A5A6-A49D98E0B5B3}" srcOrd="0" destOrd="0" parTransId="{510D4C0C-6E26-4B2C-9966-06C82D11684D}" sibTransId="{361A749F-D2F8-4ECB-9072-74EE10F7B8F8}"/>
    <dgm:cxn modelId="{AC319ADC-9604-41A9-966A-9F770523887F}" type="presOf" srcId="{66971FC9-30F9-4B2C-8960-36AC7D426C51}" destId="{CCA56D43-A6A9-45CE-8933-7B900D9EA667}" srcOrd="0" destOrd="0" presId="urn:microsoft.com/office/officeart/2008/layout/LinedList"/>
    <dgm:cxn modelId="{B1307C36-C383-49BA-B236-AB8886F93848}" type="presParOf" srcId="{B661A89E-3FE2-40EF-91D9-B716355BACC3}" destId="{DA669B76-F11B-4D6E-A3A7-305586D97A9C}" srcOrd="0" destOrd="0" presId="urn:microsoft.com/office/officeart/2008/layout/LinedList"/>
    <dgm:cxn modelId="{4FCADBBC-7B80-4162-9DC7-03C91124BB9C}" type="presParOf" srcId="{B661A89E-3FE2-40EF-91D9-B716355BACC3}" destId="{87E92D12-90C8-4266-A098-0F2F2A51C5B2}" srcOrd="1" destOrd="0" presId="urn:microsoft.com/office/officeart/2008/layout/LinedList"/>
    <dgm:cxn modelId="{6486F5DB-FD04-4849-A54F-45CC6B719B7D}" type="presParOf" srcId="{87E92D12-90C8-4266-A098-0F2F2A51C5B2}" destId="{84E13FFB-2DAA-496E-B80B-A5B93E034D64}" srcOrd="0" destOrd="0" presId="urn:microsoft.com/office/officeart/2008/layout/LinedList"/>
    <dgm:cxn modelId="{6A348B28-B750-4578-A91E-C4F13D0C8B7A}" type="presParOf" srcId="{87E92D12-90C8-4266-A098-0F2F2A51C5B2}" destId="{661A49B1-737F-46F7-B0E7-DD0ACD3C9A47}" srcOrd="1" destOrd="0" presId="urn:microsoft.com/office/officeart/2008/layout/LinedList"/>
    <dgm:cxn modelId="{DCAEF041-AC90-46A4-8C3E-AC95F9740120}" type="presParOf" srcId="{B661A89E-3FE2-40EF-91D9-B716355BACC3}" destId="{9CEFA171-FBCD-46E4-9E2B-9C95A2EA899D}" srcOrd="2" destOrd="0" presId="urn:microsoft.com/office/officeart/2008/layout/LinedList"/>
    <dgm:cxn modelId="{C4206538-6F88-46CE-9915-C0C117B844EA}" type="presParOf" srcId="{B661A89E-3FE2-40EF-91D9-B716355BACC3}" destId="{9AC5AEEE-9991-405A-AA0A-341642951E8C}" srcOrd="3" destOrd="0" presId="urn:microsoft.com/office/officeart/2008/layout/LinedList"/>
    <dgm:cxn modelId="{F90F8626-80AD-4D15-AB70-F59A4CD6B6CC}" type="presParOf" srcId="{9AC5AEEE-9991-405A-AA0A-341642951E8C}" destId="{CCA56D43-A6A9-45CE-8933-7B900D9EA667}" srcOrd="0" destOrd="0" presId="urn:microsoft.com/office/officeart/2008/layout/LinedList"/>
    <dgm:cxn modelId="{A29E24C1-5B65-47A8-8A93-8F1E96AF8597}" type="presParOf" srcId="{9AC5AEEE-9991-405A-AA0A-341642951E8C}" destId="{08448FE1-F88C-47D2-ADBF-13A528F1017C}" srcOrd="1" destOrd="0" presId="urn:microsoft.com/office/officeart/2008/layout/LinedList"/>
    <dgm:cxn modelId="{A40DAED5-8AE6-4F01-A4B3-BE97561FF313}" type="presParOf" srcId="{B661A89E-3FE2-40EF-91D9-B716355BACC3}" destId="{6C8C8037-E81B-4B3C-8E60-BF5065E94E9D}" srcOrd="4" destOrd="0" presId="urn:microsoft.com/office/officeart/2008/layout/LinedList"/>
    <dgm:cxn modelId="{C028C4A1-3687-4519-95E5-7240BD84650F}" type="presParOf" srcId="{B661A89E-3FE2-40EF-91D9-B716355BACC3}" destId="{3E595D36-AE0C-44DD-BCAD-1F09559FDC30}" srcOrd="5" destOrd="0" presId="urn:microsoft.com/office/officeart/2008/layout/LinedList"/>
    <dgm:cxn modelId="{2C0F7662-E39F-4E18-8598-ABAFE4F9A5BD}" type="presParOf" srcId="{3E595D36-AE0C-44DD-BCAD-1F09559FDC30}" destId="{FF9101C5-CE50-4759-903C-848CBA62D260}" srcOrd="0" destOrd="0" presId="urn:microsoft.com/office/officeart/2008/layout/LinedList"/>
    <dgm:cxn modelId="{A425049A-A8A2-4299-ADEC-D37F73B3A3DA}" type="presParOf" srcId="{3E595D36-AE0C-44DD-BCAD-1F09559FDC30}" destId="{2A426F22-C894-4BDC-85C3-CC8194917C77}"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78B06C-190E-4724-80C6-D52030F8B213}">
      <dsp:nvSpPr>
        <dsp:cNvPr id="0" name=""/>
        <dsp:cNvSpPr/>
      </dsp:nvSpPr>
      <dsp:spPr>
        <a:xfrm>
          <a:off x="3" y="1382"/>
          <a:ext cx="2426017" cy="791300"/>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Rats are a nuisance &amp; pose major health risks to NYC residents.</a:t>
          </a:r>
        </a:p>
      </dsp:txBody>
      <dsp:txXfrm>
        <a:off x="23179" y="24558"/>
        <a:ext cx="2379665" cy="744948"/>
      </dsp:txXfrm>
    </dsp:sp>
    <dsp:sp modelId="{AAF48F21-41B9-467F-B78E-1E28F88A2CDD}">
      <dsp:nvSpPr>
        <dsp:cNvPr id="0" name=""/>
        <dsp:cNvSpPr/>
      </dsp:nvSpPr>
      <dsp:spPr>
        <a:xfrm>
          <a:off x="242605" y="792682"/>
          <a:ext cx="242601" cy="593475"/>
        </a:xfrm>
        <a:custGeom>
          <a:avLst/>
          <a:gdLst/>
          <a:ahLst/>
          <a:cxnLst/>
          <a:rect l="0" t="0" r="0" b="0"/>
          <a:pathLst>
            <a:path>
              <a:moveTo>
                <a:pt x="0" y="0"/>
              </a:moveTo>
              <a:lnTo>
                <a:pt x="0" y="593475"/>
              </a:lnTo>
              <a:lnTo>
                <a:pt x="242601" y="593475"/>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C392D6-2B41-4426-95E6-9E5A9612D86E}">
      <dsp:nvSpPr>
        <dsp:cNvPr id="0" name=""/>
        <dsp:cNvSpPr/>
      </dsp:nvSpPr>
      <dsp:spPr>
        <a:xfrm>
          <a:off x="485206" y="990508"/>
          <a:ext cx="1856024" cy="791300"/>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Spread disease, eat food, damage infrastructure, and can attack humans.</a:t>
          </a:r>
        </a:p>
      </dsp:txBody>
      <dsp:txXfrm>
        <a:off x="508382" y="1013684"/>
        <a:ext cx="1809672" cy="744948"/>
      </dsp:txXfrm>
    </dsp:sp>
    <dsp:sp modelId="{F225B3F0-AF16-4E6D-AD9C-4B687EC19873}">
      <dsp:nvSpPr>
        <dsp:cNvPr id="0" name=""/>
        <dsp:cNvSpPr/>
      </dsp:nvSpPr>
      <dsp:spPr>
        <a:xfrm>
          <a:off x="242605" y="792682"/>
          <a:ext cx="242601" cy="1582601"/>
        </a:xfrm>
        <a:custGeom>
          <a:avLst/>
          <a:gdLst/>
          <a:ahLst/>
          <a:cxnLst/>
          <a:rect l="0" t="0" r="0" b="0"/>
          <a:pathLst>
            <a:path>
              <a:moveTo>
                <a:pt x="0" y="0"/>
              </a:moveTo>
              <a:lnTo>
                <a:pt x="0" y="1582601"/>
              </a:lnTo>
              <a:lnTo>
                <a:pt x="242601" y="1582601"/>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E4D56C-AC01-4C61-AF0D-ECDC02E20B3D}">
      <dsp:nvSpPr>
        <dsp:cNvPr id="0" name=""/>
        <dsp:cNvSpPr/>
      </dsp:nvSpPr>
      <dsp:spPr>
        <a:xfrm>
          <a:off x="485206" y="1979634"/>
          <a:ext cx="1906363" cy="791300"/>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Short-term forecasts help plan for inspections and exterminations.</a:t>
          </a:r>
        </a:p>
      </dsp:txBody>
      <dsp:txXfrm>
        <a:off x="508382" y="2002810"/>
        <a:ext cx="1860011" cy="744948"/>
      </dsp:txXfrm>
    </dsp:sp>
    <dsp:sp modelId="{E8798D52-BB0E-4CA9-B4BE-BA64AF31C993}">
      <dsp:nvSpPr>
        <dsp:cNvPr id="0" name=""/>
        <dsp:cNvSpPr/>
      </dsp:nvSpPr>
      <dsp:spPr>
        <a:xfrm>
          <a:off x="242605" y="792682"/>
          <a:ext cx="242601" cy="2571727"/>
        </a:xfrm>
        <a:custGeom>
          <a:avLst/>
          <a:gdLst/>
          <a:ahLst/>
          <a:cxnLst/>
          <a:rect l="0" t="0" r="0" b="0"/>
          <a:pathLst>
            <a:path>
              <a:moveTo>
                <a:pt x="0" y="0"/>
              </a:moveTo>
              <a:lnTo>
                <a:pt x="0" y="2571727"/>
              </a:lnTo>
              <a:lnTo>
                <a:pt x="242601" y="2571727"/>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DFF8F0-C82B-453D-BEBD-0BD2C38D9BC9}">
      <dsp:nvSpPr>
        <dsp:cNvPr id="0" name=""/>
        <dsp:cNvSpPr/>
      </dsp:nvSpPr>
      <dsp:spPr>
        <a:xfrm>
          <a:off x="485206" y="2968760"/>
          <a:ext cx="1822473" cy="791300"/>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Borough-level forecasts matter due to distinct features of each borough.</a:t>
          </a:r>
        </a:p>
      </dsp:txBody>
      <dsp:txXfrm>
        <a:off x="508382" y="2991936"/>
        <a:ext cx="1776121" cy="744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856B4D-1293-41C6-8D0F-90214BE4A388}">
      <dsp:nvSpPr>
        <dsp:cNvPr id="0" name=""/>
        <dsp:cNvSpPr/>
      </dsp:nvSpPr>
      <dsp:spPr>
        <a:xfrm>
          <a:off x="0" y="400"/>
          <a:ext cx="4786222" cy="936353"/>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39818F-417F-4DE2-BA30-DE85189CD167}">
      <dsp:nvSpPr>
        <dsp:cNvPr id="0" name=""/>
        <dsp:cNvSpPr/>
      </dsp:nvSpPr>
      <dsp:spPr>
        <a:xfrm>
          <a:off x="283247" y="211079"/>
          <a:ext cx="514994" cy="5149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0D143F-859D-4A47-9B6C-3410FD9393FB}">
      <dsp:nvSpPr>
        <dsp:cNvPr id="0" name=""/>
        <dsp:cNvSpPr/>
      </dsp:nvSpPr>
      <dsp:spPr>
        <a:xfrm>
          <a:off x="1081488" y="400"/>
          <a:ext cx="3704734" cy="936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97" tIns="99097" rIns="99097" bIns="99097" numCol="1" spcCol="1270" anchor="ctr" anchorCtr="0">
          <a:noAutofit/>
        </a:bodyPr>
        <a:lstStyle/>
        <a:p>
          <a:pPr marL="0" lvl="0" indent="0" algn="l" defTabSz="1022350">
            <a:lnSpc>
              <a:spcPct val="100000"/>
            </a:lnSpc>
            <a:spcBef>
              <a:spcPct val="0"/>
            </a:spcBef>
            <a:spcAft>
              <a:spcPct val="35000"/>
            </a:spcAft>
            <a:buNone/>
          </a:pPr>
          <a:r>
            <a:rPr lang="en-US" sz="2300" kern="1200"/>
            <a:t>Forecast Horizon: 14 days</a:t>
          </a:r>
          <a:br>
            <a:rPr lang="en-US" sz="2300" kern="1200"/>
          </a:br>
          <a:endParaRPr lang="en-US" sz="2300" kern="1200"/>
        </a:p>
      </dsp:txBody>
      <dsp:txXfrm>
        <a:off x="1081488" y="400"/>
        <a:ext cx="3704734" cy="936353"/>
      </dsp:txXfrm>
    </dsp:sp>
    <dsp:sp modelId="{CBFF549C-3A86-4F88-A1CA-E22F586B86DF}">
      <dsp:nvSpPr>
        <dsp:cNvPr id="0" name=""/>
        <dsp:cNvSpPr/>
      </dsp:nvSpPr>
      <dsp:spPr>
        <a:xfrm>
          <a:off x="0" y="1170842"/>
          <a:ext cx="4786222" cy="936353"/>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33E6A1-8062-4685-B27B-CC358339E124}">
      <dsp:nvSpPr>
        <dsp:cNvPr id="0" name=""/>
        <dsp:cNvSpPr/>
      </dsp:nvSpPr>
      <dsp:spPr>
        <a:xfrm>
          <a:off x="283247" y="1381522"/>
          <a:ext cx="514994" cy="5149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AD412B-CC44-4D50-8DC9-27F40ADFF66A}">
      <dsp:nvSpPr>
        <dsp:cNvPr id="0" name=""/>
        <dsp:cNvSpPr/>
      </dsp:nvSpPr>
      <dsp:spPr>
        <a:xfrm>
          <a:off x="1081488" y="1170842"/>
          <a:ext cx="3704734" cy="936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97" tIns="99097" rIns="99097" bIns="99097" numCol="1" spcCol="1270" anchor="ctr" anchorCtr="0">
          <a:noAutofit/>
        </a:bodyPr>
        <a:lstStyle/>
        <a:p>
          <a:pPr marL="0" lvl="0" indent="0" algn="l" defTabSz="1022350">
            <a:lnSpc>
              <a:spcPct val="100000"/>
            </a:lnSpc>
            <a:spcBef>
              <a:spcPct val="0"/>
            </a:spcBef>
            <a:spcAft>
              <a:spcPct val="35000"/>
            </a:spcAft>
            <a:buNone/>
          </a:pPr>
          <a:r>
            <a:rPr lang="en-US" sz="2300" kern="1200"/>
            <a:t>Citywide + Borough</a:t>
          </a:r>
          <a:br>
            <a:rPr lang="en-US" sz="2300" kern="1200"/>
          </a:br>
          <a:endParaRPr lang="en-US" sz="2300" kern="1200"/>
        </a:p>
      </dsp:txBody>
      <dsp:txXfrm>
        <a:off x="1081488" y="1170842"/>
        <a:ext cx="3704734" cy="936353"/>
      </dsp:txXfrm>
    </dsp:sp>
    <dsp:sp modelId="{950305B3-E736-4526-A455-0D22FD11FF02}">
      <dsp:nvSpPr>
        <dsp:cNvPr id="0" name=""/>
        <dsp:cNvSpPr/>
      </dsp:nvSpPr>
      <dsp:spPr>
        <a:xfrm>
          <a:off x="0" y="2341284"/>
          <a:ext cx="4786222" cy="936353"/>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DE9AD8-2FA4-4559-A780-9E549E2C54EA}">
      <dsp:nvSpPr>
        <dsp:cNvPr id="0" name=""/>
        <dsp:cNvSpPr/>
      </dsp:nvSpPr>
      <dsp:spPr>
        <a:xfrm>
          <a:off x="283247" y="2551964"/>
          <a:ext cx="514994" cy="5149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FAB2D8-A2E1-4728-AFED-B34A2581AFEE}">
      <dsp:nvSpPr>
        <dsp:cNvPr id="0" name=""/>
        <dsp:cNvSpPr/>
      </dsp:nvSpPr>
      <dsp:spPr>
        <a:xfrm>
          <a:off x="1081488" y="2341284"/>
          <a:ext cx="3704734" cy="936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97" tIns="99097" rIns="99097" bIns="99097" numCol="1" spcCol="1270" anchor="ctr" anchorCtr="0">
          <a:noAutofit/>
        </a:bodyPr>
        <a:lstStyle/>
        <a:p>
          <a:pPr marL="0" lvl="0" indent="0" algn="l" defTabSz="1022350">
            <a:lnSpc>
              <a:spcPct val="100000"/>
            </a:lnSpc>
            <a:spcBef>
              <a:spcPct val="0"/>
            </a:spcBef>
            <a:spcAft>
              <a:spcPct val="35000"/>
            </a:spcAft>
            <a:buNone/>
          </a:pPr>
          <a:r>
            <a:rPr lang="en-US" sz="2300" kern="1200"/>
            <a:t>2020-01-01 to 2026-02-28</a:t>
          </a:r>
        </a:p>
      </dsp:txBody>
      <dsp:txXfrm>
        <a:off x="1081488" y="2341284"/>
        <a:ext cx="3704734" cy="9363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0986DB-F3AC-4E0F-BF1D-F4EBEF7FE1DC}">
      <dsp:nvSpPr>
        <dsp:cNvPr id="0" name=""/>
        <dsp:cNvSpPr/>
      </dsp:nvSpPr>
      <dsp:spPr>
        <a:xfrm>
          <a:off x="0" y="0"/>
          <a:ext cx="4786222" cy="795600"/>
        </a:xfrm>
        <a:prstGeom prst="round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Can we predict the next 14 days of rat sightings for NYC and each borough?</a:t>
          </a:r>
          <a:endParaRPr lang="en-US" sz="2000" kern="1200"/>
        </a:p>
      </dsp:txBody>
      <dsp:txXfrm>
        <a:off x="38838" y="38838"/>
        <a:ext cx="4708546" cy="7179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BB5018-3BCB-4A73-8E90-B1E3D4438F45}">
      <dsp:nvSpPr>
        <dsp:cNvPr id="0" name=""/>
        <dsp:cNvSpPr/>
      </dsp:nvSpPr>
      <dsp:spPr>
        <a:xfrm>
          <a:off x="0" y="682909"/>
          <a:ext cx="5680492" cy="1285309"/>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09A773-759C-4271-A1A1-AECC7D954755}">
      <dsp:nvSpPr>
        <dsp:cNvPr id="0" name=""/>
        <dsp:cNvSpPr/>
      </dsp:nvSpPr>
      <dsp:spPr>
        <a:xfrm>
          <a:off x="388806" y="990278"/>
          <a:ext cx="707611" cy="7069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55CD0E-3C99-4524-8121-B8AAE67DB6CF}">
      <dsp:nvSpPr>
        <dsp:cNvPr id="0" name=""/>
        <dsp:cNvSpPr/>
      </dsp:nvSpPr>
      <dsp:spPr>
        <a:xfrm>
          <a:off x="1800200" y="701084"/>
          <a:ext cx="800686" cy="128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136162" rIns="136162" bIns="136162" numCol="1" spcCol="1270" anchor="ctr" anchorCtr="0">
          <a:noAutofit/>
        </a:bodyPr>
        <a:lstStyle/>
        <a:p>
          <a:pPr marL="0" lvl="0" indent="0" algn="l" defTabSz="622300">
            <a:lnSpc>
              <a:spcPct val="100000"/>
            </a:lnSpc>
            <a:spcBef>
              <a:spcPct val="0"/>
            </a:spcBef>
            <a:spcAft>
              <a:spcPct val="35000"/>
            </a:spcAft>
            <a:buNone/>
          </a:pPr>
          <a:r>
            <a:rPr lang="en-US" sz="1400" b="1" kern="1200"/>
            <a:t>Final data used</a:t>
          </a:r>
        </a:p>
      </dsp:txBody>
      <dsp:txXfrm>
        <a:off x="1800200" y="701084"/>
        <a:ext cx="800686" cy="1286566"/>
      </dsp:txXfrm>
    </dsp:sp>
    <dsp:sp modelId="{296B5E71-4FE7-454C-9D7B-D8A006755611}">
      <dsp:nvSpPr>
        <dsp:cNvPr id="0" name=""/>
        <dsp:cNvSpPr/>
      </dsp:nvSpPr>
      <dsp:spPr>
        <a:xfrm>
          <a:off x="3148834" y="701084"/>
          <a:ext cx="1636834" cy="1285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029" tIns="136029" rIns="136029" bIns="136029" numCol="1" spcCol="1270" anchor="ctr" anchorCtr="0">
          <a:noAutofit/>
        </a:bodyPr>
        <a:lstStyle/>
        <a:p>
          <a:pPr marL="0" lvl="0" indent="0" algn="l" defTabSz="488950">
            <a:lnSpc>
              <a:spcPct val="100000"/>
            </a:lnSpc>
            <a:spcBef>
              <a:spcPct val="0"/>
            </a:spcBef>
            <a:spcAft>
              <a:spcPct val="35000"/>
            </a:spcAft>
            <a:buNone/>
          </a:pPr>
          <a:r>
            <a:rPr lang="en-US" sz="1100" b="1" kern="1200"/>
            <a:t>NYC 311 Rat Sightings</a:t>
          </a:r>
          <a:br>
            <a:rPr lang="en-US" sz="1100" b="1" kern="1200"/>
          </a:br>
          <a:endParaRPr lang="en-US" sz="1100" kern="1200"/>
        </a:p>
        <a:p>
          <a:pPr marL="0" lvl="0" indent="0" algn="l" defTabSz="488950">
            <a:lnSpc>
              <a:spcPct val="100000"/>
            </a:lnSpc>
            <a:spcBef>
              <a:spcPct val="0"/>
            </a:spcBef>
            <a:spcAft>
              <a:spcPct val="35000"/>
            </a:spcAft>
            <a:buNone/>
          </a:pPr>
          <a:r>
            <a:rPr lang="en-US" sz="1100" b="1" kern="1200"/>
            <a:t>Open-</a:t>
          </a:r>
          <a:r>
            <a:rPr lang="en-US" sz="1100" b="1" kern="1200" err="1"/>
            <a:t>Meteo</a:t>
          </a:r>
          <a:r>
            <a:rPr lang="en-US" sz="1100" b="1" kern="1200"/>
            <a:t> weather</a:t>
          </a:r>
          <a:br>
            <a:rPr lang="en-US" sz="1100" b="1" kern="1200"/>
          </a:br>
          <a:endParaRPr lang="en-US" sz="1100" b="1" kern="1200"/>
        </a:p>
        <a:p>
          <a:pPr marL="0" lvl="0" indent="0" algn="l" defTabSz="488950">
            <a:lnSpc>
              <a:spcPct val="100000"/>
            </a:lnSpc>
            <a:spcBef>
              <a:spcPct val="0"/>
            </a:spcBef>
            <a:spcAft>
              <a:spcPct val="35000"/>
            </a:spcAft>
            <a:buNone/>
          </a:pPr>
          <a:r>
            <a:rPr lang="en-US" sz="1100" b="1" kern="1200"/>
            <a:t>Engineered feature</a:t>
          </a:r>
        </a:p>
      </dsp:txBody>
      <dsp:txXfrm>
        <a:off x="3148834" y="701084"/>
        <a:ext cx="1636834" cy="1285309"/>
      </dsp:txXfrm>
    </dsp:sp>
    <dsp:sp modelId="{DB38ABC5-DEAC-4552-AAC9-2A71663F584D}">
      <dsp:nvSpPr>
        <dsp:cNvPr id="0" name=""/>
        <dsp:cNvSpPr/>
      </dsp:nvSpPr>
      <dsp:spPr>
        <a:xfrm>
          <a:off x="0" y="2309291"/>
          <a:ext cx="5680492" cy="1285309"/>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3BFFCD-618A-4E8C-B7C3-784C63D98BB0}">
      <dsp:nvSpPr>
        <dsp:cNvPr id="0" name=""/>
        <dsp:cNvSpPr/>
      </dsp:nvSpPr>
      <dsp:spPr>
        <a:xfrm>
          <a:off x="389186" y="2598486"/>
          <a:ext cx="707611" cy="7069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2A368B-35B4-4D5B-80A7-A07A3A6C2081}">
      <dsp:nvSpPr>
        <dsp:cNvPr id="0" name=""/>
        <dsp:cNvSpPr/>
      </dsp:nvSpPr>
      <dsp:spPr>
        <a:xfrm>
          <a:off x="1794554" y="2309291"/>
          <a:ext cx="897650" cy="128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162" tIns="136162" rIns="136162" bIns="136162" numCol="1" spcCol="1270" anchor="ctr" anchorCtr="0">
          <a:noAutofit/>
        </a:bodyPr>
        <a:lstStyle/>
        <a:p>
          <a:pPr marL="0" lvl="0" indent="0" algn="l" defTabSz="622300">
            <a:lnSpc>
              <a:spcPct val="100000"/>
            </a:lnSpc>
            <a:spcBef>
              <a:spcPct val="0"/>
            </a:spcBef>
            <a:spcAft>
              <a:spcPct val="35000"/>
            </a:spcAft>
            <a:buNone/>
            <a:tabLst/>
          </a:pPr>
          <a:r>
            <a:rPr lang="en-US" sz="1400" b="1" kern="1200"/>
            <a:t>Also Explored</a:t>
          </a:r>
        </a:p>
      </dsp:txBody>
      <dsp:txXfrm>
        <a:off x="1794554" y="2309291"/>
        <a:ext cx="897650" cy="1286566"/>
      </dsp:txXfrm>
    </dsp:sp>
    <dsp:sp modelId="{4076DAA0-3D6F-40E5-A61A-8CFFEEB11806}">
      <dsp:nvSpPr>
        <dsp:cNvPr id="0" name=""/>
        <dsp:cNvSpPr/>
      </dsp:nvSpPr>
      <dsp:spPr>
        <a:xfrm>
          <a:off x="3174868" y="2309291"/>
          <a:ext cx="1636834" cy="1285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029" tIns="136029" rIns="136029" bIns="136029" numCol="1" spcCol="1270" anchor="ctr" anchorCtr="0">
          <a:noAutofit/>
        </a:bodyPr>
        <a:lstStyle/>
        <a:p>
          <a:pPr marL="0" lvl="0" indent="0" algn="l" defTabSz="488950" rtl="0">
            <a:lnSpc>
              <a:spcPct val="100000"/>
            </a:lnSpc>
            <a:spcBef>
              <a:spcPct val="0"/>
            </a:spcBef>
            <a:spcAft>
              <a:spcPct val="35000"/>
            </a:spcAft>
            <a:buNone/>
          </a:pPr>
          <a:r>
            <a:rPr lang="en-US" sz="1100" b="1" i="0" u="none" strike="noStrike" kern="1200" cap="none">
              <a:latin typeface="Arial"/>
              <a:cs typeface="Arial"/>
              <a:sym typeface="Arial"/>
            </a:rPr>
            <a:t>inspections, catch basins, IRS, DSNY</a:t>
          </a:r>
          <a:r>
            <a:rPr lang="en-US" sz="1100" b="1" i="0" u="none" strike="noStrike" kern="1200" cap="none">
              <a:latin typeface="Arial"/>
              <a:ea typeface="Arial"/>
              <a:cs typeface="Arial"/>
              <a:sym typeface="Arial"/>
            </a:rPr>
            <a:t> trash tonnage</a:t>
          </a:r>
        </a:p>
      </dsp:txBody>
      <dsp:txXfrm>
        <a:off x="3174868" y="2309291"/>
        <a:ext cx="1636834" cy="128530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79D61D-BADA-4B5A-A78B-949CE437BD8D}">
      <dsp:nvSpPr>
        <dsp:cNvPr id="0" name=""/>
        <dsp:cNvSpPr/>
      </dsp:nvSpPr>
      <dsp:spPr>
        <a:xfrm>
          <a:off x="0" y="499100"/>
          <a:ext cx="10515599" cy="570460"/>
        </a:xfrm>
        <a:prstGeom prst="rect">
          <a:avLst/>
        </a:prstGeom>
        <a:solidFill>
          <a:schemeClr val="bg2">
            <a:lumMod val="75000"/>
          </a:schemeClr>
        </a:solidFill>
        <a:ln>
          <a:solidFill>
            <a:srgbClr val="0A0A0A"/>
          </a:solidFill>
        </a:ln>
        <a:effectLst/>
      </dsp:spPr>
      <dsp:style>
        <a:lnRef idx="0">
          <a:scrgbClr r="0" g="0" b="0"/>
        </a:lnRef>
        <a:fillRef idx="1">
          <a:scrgbClr r="0" g="0" b="0"/>
        </a:fillRef>
        <a:effectRef idx="0">
          <a:scrgbClr r="0" g="0" b="0"/>
        </a:effectRef>
        <a:fontRef idx="minor"/>
      </dsp:style>
    </dsp:sp>
    <dsp:sp modelId="{608BD314-915C-411D-8B8C-988E9D1327E4}">
      <dsp:nvSpPr>
        <dsp:cNvPr id="0" name=""/>
        <dsp:cNvSpPr/>
      </dsp:nvSpPr>
      <dsp:spPr>
        <a:xfrm>
          <a:off x="199227" y="686304"/>
          <a:ext cx="313753" cy="31375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89928B-C09C-4EFD-B8B2-1B017C2AF057}">
      <dsp:nvSpPr>
        <dsp:cNvPr id="0" name=""/>
        <dsp:cNvSpPr/>
      </dsp:nvSpPr>
      <dsp:spPr>
        <a:xfrm>
          <a:off x="623061" y="526744"/>
          <a:ext cx="4732019" cy="570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374" tIns="60374" rIns="60374" bIns="60374" numCol="1" spcCol="1270" anchor="ctr" anchorCtr="0">
          <a:noAutofit/>
        </a:bodyPr>
        <a:lstStyle/>
        <a:p>
          <a:pPr marL="0" lvl="0" indent="0" algn="l" defTabSz="711200">
            <a:lnSpc>
              <a:spcPct val="100000"/>
            </a:lnSpc>
            <a:spcBef>
              <a:spcPct val="0"/>
            </a:spcBef>
            <a:spcAft>
              <a:spcPct val="35000"/>
            </a:spcAft>
            <a:buNone/>
          </a:pPr>
          <a:r>
            <a:rPr lang="en-US" sz="1600" b="1" kern="1200"/>
            <a:t>Why this scope?</a:t>
          </a:r>
          <a:endParaRPr lang="en-US" sz="1600" kern="1200"/>
        </a:p>
      </dsp:txBody>
      <dsp:txXfrm>
        <a:off x="623061" y="526744"/>
        <a:ext cx="4732019" cy="570460"/>
      </dsp:txXfrm>
    </dsp:sp>
    <dsp:sp modelId="{2E129555-DEFE-431B-B4A1-8DEDECE7CBDD}">
      <dsp:nvSpPr>
        <dsp:cNvPr id="0" name=""/>
        <dsp:cNvSpPr/>
      </dsp:nvSpPr>
      <dsp:spPr>
        <a:xfrm>
          <a:off x="5263313" y="499094"/>
          <a:ext cx="5124052" cy="570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374" tIns="60374" rIns="60374" bIns="60374" numCol="1" spcCol="1270" anchor="ctr" anchorCtr="0">
          <a:noAutofit/>
        </a:bodyPr>
        <a:lstStyle/>
        <a:p>
          <a:pPr marL="0" lvl="0" indent="0" algn="l" defTabSz="444500">
            <a:lnSpc>
              <a:spcPct val="100000"/>
            </a:lnSpc>
            <a:spcBef>
              <a:spcPct val="0"/>
            </a:spcBef>
            <a:spcAft>
              <a:spcPct val="35000"/>
            </a:spcAft>
            <a:buNone/>
          </a:pPr>
          <a:r>
            <a:rPr lang="en-US" sz="1000" kern="1200"/>
            <a:t>Captures weekly patterns</a:t>
          </a:r>
        </a:p>
        <a:p>
          <a:pPr marL="0" lvl="0" indent="0" algn="l" defTabSz="444500">
            <a:lnSpc>
              <a:spcPct val="100000"/>
            </a:lnSpc>
            <a:spcBef>
              <a:spcPct val="0"/>
            </a:spcBef>
            <a:spcAft>
              <a:spcPct val="35000"/>
            </a:spcAft>
            <a:buNone/>
          </a:pPr>
          <a:r>
            <a:rPr lang="en-US" sz="1000" kern="1200"/>
            <a:t>Useful for planning</a:t>
          </a:r>
        </a:p>
        <a:p>
          <a:pPr marL="0" lvl="0" indent="0" algn="l" defTabSz="444500">
            <a:lnSpc>
              <a:spcPct val="100000"/>
            </a:lnSpc>
            <a:spcBef>
              <a:spcPct val="0"/>
            </a:spcBef>
            <a:spcAft>
              <a:spcPct val="35000"/>
            </a:spcAft>
            <a:buNone/>
          </a:pPr>
          <a:r>
            <a:rPr lang="en-US" sz="1000" kern="1200">
              <a:latin typeface="Aptos Display" panose="02110004020202020204"/>
            </a:rPr>
            <a:t>Faster walk-forward validation</a:t>
          </a:r>
          <a:endParaRPr lang="en-US" kern="1200"/>
        </a:p>
      </dsp:txBody>
      <dsp:txXfrm>
        <a:off x="5263313" y="499094"/>
        <a:ext cx="5124052" cy="5704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E0A43B-49E6-4045-BF76-003D9020B46F}">
      <dsp:nvSpPr>
        <dsp:cNvPr id="0" name=""/>
        <dsp:cNvSpPr/>
      </dsp:nvSpPr>
      <dsp:spPr>
        <a:xfrm>
          <a:off x="0" y="3928"/>
          <a:ext cx="5181600" cy="75029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609EB1-798D-4AD9-864F-3B89E54DA760}">
      <dsp:nvSpPr>
        <dsp:cNvPr id="0" name=""/>
        <dsp:cNvSpPr/>
      </dsp:nvSpPr>
      <dsp:spPr>
        <a:xfrm>
          <a:off x="226962" y="172744"/>
          <a:ext cx="413063" cy="4126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B465FB-AE89-4E35-9390-1AE589A9A798}">
      <dsp:nvSpPr>
        <dsp:cNvPr id="0" name=""/>
        <dsp:cNvSpPr/>
      </dsp:nvSpPr>
      <dsp:spPr>
        <a:xfrm>
          <a:off x="866989" y="3928"/>
          <a:ext cx="4223809" cy="9144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776" tIns="96776" rIns="96776" bIns="96776" numCol="1" spcCol="1270" anchor="ctr" anchorCtr="0">
          <a:noAutofit/>
        </a:bodyPr>
        <a:lstStyle/>
        <a:p>
          <a:pPr marL="0" lvl="0" indent="0" algn="l" defTabSz="622300">
            <a:lnSpc>
              <a:spcPct val="100000"/>
            </a:lnSpc>
            <a:spcBef>
              <a:spcPct val="0"/>
            </a:spcBef>
            <a:spcAft>
              <a:spcPct val="35000"/>
            </a:spcAft>
            <a:buNone/>
          </a:pPr>
          <a:r>
            <a:rPr lang="en-US" sz="1400" kern="1200"/>
            <a:t>Raw Data: Many columns are redundant e.g. “Problem (formerly Complaint type)” </a:t>
          </a:r>
          <a:br>
            <a:rPr lang="en-US" sz="1400" kern="1200"/>
          </a:br>
          <a:br>
            <a:rPr lang="en-US" sz="1400" kern="1200"/>
          </a:br>
          <a:endParaRPr lang="en-US" sz="1400" kern="1200"/>
        </a:p>
      </dsp:txBody>
      <dsp:txXfrm>
        <a:off x="866989" y="3928"/>
        <a:ext cx="4223809" cy="914416"/>
      </dsp:txXfrm>
    </dsp:sp>
    <dsp:sp modelId="{1785E79E-5F10-4434-BF2B-0CBBD647BC20}">
      <dsp:nvSpPr>
        <dsp:cNvPr id="0" name=""/>
        <dsp:cNvSpPr/>
      </dsp:nvSpPr>
      <dsp:spPr>
        <a:xfrm>
          <a:off x="0" y="1146949"/>
          <a:ext cx="5181600" cy="75029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12A6B3-3898-47C0-845B-00E792F9BFCE}">
      <dsp:nvSpPr>
        <dsp:cNvPr id="0" name=""/>
        <dsp:cNvSpPr/>
      </dsp:nvSpPr>
      <dsp:spPr>
        <a:xfrm>
          <a:off x="226962" y="1315765"/>
          <a:ext cx="413063" cy="4126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DA0DEF-5F54-44E7-891A-CAD5BF68ABE7}">
      <dsp:nvSpPr>
        <dsp:cNvPr id="0" name=""/>
        <dsp:cNvSpPr/>
      </dsp:nvSpPr>
      <dsp:spPr>
        <a:xfrm>
          <a:off x="866989" y="1146949"/>
          <a:ext cx="4223809" cy="9144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776" tIns="96776" rIns="96776" bIns="96776" numCol="1" spcCol="1270" anchor="ctr" anchorCtr="0">
          <a:noAutofit/>
        </a:bodyPr>
        <a:lstStyle/>
        <a:p>
          <a:pPr marL="0" lvl="0" indent="0" algn="l" defTabSz="622300">
            <a:lnSpc>
              <a:spcPct val="100000"/>
            </a:lnSpc>
            <a:spcBef>
              <a:spcPct val="0"/>
            </a:spcBef>
            <a:spcAft>
              <a:spcPct val="35000"/>
            </a:spcAft>
            <a:buNone/>
          </a:pPr>
          <a:r>
            <a:rPr lang="en-US" sz="1400" kern="1200"/>
            <a:t>Collect Data to Convenient CSV: By borough &amp; made .csv files for convenience</a:t>
          </a:r>
          <a:br>
            <a:rPr lang="en-US" sz="1400" kern="1200"/>
          </a:br>
          <a:br>
            <a:rPr lang="en-US" sz="1400" kern="1200"/>
          </a:br>
          <a:endParaRPr lang="en-US" sz="1400" kern="1200"/>
        </a:p>
      </dsp:txBody>
      <dsp:txXfrm>
        <a:off x="866989" y="1146949"/>
        <a:ext cx="4223809" cy="914416"/>
      </dsp:txXfrm>
    </dsp:sp>
    <dsp:sp modelId="{833DDD87-48B5-4BF0-8F0B-4D27ED50F235}">
      <dsp:nvSpPr>
        <dsp:cNvPr id="0" name=""/>
        <dsp:cNvSpPr/>
      </dsp:nvSpPr>
      <dsp:spPr>
        <a:xfrm>
          <a:off x="0" y="2289971"/>
          <a:ext cx="5181600" cy="75029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925938-9762-420C-9DF3-5F3686B3B64D}">
      <dsp:nvSpPr>
        <dsp:cNvPr id="0" name=""/>
        <dsp:cNvSpPr/>
      </dsp:nvSpPr>
      <dsp:spPr>
        <a:xfrm>
          <a:off x="226962" y="2458786"/>
          <a:ext cx="413063" cy="4126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04C023-17C3-48F1-8A84-58BB16B7DBC8}">
      <dsp:nvSpPr>
        <dsp:cNvPr id="0" name=""/>
        <dsp:cNvSpPr/>
      </dsp:nvSpPr>
      <dsp:spPr>
        <a:xfrm>
          <a:off x="866989" y="2289971"/>
          <a:ext cx="4223809" cy="9144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776" tIns="96776" rIns="96776" bIns="96776" numCol="1" spcCol="1270" anchor="ctr" anchorCtr="0">
          <a:noAutofit/>
        </a:bodyPr>
        <a:lstStyle/>
        <a:p>
          <a:pPr marL="0" lvl="0" indent="0" algn="l" defTabSz="622300">
            <a:lnSpc>
              <a:spcPct val="100000"/>
            </a:lnSpc>
            <a:spcBef>
              <a:spcPct val="0"/>
            </a:spcBef>
            <a:spcAft>
              <a:spcPct val="35000"/>
            </a:spcAft>
            <a:buNone/>
          </a:pPr>
          <a:r>
            <a:rPr lang="en-US" sz="1400" kern="1200"/>
            <a:t>Relevant Columns: Borough, Created Date</a:t>
          </a:r>
          <a:br>
            <a:rPr lang="en-US" sz="1400" kern="1200"/>
          </a:br>
          <a:br>
            <a:rPr lang="en-US" sz="1400" kern="1200"/>
          </a:br>
          <a:endParaRPr lang="en-US" sz="1400" kern="1200"/>
        </a:p>
      </dsp:txBody>
      <dsp:txXfrm>
        <a:off x="866989" y="2289971"/>
        <a:ext cx="4223809" cy="914416"/>
      </dsp:txXfrm>
    </dsp:sp>
    <dsp:sp modelId="{FDB0D42D-9BA3-454E-AC97-B167EF8BB2AF}">
      <dsp:nvSpPr>
        <dsp:cNvPr id="0" name=""/>
        <dsp:cNvSpPr/>
      </dsp:nvSpPr>
      <dsp:spPr>
        <a:xfrm>
          <a:off x="0" y="3432992"/>
          <a:ext cx="5181600" cy="75029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5ACA49-1A96-45B8-8086-FD918942687E}">
      <dsp:nvSpPr>
        <dsp:cNvPr id="0" name=""/>
        <dsp:cNvSpPr/>
      </dsp:nvSpPr>
      <dsp:spPr>
        <a:xfrm>
          <a:off x="226962" y="3601807"/>
          <a:ext cx="413063" cy="4126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ABF0DE-5F2F-437A-9DAF-8413692C73A8}">
      <dsp:nvSpPr>
        <dsp:cNvPr id="0" name=""/>
        <dsp:cNvSpPr/>
      </dsp:nvSpPr>
      <dsp:spPr>
        <a:xfrm>
          <a:off x="866989" y="3432992"/>
          <a:ext cx="4223809" cy="9144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776" tIns="96776" rIns="96776" bIns="96776" numCol="1" spcCol="1270" anchor="ctr" anchorCtr="0">
          <a:noAutofit/>
        </a:bodyPr>
        <a:lstStyle/>
        <a:p>
          <a:pPr marL="0" lvl="0" indent="0" algn="l" defTabSz="622300">
            <a:lnSpc>
              <a:spcPct val="100000"/>
            </a:lnSpc>
            <a:spcBef>
              <a:spcPct val="0"/>
            </a:spcBef>
            <a:spcAft>
              <a:spcPct val="35000"/>
            </a:spcAft>
            <a:buNone/>
          </a:pPr>
          <a:r>
            <a:rPr lang="en-US" sz="1400" kern="1200"/>
            <a:t>Many empty columns e.g. Vehicle Type,Taxi Company Borough, Taxi Pick Up Location, etc</a:t>
          </a:r>
        </a:p>
      </dsp:txBody>
      <dsp:txXfrm>
        <a:off x="866989" y="3432992"/>
        <a:ext cx="4223809" cy="9144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45AFBF-F3B2-46AB-8186-B2502249131D}">
      <dsp:nvSpPr>
        <dsp:cNvPr id="0" name=""/>
        <dsp:cNvSpPr/>
      </dsp:nvSpPr>
      <dsp:spPr>
        <a:xfrm>
          <a:off x="0" y="99701"/>
          <a:ext cx="5399674" cy="711360"/>
        </a:xfrm>
        <a:prstGeom prst="roundRect">
          <a:avLst/>
        </a:prstGeom>
        <a:solidFill>
          <a:schemeClr val="bg2">
            <a:lumMod val="90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latin typeface="Aptos"/>
              <a:ea typeface="+mn-ea"/>
              <a:cs typeface="+mn-cs"/>
            </a:rPr>
            <a:t>The raw data offered many features and many irrelevant columns.</a:t>
          </a:r>
          <a:endParaRPr lang="en-US" sz="1400" kern="1200">
            <a:latin typeface="Aptos"/>
            <a:ea typeface="+mn-ea"/>
            <a:cs typeface="+mn-cs"/>
          </a:endParaRPr>
        </a:p>
      </dsp:txBody>
      <dsp:txXfrm>
        <a:off x="34726" y="134427"/>
        <a:ext cx="5330222" cy="641908"/>
      </dsp:txXfrm>
    </dsp:sp>
    <dsp:sp modelId="{96078601-C762-4352-99DB-244706A33FF6}">
      <dsp:nvSpPr>
        <dsp:cNvPr id="0" name=""/>
        <dsp:cNvSpPr/>
      </dsp:nvSpPr>
      <dsp:spPr>
        <a:xfrm>
          <a:off x="0" y="850021"/>
          <a:ext cx="5399674" cy="711360"/>
        </a:xfrm>
        <a:prstGeom prst="roundRect">
          <a:avLst/>
        </a:prstGeom>
        <a:solidFill>
          <a:schemeClr val="bg2">
            <a:lumMod val="90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latin typeface="Aptos"/>
              <a:ea typeface="+mn-ea"/>
              <a:cs typeface="+mn-cs"/>
            </a:rPr>
            <a:t>The dataset was large with roughly 140,000 rows  and  exactly 38 columns.</a:t>
          </a:r>
          <a:endParaRPr lang="en-US" sz="1400" kern="1200">
            <a:latin typeface="Aptos"/>
            <a:ea typeface="+mn-ea"/>
            <a:cs typeface="+mn-cs"/>
          </a:endParaRPr>
        </a:p>
      </dsp:txBody>
      <dsp:txXfrm>
        <a:off x="34726" y="884747"/>
        <a:ext cx="5330222" cy="64190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69D607-BB95-408A-A935-4E09930574EF}">
      <dsp:nvSpPr>
        <dsp:cNvPr id="0" name=""/>
        <dsp:cNvSpPr/>
      </dsp:nvSpPr>
      <dsp:spPr>
        <a:xfrm>
          <a:off x="0" y="0"/>
          <a:ext cx="5181600" cy="4651241"/>
        </a:xfrm>
        <a:prstGeom prst="roundRect">
          <a:avLst>
            <a:gd name="adj" fmla="val 8500"/>
          </a:avLst>
        </a:prstGeom>
        <a:solidFill>
          <a:schemeClr val="bg2">
            <a:lumMod val="9000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3609880" numCol="1" spcCol="1270" anchor="t" anchorCtr="0">
          <a:noAutofit/>
        </a:bodyPr>
        <a:lstStyle/>
        <a:p>
          <a:pPr marL="0" lvl="0" indent="0" algn="l" defTabSz="1111250">
            <a:lnSpc>
              <a:spcPct val="90000"/>
            </a:lnSpc>
            <a:spcBef>
              <a:spcPct val="0"/>
            </a:spcBef>
            <a:spcAft>
              <a:spcPct val="35000"/>
            </a:spcAft>
            <a:buNone/>
          </a:pPr>
          <a:r>
            <a:rPr lang="en-US" sz="2500" kern="1200"/>
            <a:t>Sightings rise in warmer months and fall in winter.</a:t>
          </a:r>
        </a:p>
      </dsp:txBody>
      <dsp:txXfrm>
        <a:off x="115796" y="115796"/>
        <a:ext cx="4950008" cy="4419649"/>
      </dsp:txXfrm>
    </dsp:sp>
    <dsp:sp modelId="{771F662A-B87D-41D3-9E92-743727AF2989}">
      <dsp:nvSpPr>
        <dsp:cNvPr id="0" name=""/>
        <dsp:cNvSpPr/>
      </dsp:nvSpPr>
      <dsp:spPr>
        <a:xfrm>
          <a:off x="129540" y="1162810"/>
          <a:ext cx="4922520" cy="3255868"/>
        </a:xfrm>
        <a:prstGeom prst="roundRect">
          <a:avLst>
            <a:gd name="adj" fmla="val 10500"/>
          </a:avLst>
        </a:prstGeom>
        <a:solidFill>
          <a:schemeClr val="accent2">
            <a:lumMod val="20000"/>
            <a:lumOff val="8000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2067477" numCol="1" spcCol="1270" anchor="t" anchorCtr="0">
          <a:noAutofit/>
        </a:bodyPr>
        <a:lstStyle/>
        <a:p>
          <a:pPr marL="0" lvl="0" indent="0" algn="l" defTabSz="1111250">
            <a:lnSpc>
              <a:spcPct val="90000"/>
            </a:lnSpc>
            <a:spcBef>
              <a:spcPct val="0"/>
            </a:spcBef>
            <a:spcAft>
              <a:spcPct val="35000"/>
            </a:spcAft>
            <a:buNone/>
          </a:pPr>
          <a:r>
            <a:rPr lang="en-US" sz="2500" kern="1200"/>
            <a:t>Temperature lines up with daily sighting counts.</a:t>
          </a:r>
        </a:p>
      </dsp:txBody>
      <dsp:txXfrm>
        <a:off x="229669" y="1262939"/>
        <a:ext cx="4722262" cy="3055610"/>
      </dsp:txXfrm>
    </dsp:sp>
    <dsp:sp modelId="{62829E61-AE41-426E-969D-C5A71D858EAB}">
      <dsp:nvSpPr>
        <dsp:cNvPr id="0" name=""/>
        <dsp:cNvSpPr/>
      </dsp:nvSpPr>
      <dsp:spPr>
        <a:xfrm>
          <a:off x="259080" y="2325620"/>
          <a:ext cx="4663440" cy="1860496"/>
        </a:xfrm>
        <a:prstGeom prst="roundRect">
          <a:avLst>
            <a:gd name="adj" fmla="val 10500"/>
          </a:avLst>
        </a:prstGeom>
        <a:solidFill>
          <a:schemeClr val="tx2">
            <a:lumMod val="10000"/>
            <a:lumOff val="9000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177800" numCol="1" spcCol="1270" anchor="t" anchorCtr="0">
          <a:noAutofit/>
        </a:bodyPr>
        <a:lstStyle/>
        <a:p>
          <a:pPr marL="0" lvl="0" indent="0" algn="l" defTabSz="1111250" rtl="0">
            <a:lnSpc>
              <a:spcPct val="90000"/>
            </a:lnSpc>
            <a:spcBef>
              <a:spcPct val="0"/>
            </a:spcBef>
            <a:spcAft>
              <a:spcPct val="35000"/>
            </a:spcAft>
            <a:buNone/>
          </a:pPr>
          <a:r>
            <a:rPr lang="en-US" sz="2500" kern="1200"/>
            <a:t>The series is </a:t>
          </a:r>
          <a:r>
            <a:rPr lang="en-US" sz="2500" kern="1200">
              <a:latin typeface="Aptos Display" panose="02110004020202020204"/>
            </a:rPr>
            <a:t>very </a:t>
          </a:r>
          <a:r>
            <a:rPr lang="en-US" sz="2500" kern="1200"/>
            <a:t>noisy, but not random.</a:t>
          </a:r>
        </a:p>
      </dsp:txBody>
      <dsp:txXfrm>
        <a:off x="316297" y="2382837"/>
        <a:ext cx="4549006" cy="174606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49CAA5-EEC0-42EB-92CA-C653CF20643D}">
      <dsp:nvSpPr>
        <dsp:cNvPr id="0" name=""/>
        <dsp:cNvSpPr/>
      </dsp:nvSpPr>
      <dsp:spPr>
        <a:xfrm>
          <a:off x="717823" y="0"/>
          <a:ext cx="1352305" cy="676152"/>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n-US" sz="3200" b="1" kern="1200"/>
            <a:t>Inputs</a:t>
          </a:r>
          <a:endParaRPr lang="en-US" sz="3200" kern="1200"/>
        </a:p>
      </dsp:txBody>
      <dsp:txXfrm>
        <a:off x="737627" y="19804"/>
        <a:ext cx="1312697" cy="636544"/>
      </dsp:txXfrm>
    </dsp:sp>
    <dsp:sp modelId="{9CBC3190-A689-4747-B6A5-07519690F420}">
      <dsp:nvSpPr>
        <dsp:cNvPr id="0" name=""/>
        <dsp:cNvSpPr/>
      </dsp:nvSpPr>
      <dsp:spPr>
        <a:xfrm>
          <a:off x="853054" y="676152"/>
          <a:ext cx="127400" cy="507401"/>
        </a:xfrm>
        <a:custGeom>
          <a:avLst/>
          <a:gdLst/>
          <a:ahLst/>
          <a:cxnLst/>
          <a:rect l="0" t="0" r="0" b="0"/>
          <a:pathLst>
            <a:path>
              <a:moveTo>
                <a:pt x="0" y="0"/>
              </a:moveTo>
              <a:lnTo>
                <a:pt x="0" y="507401"/>
              </a:lnTo>
              <a:lnTo>
                <a:pt x="127400" y="507401"/>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FED92E-2831-402B-A616-30F593D293E9}">
      <dsp:nvSpPr>
        <dsp:cNvPr id="0" name=""/>
        <dsp:cNvSpPr/>
      </dsp:nvSpPr>
      <dsp:spPr>
        <a:xfrm>
          <a:off x="980454" y="845477"/>
          <a:ext cx="1081844" cy="676152"/>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kern="1200"/>
            <a:t>Load the rat sightings data </a:t>
          </a:r>
        </a:p>
      </dsp:txBody>
      <dsp:txXfrm>
        <a:off x="1000258" y="865281"/>
        <a:ext cx="1042236" cy="636544"/>
      </dsp:txXfrm>
    </dsp:sp>
    <dsp:sp modelId="{AE5A25DC-900F-489B-821A-3C413B46ADE3}">
      <dsp:nvSpPr>
        <dsp:cNvPr id="0" name=""/>
        <dsp:cNvSpPr/>
      </dsp:nvSpPr>
      <dsp:spPr>
        <a:xfrm>
          <a:off x="853054" y="676152"/>
          <a:ext cx="127400" cy="1352592"/>
        </a:xfrm>
        <a:custGeom>
          <a:avLst/>
          <a:gdLst/>
          <a:ahLst/>
          <a:cxnLst/>
          <a:rect l="0" t="0" r="0" b="0"/>
          <a:pathLst>
            <a:path>
              <a:moveTo>
                <a:pt x="0" y="0"/>
              </a:moveTo>
              <a:lnTo>
                <a:pt x="0" y="1352592"/>
              </a:lnTo>
              <a:lnTo>
                <a:pt x="127400" y="1352592"/>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70F91F-8F47-408F-8152-927E6C0EBC2B}">
      <dsp:nvSpPr>
        <dsp:cNvPr id="0" name=""/>
        <dsp:cNvSpPr/>
      </dsp:nvSpPr>
      <dsp:spPr>
        <a:xfrm>
          <a:off x="980454" y="1690668"/>
          <a:ext cx="1081844" cy="676152"/>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kern="1200"/>
            <a:t>Collect Brooklyn entries</a:t>
          </a:r>
        </a:p>
      </dsp:txBody>
      <dsp:txXfrm>
        <a:off x="1000258" y="1710472"/>
        <a:ext cx="1042236" cy="636544"/>
      </dsp:txXfrm>
    </dsp:sp>
    <dsp:sp modelId="{7E75DC07-A1F4-4CE3-81A1-05AC8F1E96A5}">
      <dsp:nvSpPr>
        <dsp:cNvPr id="0" name=""/>
        <dsp:cNvSpPr/>
      </dsp:nvSpPr>
      <dsp:spPr>
        <a:xfrm>
          <a:off x="853054" y="676152"/>
          <a:ext cx="127400" cy="2197782"/>
        </a:xfrm>
        <a:custGeom>
          <a:avLst/>
          <a:gdLst/>
          <a:ahLst/>
          <a:cxnLst/>
          <a:rect l="0" t="0" r="0" b="0"/>
          <a:pathLst>
            <a:path>
              <a:moveTo>
                <a:pt x="0" y="0"/>
              </a:moveTo>
              <a:lnTo>
                <a:pt x="0" y="2197782"/>
              </a:lnTo>
              <a:lnTo>
                <a:pt x="127400" y="2197782"/>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417D55-24F4-43B3-B9A5-D06571B4D1CE}">
      <dsp:nvSpPr>
        <dsp:cNvPr id="0" name=""/>
        <dsp:cNvSpPr/>
      </dsp:nvSpPr>
      <dsp:spPr>
        <a:xfrm>
          <a:off x="980454" y="2535859"/>
          <a:ext cx="1081844" cy="676152"/>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kern="1200"/>
            <a:t>Group by date</a:t>
          </a:r>
        </a:p>
      </dsp:txBody>
      <dsp:txXfrm>
        <a:off x="1000258" y="2555663"/>
        <a:ext cx="1042236" cy="636544"/>
      </dsp:txXfrm>
    </dsp:sp>
    <dsp:sp modelId="{555BEB13-41F1-40CF-834B-176699D6BA0A}">
      <dsp:nvSpPr>
        <dsp:cNvPr id="0" name=""/>
        <dsp:cNvSpPr/>
      </dsp:nvSpPr>
      <dsp:spPr>
        <a:xfrm>
          <a:off x="853054" y="676152"/>
          <a:ext cx="127400" cy="3042973"/>
        </a:xfrm>
        <a:custGeom>
          <a:avLst/>
          <a:gdLst/>
          <a:ahLst/>
          <a:cxnLst/>
          <a:rect l="0" t="0" r="0" b="0"/>
          <a:pathLst>
            <a:path>
              <a:moveTo>
                <a:pt x="0" y="0"/>
              </a:moveTo>
              <a:lnTo>
                <a:pt x="0" y="3042973"/>
              </a:lnTo>
              <a:lnTo>
                <a:pt x="127400" y="3042973"/>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F1F0AC-63AB-4FA3-B66B-0F8C756F2E7F}">
      <dsp:nvSpPr>
        <dsp:cNvPr id="0" name=""/>
        <dsp:cNvSpPr/>
      </dsp:nvSpPr>
      <dsp:spPr>
        <a:xfrm>
          <a:off x="980454" y="3381049"/>
          <a:ext cx="1081844" cy="676152"/>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kern="1200">
              <a:latin typeface="Calibri"/>
              <a:ea typeface="Calibri"/>
              <a:cs typeface="Calibri"/>
            </a:rPr>
            <a:t>Check for dates with 0 rat sightings</a:t>
          </a:r>
        </a:p>
      </dsp:txBody>
      <dsp:txXfrm>
        <a:off x="1000258" y="3400853"/>
        <a:ext cx="1042236" cy="636544"/>
      </dsp:txXfrm>
    </dsp:sp>
    <dsp:sp modelId="{A9512F0B-A5F0-493E-B90B-87C24808E445}">
      <dsp:nvSpPr>
        <dsp:cNvPr id="0" name=""/>
        <dsp:cNvSpPr/>
      </dsp:nvSpPr>
      <dsp:spPr>
        <a:xfrm>
          <a:off x="853054" y="676152"/>
          <a:ext cx="127400" cy="3888164"/>
        </a:xfrm>
        <a:custGeom>
          <a:avLst/>
          <a:gdLst/>
          <a:ahLst/>
          <a:cxnLst/>
          <a:rect l="0" t="0" r="0" b="0"/>
          <a:pathLst>
            <a:path>
              <a:moveTo>
                <a:pt x="0" y="0"/>
              </a:moveTo>
              <a:lnTo>
                <a:pt x="0" y="3888164"/>
              </a:lnTo>
              <a:lnTo>
                <a:pt x="127400" y="3888164"/>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17B6BF-FA52-4A77-A04C-0D63E9007202}">
      <dsp:nvSpPr>
        <dsp:cNvPr id="0" name=""/>
        <dsp:cNvSpPr/>
      </dsp:nvSpPr>
      <dsp:spPr>
        <a:xfrm>
          <a:off x="980454" y="4226240"/>
          <a:ext cx="1081844" cy="676152"/>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n-US" sz="1100" kern="1200">
              <a:latin typeface="Calibri"/>
              <a:ea typeface="Calibri"/>
              <a:cs typeface="Calibri"/>
            </a:rPr>
            <a:t>Ranges from 0 – 67 sightings per day</a:t>
          </a:r>
        </a:p>
      </dsp:txBody>
      <dsp:txXfrm>
        <a:off x="1000258" y="4246044"/>
        <a:ext cx="1042236" cy="63654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C7D064-F53C-4CA5-8AB1-C5B155B3D74D}">
      <dsp:nvSpPr>
        <dsp:cNvPr id="0" name=""/>
        <dsp:cNvSpPr/>
      </dsp:nvSpPr>
      <dsp:spPr>
        <a:xfrm>
          <a:off x="3418195" y="1053362"/>
          <a:ext cx="2418398" cy="419722"/>
        </a:xfrm>
        <a:custGeom>
          <a:avLst/>
          <a:gdLst/>
          <a:ahLst/>
          <a:cxnLst/>
          <a:rect l="0" t="0" r="0" b="0"/>
          <a:pathLst>
            <a:path>
              <a:moveTo>
                <a:pt x="0" y="0"/>
              </a:moveTo>
              <a:lnTo>
                <a:pt x="0" y="209861"/>
              </a:lnTo>
              <a:lnTo>
                <a:pt x="2418398" y="209861"/>
              </a:lnTo>
              <a:lnTo>
                <a:pt x="2418398" y="419722"/>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7158FA-8842-4BC8-958A-113B9CA2C260}">
      <dsp:nvSpPr>
        <dsp:cNvPr id="0" name=""/>
        <dsp:cNvSpPr/>
      </dsp:nvSpPr>
      <dsp:spPr>
        <a:xfrm>
          <a:off x="3372475" y="1053362"/>
          <a:ext cx="91440" cy="419722"/>
        </a:xfrm>
        <a:custGeom>
          <a:avLst/>
          <a:gdLst/>
          <a:ahLst/>
          <a:cxnLst/>
          <a:rect l="0" t="0" r="0" b="0"/>
          <a:pathLst>
            <a:path>
              <a:moveTo>
                <a:pt x="45720" y="0"/>
              </a:moveTo>
              <a:lnTo>
                <a:pt x="45720" y="419722"/>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B67095-89AA-46A3-B27E-5020B2B8B953}">
      <dsp:nvSpPr>
        <dsp:cNvPr id="0" name=""/>
        <dsp:cNvSpPr/>
      </dsp:nvSpPr>
      <dsp:spPr>
        <a:xfrm>
          <a:off x="999797" y="1053362"/>
          <a:ext cx="2418398" cy="419722"/>
        </a:xfrm>
        <a:custGeom>
          <a:avLst/>
          <a:gdLst/>
          <a:ahLst/>
          <a:cxnLst/>
          <a:rect l="0" t="0" r="0" b="0"/>
          <a:pathLst>
            <a:path>
              <a:moveTo>
                <a:pt x="2418398" y="0"/>
              </a:moveTo>
              <a:lnTo>
                <a:pt x="2418398" y="209861"/>
              </a:lnTo>
              <a:lnTo>
                <a:pt x="0" y="209861"/>
              </a:lnTo>
              <a:lnTo>
                <a:pt x="0" y="419722"/>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8517B8-21C7-4509-9642-91FEA6E03CCE}">
      <dsp:nvSpPr>
        <dsp:cNvPr id="0" name=""/>
        <dsp:cNvSpPr/>
      </dsp:nvSpPr>
      <dsp:spPr>
        <a:xfrm>
          <a:off x="2418857" y="54024"/>
          <a:ext cx="1998676" cy="99933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0343"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i="0" u="none" kern="1200"/>
            <a:t>Features</a:t>
          </a:r>
          <a:endParaRPr lang="en-US" sz="2000" kern="1200"/>
        </a:p>
      </dsp:txBody>
      <dsp:txXfrm>
        <a:off x="2418857" y="54024"/>
        <a:ext cx="1998676" cy="999338"/>
      </dsp:txXfrm>
    </dsp:sp>
    <dsp:sp modelId="{25834314-23B9-41DB-965D-3594323CBDC9}">
      <dsp:nvSpPr>
        <dsp:cNvPr id="0" name=""/>
        <dsp:cNvSpPr/>
      </dsp:nvSpPr>
      <dsp:spPr>
        <a:xfrm>
          <a:off x="2518791" y="153958"/>
          <a:ext cx="599602" cy="7994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306966-C5E5-4A38-B5EF-284F50462118}">
      <dsp:nvSpPr>
        <dsp:cNvPr id="0" name=""/>
        <dsp:cNvSpPr/>
      </dsp:nvSpPr>
      <dsp:spPr>
        <a:xfrm>
          <a:off x="458" y="1473085"/>
          <a:ext cx="1998676" cy="99933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0343" tIns="8890" rIns="8890" bIns="8890" numCol="1" spcCol="1270" anchor="ctr" anchorCtr="0">
          <a:noAutofit/>
        </a:bodyPr>
        <a:lstStyle/>
        <a:p>
          <a:pPr marL="0" lvl="0" indent="0" algn="ctr" defTabSz="622300" rtl="0">
            <a:lnSpc>
              <a:spcPct val="90000"/>
            </a:lnSpc>
            <a:spcBef>
              <a:spcPct val="0"/>
            </a:spcBef>
            <a:spcAft>
              <a:spcPct val="35000"/>
            </a:spcAft>
            <a:buFont typeface="Arial" panose="020B0604020202020204" pitchFamily="34" charset="0"/>
            <a:buNone/>
          </a:pPr>
          <a:r>
            <a:rPr lang="en-US" sz="1400" b="0" i="0" u="none" kern="1200">
              <a:latin typeface="Aptos Display" panose="02110004020202020204"/>
            </a:rPr>
            <a:t>Weather data</a:t>
          </a:r>
          <a:r>
            <a:rPr lang="en-US" sz="1400" b="0" i="0" kern="1200"/>
            <a:t> from Open-</a:t>
          </a:r>
          <a:r>
            <a:rPr lang="en-US" sz="1400" b="0" i="0" kern="1200" err="1"/>
            <a:t>Meteo</a:t>
          </a:r>
          <a:endParaRPr lang="en-US" sz="1400" b="1" i="0" u="none" kern="1200" err="1"/>
        </a:p>
      </dsp:txBody>
      <dsp:txXfrm>
        <a:off x="458" y="1473085"/>
        <a:ext cx="1998676" cy="999338"/>
      </dsp:txXfrm>
    </dsp:sp>
    <dsp:sp modelId="{DCE1069C-FAD0-4916-B191-508459792B55}">
      <dsp:nvSpPr>
        <dsp:cNvPr id="0" name=""/>
        <dsp:cNvSpPr/>
      </dsp:nvSpPr>
      <dsp:spPr>
        <a:xfrm>
          <a:off x="100392" y="1573018"/>
          <a:ext cx="599602" cy="79947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l="-17000" r="-17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B0748F-2BB2-449B-979C-CB83E9470040}">
      <dsp:nvSpPr>
        <dsp:cNvPr id="0" name=""/>
        <dsp:cNvSpPr/>
      </dsp:nvSpPr>
      <dsp:spPr>
        <a:xfrm>
          <a:off x="2418857" y="1473085"/>
          <a:ext cx="1998676" cy="99933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0343" tIns="8890" rIns="8890" bIns="8890" numCol="1" spcCol="1270" anchor="ctr" anchorCtr="0">
          <a:noAutofit/>
        </a:bodyPr>
        <a:lstStyle/>
        <a:p>
          <a:pPr marL="0" lvl="0" indent="0" algn="ctr" defTabSz="622300" rtl="0">
            <a:lnSpc>
              <a:spcPct val="90000"/>
            </a:lnSpc>
            <a:spcBef>
              <a:spcPct val="0"/>
            </a:spcBef>
            <a:spcAft>
              <a:spcPct val="35000"/>
            </a:spcAft>
            <a:buFont typeface="Arial" panose="020B0604020202020204" pitchFamily="34" charset="0"/>
            <a:buNone/>
          </a:pPr>
          <a:r>
            <a:rPr lang="en-US" sz="1400" b="0" i="0" u="none" kern="1200"/>
            <a:t>Lags, </a:t>
          </a:r>
          <a:r>
            <a:rPr lang="en-US" sz="1400" b="0" i="0" u="none" kern="1200">
              <a:latin typeface="Aptos Display" panose="02110004020202020204"/>
            </a:rPr>
            <a:t>Moving Averages, One-Hot Encoders</a:t>
          </a:r>
          <a:endParaRPr lang="en-US" sz="1400" b="1" i="0" u="none" kern="1200"/>
        </a:p>
      </dsp:txBody>
      <dsp:txXfrm>
        <a:off x="2418857" y="1473085"/>
        <a:ext cx="1998676" cy="999338"/>
      </dsp:txXfrm>
    </dsp:sp>
    <dsp:sp modelId="{FED67E58-00F0-41BB-9FEA-AED45A8433BA}">
      <dsp:nvSpPr>
        <dsp:cNvPr id="0" name=""/>
        <dsp:cNvSpPr/>
      </dsp:nvSpPr>
      <dsp:spPr>
        <a:xfrm>
          <a:off x="2518791" y="1573018"/>
          <a:ext cx="599602" cy="799470"/>
        </a:xfrm>
        <a:prstGeom prst="rect">
          <a:avLst/>
        </a:prstGeom>
        <a:blipFill>
          <a:blip xmlns:r="http://schemas.openxmlformats.org/officeDocument/2006/relationships" r:embed="rId3"/>
          <a:srcRect/>
          <a:stretch>
            <a:fillRect l="-51000" r="-51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A074BD6-1869-417E-A054-1A9FCF4EDB48}">
      <dsp:nvSpPr>
        <dsp:cNvPr id="0" name=""/>
        <dsp:cNvSpPr/>
      </dsp:nvSpPr>
      <dsp:spPr>
        <a:xfrm>
          <a:off x="4837255" y="1473085"/>
          <a:ext cx="1998676" cy="99933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0343" tIns="8890" rIns="8890" bIns="8890" numCol="1" spcCol="1270" anchor="ctr" anchorCtr="0">
          <a:noAutofit/>
        </a:bodyPr>
        <a:lstStyle/>
        <a:p>
          <a:pPr marL="0" lvl="0" indent="0" algn="ctr" defTabSz="622300" rtl="0">
            <a:lnSpc>
              <a:spcPct val="90000"/>
            </a:lnSpc>
            <a:spcBef>
              <a:spcPct val="0"/>
            </a:spcBef>
            <a:spcAft>
              <a:spcPct val="35000"/>
            </a:spcAft>
            <a:buFont typeface="Arial" panose="020B0604020202020204" pitchFamily="34" charset="0"/>
            <a:buNone/>
          </a:pPr>
          <a:r>
            <a:rPr lang="en-US" sz="1400" b="0" i="0" u="none" kern="1200">
              <a:latin typeface="Aptos Display" panose="02110004020202020204"/>
            </a:rPr>
            <a:t>Feature Selection via Experimentation</a:t>
          </a:r>
          <a:endParaRPr lang="en-US" sz="1400" b="1" i="0" u="none" kern="1200"/>
        </a:p>
      </dsp:txBody>
      <dsp:txXfrm>
        <a:off x="4837255" y="1473085"/>
        <a:ext cx="1998676" cy="999338"/>
      </dsp:txXfrm>
    </dsp:sp>
    <dsp:sp modelId="{A09AE0ED-EF1B-4DEF-A6A3-161977884B56}">
      <dsp:nvSpPr>
        <dsp:cNvPr id="0" name=""/>
        <dsp:cNvSpPr/>
      </dsp:nvSpPr>
      <dsp:spPr>
        <a:xfrm>
          <a:off x="4937189" y="1573018"/>
          <a:ext cx="599602" cy="799470"/>
        </a:xfrm>
        <a:prstGeom prst="rect">
          <a:avLst/>
        </a:prstGeom>
        <a:blipFill>
          <a:blip xmlns:r="http://schemas.openxmlformats.org/officeDocument/2006/relationships" r:embed="rId4"/>
          <a:srcRect/>
          <a:stretch>
            <a:fillRect l="-17000" r="-17000"/>
          </a:stretch>
        </a:blip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49CAA5-EEC0-42EB-92CA-C653CF20643D}">
      <dsp:nvSpPr>
        <dsp:cNvPr id="0" name=""/>
        <dsp:cNvSpPr/>
      </dsp:nvSpPr>
      <dsp:spPr>
        <a:xfrm>
          <a:off x="543968" y="0"/>
          <a:ext cx="1653695" cy="826847"/>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b="1" kern="1200"/>
            <a:t>Tuning for Prophet</a:t>
          </a:r>
          <a:endParaRPr lang="en-US" sz="2500" kern="1200"/>
        </a:p>
      </dsp:txBody>
      <dsp:txXfrm>
        <a:off x="568186" y="24218"/>
        <a:ext cx="1605259" cy="778411"/>
      </dsp:txXfrm>
    </dsp:sp>
    <dsp:sp modelId="{9CBC3190-A689-4747-B6A5-07519690F420}">
      <dsp:nvSpPr>
        <dsp:cNvPr id="0" name=""/>
        <dsp:cNvSpPr/>
      </dsp:nvSpPr>
      <dsp:spPr>
        <a:xfrm>
          <a:off x="709337" y="826847"/>
          <a:ext cx="155794" cy="621572"/>
        </a:xfrm>
        <a:custGeom>
          <a:avLst/>
          <a:gdLst/>
          <a:ahLst/>
          <a:cxnLst/>
          <a:rect l="0" t="0" r="0" b="0"/>
          <a:pathLst>
            <a:path>
              <a:moveTo>
                <a:pt x="0" y="0"/>
              </a:moveTo>
              <a:lnTo>
                <a:pt x="0" y="621572"/>
              </a:lnTo>
              <a:lnTo>
                <a:pt x="155794" y="621572"/>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FED92E-2831-402B-A616-30F593D293E9}">
      <dsp:nvSpPr>
        <dsp:cNvPr id="0" name=""/>
        <dsp:cNvSpPr/>
      </dsp:nvSpPr>
      <dsp:spPr>
        <a:xfrm>
          <a:off x="865132" y="1034996"/>
          <a:ext cx="1322956" cy="826847"/>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br>
            <a:rPr lang="en-US" sz="1400" kern="1200">
              <a:latin typeface="Aptos Display" panose="02110004020202020204"/>
            </a:rPr>
          </a:br>
          <a:r>
            <a:rPr lang="en-US" sz="1400" kern="1200"/>
            <a:t>Gridsearch</a:t>
          </a:r>
          <a:br>
            <a:rPr lang="en-US" sz="1400" kern="1200"/>
          </a:br>
          <a:endParaRPr lang="en-US" sz="1400" kern="1200"/>
        </a:p>
      </dsp:txBody>
      <dsp:txXfrm>
        <a:off x="889350" y="1059214"/>
        <a:ext cx="1274520" cy="778411"/>
      </dsp:txXfrm>
    </dsp:sp>
    <dsp:sp modelId="{10AA5EDE-E793-4303-A36A-534357E355A4}">
      <dsp:nvSpPr>
        <dsp:cNvPr id="0" name=""/>
        <dsp:cNvSpPr/>
      </dsp:nvSpPr>
      <dsp:spPr>
        <a:xfrm>
          <a:off x="709337" y="826847"/>
          <a:ext cx="155794" cy="1655132"/>
        </a:xfrm>
        <a:custGeom>
          <a:avLst/>
          <a:gdLst/>
          <a:ahLst/>
          <a:cxnLst/>
          <a:rect l="0" t="0" r="0" b="0"/>
          <a:pathLst>
            <a:path>
              <a:moveTo>
                <a:pt x="0" y="0"/>
              </a:moveTo>
              <a:lnTo>
                <a:pt x="0" y="1655132"/>
              </a:lnTo>
              <a:lnTo>
                <a:pt x="155794" y="1655132"/>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6BF3BD-0AC2-489E-9F88-5D15C4B304A8}">
      <dsp:nvSpPr>
        <dsp:cNvPr id="0" name=""/>
        <dsp:cNvSpPr/>
      </dsp:nvSpPr>
      <dsp:spPr>
        <a:xfrm>
          <a:off x="865132" y="2068556"/>
          <a:ext cx="1322956" cy="826847"/>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br>
            <a:rPr lang="en-US" sz="1400" kern="1200">
              <a:latin typeface="Aptos Display" panose="02110004020202020204"/>
            </a:rPr>
          </a:br>
          <a:r>
            <a:rPr lang="en-US" sz="1400" kern="1200"/>
            <a:t>'changepoint_prior_scale'</a:t>
          </a:r>
          <a:br>
            <a:rPr lang="en-US" sz="1400" kern="1200"/>
          </a:br>
          <a:r>
            <a:rPr lang="en-US" sz="1400" kern="1200"/>
            <a:t>'seasonality_prior_scale'</a:t>
          </a:r>
          <a:br>
            <a:rPr lang="en-US" sz="1400" kern="1200"/>
          </a:br>
          <a:endParaRPr lang="en-US" sz="1400" kern="1200"/>
        </a:p>
      </dsp:txBody>
      <dsp:txXfrm>
        <a:off x="889350" y="2092774"/>
        <a:ext cx="1274520" cy="778411"/>
      </dsp:txXfrm>
    </dsp:sp>
    <dsp:sp modelId="{AFACC3CB-21EC-4982-922A-29CFFAF9DA75}">
      <dsp:nvSpPr>
        <dsp:cNvPr id="0" name=""/>
        <dsp:cNvSpPr/>
      </dsp:nvSpPr>
      <dsp:spPr>
        <a:xfrm>
          <a:off x="709337" y="826847"/>
          <a:ext cx="155794" cy="2688691"/>
        </a:xfrm>
        <a:custGeom>
          <a:avLst/>
          <a:gdLst/>
          <a:ahLst/>
          <a:cxnLst/>
          <a:rect l="0" t="0" r="0" b="0"/>
          <a:pathLst>
            <a:path>
              <a:moveTo>
                <a:pt x="0" y="0"/>
              </a:moveTo>
              <a:lnTo>
                <a:pt x="0" y="2688691"/>
              </a:lnTo>
              <a:lnTo>
                <a:pt x="155794" y="2688691"/>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9B2DC8-7795-4EC5-A566-B6302948430E}">
      <dsp:nvSpPr>
        <dsp:cNvPr id="0" name=""/>
        <dsp:cNvSpPr/>
      </dsp:nvSpPr>
      <dsp:spPr>
        <a:xfrm>
          <a:off x="865132" y="3102115"/>
          <a:ext cx="1322956" cy="826847"/>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br>
            <a:rPr lang="en-US" sz="1400" kern="1200">
              <a:latin typeface="Aptos Display" panose="02110004020202020204"/>
            </a:rPr>
          </a:br>
          <a:r>
            <a:rPr lang="en-US" sz="1400" kern="1200">
              <a:latin typeface="Aptos Display" panose="02110004020202020204"/>
            </a:rPr>
            <a:t>mean</a:t>
          </a:r>
          <a:r>
            <a:rPr lang="en-US" sz="1400" kern="1200"/>
            <a:t> RMSE of 7.17</a:t>
          </a:r>
          <a:br>
            <a:rPr lang="en-US" sz="1400" b="0" kern="1200">
              <a:latin typeface="Aptos Display" panose="02110004020202020204"/>
            </a:rPr>
          </a:br>
          <a:endParaRPr lang="en-US" sz="1400" b="0" kern="1200"/>
        </a:p>
      </dsp:txBody>
      <dsp:txXfrm>
        <a:off x="889350" y="3126333"/>
        <a:ext cx="1274520" cy="778411"/>
      </dsp:txXfrm>
    </dsp:sp>
    <dsp:sp modelId="{BA334A2E-0B1D-4E68-ADA1-76D0A210BF4A}">
      <dsp:nvSpPr>
        <dsp:cNvPr id="0" name=""/>
        <dsp:cNvSpPr/>
      </dsp:nvSpPr>
      <dsp:spPr>
        <a:xfrm>
          <a:off x="709337" y="826847"/>
          <a:ext cx="155794" cy="3722251"/>
        </a:xfrm>
        <a:custGeom>
          <a:avLst/>
          <a:gdLst/>
          <a:ahLst/>
          <a:cxnLst/>
          <a:rect l="0" t="0" r="0" b="0"/>
          <a:pathLst>
            <a:path>
              <a:moveTo>
                <a:pt x="0" y="0"/>
              </a:moveTo>
              <a:lnTo>
                <a:pt x="0" y="3722251"/>
              </a:lnTo>
              <a:lnTo>
                <a:pt x="155794" y="3722251"/>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5B35EF-95FF-40D4-84F7-293178BCBB01}">
      <dsp:nvSpPr>
        <dsp:cNvPr id="0" name=""/>
        <dsp:cNvSpPr/>
      </dsp:nvSpPr>
      <dsp:spPr>
        <a:xfrm>
          <a:off x="865132" y="4135675"/>
          <a:ext cx="1322956" cy="826847"/>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rtl="0">
            <a:lnSpc>
              <a:spcPct val="90000"/>
            </a:lnSpc>
            <a:spcBef>
              <a:spcPct val="0"/>
            </a:spcBef>
            <a:spcAft>
              <a:spcPct val="35000"/>
            </a:spcAft>
            <a:buNone/>
          </a:pPr>
          <a:r>
            <a:rPr lang="en-US" sz="1900" b="0" kern="1200">
              <a:latin typeface="Aptos Display" panose="02110004020202020204"/>
            </a:rPr>
            <a:t>mean RMSE improved</a:t>
          </a:r>
        </a:p>
      </dsp:txBody>
      <dsp:txXfrm>
        <a:off x="889350" y="4159893"/>
        <a:ext cx="1274520" cy="77841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49CAA5-EEC0-42EB-92CA-C653CF20643D}">
      <dsp:nvSpPr>
        <dsp:cNvPr id="0" name=""/>
        <dsp:cNvSpPr/>
      </dsp:nvSpPr>
      <dsp:spPr>
        <a:xfrm>
          <a:off x="497480" y="0"/>
          <a:ext cx="1646972" cy="8234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b="1" kern="1200"/>
            <a:t>Tuning for </a:t>
          </a:r>
          <a:r>
            <a:rPr lang="en-US" sz="1900" b="1" kern="1200">
              <a:latin typeface="Aptos Display" panose="02110004020202020204"/>
            </a:rPr>
            <a:t>NeuralProphet</a:t>
          </a:r>
          <a:endParaRPr lang="en-US" sz="1900" kern="1200"/>
        </a:p>
      </dsp:txBody>
      <dsp:txXfrm>
        <a:off x="521599" y="24119"/>
        <a:ext cx="1598734" cy="775248"/>
      </dsp:txXfrm>
    </dsp:sp>
    <dsp:sp modelId="{9CBC3190-A689-4747-B6A5-07519690F420}">
      <dsp:nvSpPr>
        <dsp:cNvPr id="0" name=""/>
        <dsp:cNvSpPr/>
      </dsp:nvSpPr>
      <dsp:spPr>
        <a:xfrm>
          <a:off x="662177" y="823486"/>
          <a:ext cx="155161" cy="618251"/>
        </a:xfrm>
        <a:custGeom>
          <a:avLst/>
          <a:gdLst/>
          <a:ahLst/>
          <a:cxnLst/>
          <a:rect l="0" t="0" r="0" b="0"/>
          <a:pathLst>
            <a:path>
              <a:moveTo>
                <a:pt x="0" y="0"/>
              </a:moveTo>
              <a:lnTo>
                <a:pt x="0" y="618251"/>
              </a:lnTo>
              <a:lnTo>
                <a:pt x="155161" y="618251"/>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FED92E-2831-402B-A616-30F593D293E9}">
      <dsp:nvSpPr>
        <dsp:cNvPr id="0" name=""/>
        <dsp:cNvSpPr/>
      </dsp:nvSpPr>
      <dsp:spPr>
        <a:xfrm>
          <a:off x="817338" y="1029994"/>
          <a:ext cx="1317577" cy="823486"/>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br>
            <a:rPr lang="en-US" sz="1400" kern="1200">
              <a:latin typeface="Aptos Display" panose="02110004020202020204"/>
            </a:rPr>
          </a:br>
          <a:r>
            <a:rPr lang="en-US" sz="1400" kern="1200">
              <a:latin typeface="Aptos Display" panose="02110004020202020204"/>
            </a:rPr>
            <a:t>Optuna</a:t>
          </a:r>
          <a:br>
            <a:rPr lang="en-US" sz="1400" kern="1200"/>
          </a:br>
          <a:endParaRPr lang="en-US" sz="1400" kern="1200"/>
        </a:p>
      </dsp:txBody>
      <dsp:txXfrm>
        <a:off x="841457" y="1054113"/>
        <a:ext cx="1269339" cy="775248"/>
      </dsp:txXfrm>
    </dsp:sp>
    <dsp:sp modelId="{10AA5EDE-E793-4303-A36A-534357E355A4}">
      <dsp:nvSpPr>
        <dsp:cNvPr id="0" name=""/>
        <dsp:cNvSpPr/>
      </dsp:nvSpPr>
      <dsp:spPr>
        <a:xfrm>
          <a:off x="662177" y="823486"/>
          <a:ext cx="155161" cy="1647608"/>
        </a:xfrm>
        <a:custGeom>
          <a:avLst/>
          <a:gdLst/>
          <a:ahLst/>
          <a:cxnLst/>
          <a:rect l="0" t="0" r="0" b="0"/>
          <a:pathLst>
            <a:path>
              <a:moveTo>
                <a:pt x="0" y="0"/>
              </a:moveTo>
              <a:lnTo>
                <a:pt x="0" y="1647608"/>
              </a:lnTo>
              <a:lnTo>
                <a:pt x="155161" y="1647608"/>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6BF3BD-0AC2-489E-9F88-5D15C4B304A8}">
      <dsp:nvSpPr>
        <dsp:cNvPr id="0" name=""/>
        <dsp:cNvSpPr/>
      </dsp:nvSpPr>
      <dsp:spPr>
        <a:xfrm>
          <a:off x="817338" y="2059351"/>
          <a:ext cx="1317577" cy="823486"/>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br>
            <a:rPr lang="en-US" sz="1400" kern="1200">
              <a:latin typeface="Aptos Display" panose="02110004020202020204"/>
            </a:rPr>
          </a:br>
          <a:r>
            <a:rPr lang="en-US" sz="1400" kern="1200">
              <a:latin typeface="Aptos Display" panose="02110004020202020204"/>
            </a:rPr>
            <a:t>Regress</a:t>
          </a:r>
          <a:r>
            <a:rPr lang="en-US" sz="1400" kern="1200">
              <a:solidFill>
                <a:srgbClr val="000000"/>
              </a:solidFill>
              <a:latin typeface="Aptos Display" panose="02110004020202020204"/>
            </a:rPr>
            <a:t> </a:t>
          </a:r>
          <a:r>
            <a:rPr lang="en-US" sz="1400" kern="1200">
              <a:latin typeface="Aptos Display" panose="02110004020202020204"/>
            </a:rPr>
            <a:t>features</a:t>
          </a:r>
          <a:r>
            <a:rPr lang="en-US" sz="1400" kern="1200">
              <a:solidFill>
                <a:srgbClr val="000000"/>
              </a:solidFill>
              <a:latin typeface="Aptos Display" panose="02110004020202020204"/>
            </a:rPr>
            <a:t>: </a:t>
          </a:r>
          <a:r>
            <a:rPr lang="en-US" sz="1400" kern="1200">
              <a:latin typeface="Aptos Display" panose="02110004020202020204"/>
            </a:rPr>
            <a:t>Weather</a:t>
          </a:r>
          <a:br>
            <a:rPr lang="en-US" sz="1400" kern="1200"/>
          </a:br>
          <a:endParaRPr lang="en-US" sz="1400" kern="1200"/>
        </a:p>
      </dsp:txBody>
      <dsp:txXfrm>
        <a:off x="841457" y="2083470"/>
        <a:ext cx="1269339" cy="775248"/>
      </dsp:txXfrm>
    </dsp:sp>
    <dsp:sp modelId="{AFACC3CB-21EC-4982-922A-29CFFAF9DA75}">
      <dsp:nvSpPr>
        <dsp:cNvPr id="0" name=""/>
        <dsp:cNvSpPr/>
      </dsp:nvSpPr>
      <dsp:spPr>
        <a:xfrm>
          <a:off x="662177" y="823486"/>
          <a:ext cx="155161" cy="2676966"/>
        </a:xfrm>
        <a:custGeom>
          <a:avLst/>
          <a:gdLst/>
          <a:ahLst/>
          <a:cxnLst/>
          <a:rect l="0" t="0" r="0" b="0"/>
          <a:pathLst>
            <a:path>
              <a:moveTo>
                <a:pt x="0" y="0"/>
              </a:moveTo>
              <a:lnTo>
                <a:pt x="0" y="2676966"/>
              </a:lnTo>
              <a:lnTo>
                <a:pt x="155161" y="2676966"/>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9B2DC8-7795-4EC5-A566-B6302948430E}">
      <dsp:nvSpPr>
        <dsp:cNvPr id="0" name=""/>
        <dsp:cNvSpPr/>
      </dsp:nvSpPr>
      <dsp:spPr>
        <a:xfrm>
          <a:off x="817338" y="3088709"/>
          <a:ext cx="1317577" cy="823486"/>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br>
            <a:rPr lang="en-US" sz="1400" kern="1200">
              <a:latin typeface="Aptos Display" panose="02110004020202020204"/>
            </a:rPr>
          </a:br>
          <a:r>
            <a:rPr lang="en-US" sz="1400" kern="1200">
              <a:latin typeface="Aptos Display" panose="02110004020202020204"/>
            </a:rPr>
            <a:t>Parameters:</a:t>
          </a:r>
          <a:r>
            <a:rPr lang="en-US" sz="1400" b="0" kern="1200">
              <a:solidFill>
                <a:srgbClr val="000000"/>
              </a:solidFill>
              <a:latin typeface="Aptos Display" panose="02110004020202020204"/>
            </a:rPr>
            <a:t> </a:t>
          </a:r>
          <a:r>
            <a:rPr lang="en-US" sz="1400" b="0" kern="1200">
              <a:latin typeface="Aptos Display" panose="02110004020202020204"/>
            </a:rPr>
            <a:t>epochs</a:t>
          </a:r>
          <a:r>
            <a:rPr lang="en-US" sz="1400" b="0" kern="1200">
              <a:solidFill>
                <a:srgbClr val="000000"/>
              </a:solidFill>
              <a:latin typeface="Aptos Display" panose="02110004020202020204"/>
            </a:rPr>
            <a:t>, </a:t>
          </a:r>
          <a:r>
            <a:rPr lang="en-US" sz="1400" b="0" kern="1200">
              <a:latin typeface="Aptos Display" panose="02110004020202020204"/>
            </a:rPr>
            <a:t>learning_rate,</a:t>
          </a:r>
          <a:r>
            <a:rPr lang="en-US" sz="1400" b="0" kern="1200">
              <a:solidFill>
                <a:srgbClr val="000000"/>
              </a:solidFill>
              <a:latin typeface="Aptos Display" panose="02110004020202020204"/>
            </a:rPr>
            <a:t> ar_</a:t>
          </a:r>
          <a:r>
            <a:rPr lang="en-US" sz="1400" b="0" kern="1200">
              <a:latin typeface="Aptos Display" panose="02110004020202020204"/>
            </a:rPr>
            <a:t>reg</a:t>
          </a:r>
          <a:r>
            <a:rPr lang="en-US" sz="1400" b="0" kern="1200">
              <a:solidFill>
                <a:srgbClr val="000000"/>
              </a:solidFill>
              <a:latin typeface="Aptos Display" panose="02110004020202020204"/>
            </a:rPr>
            <a:t>,</a:t>
          </a:r>
          <a:br>
            <a:rPr lang="en-US" sz="1400" b="0" kern="1200">
              <a:latin typeface="Aptos Display" panose="02110004020202020204"/>
            </a:rPr>
          </a:br>
          <a:endParaRPr lang="en-US" sz="1400" b="0" kern="1200"/>
        </a:p>
      </dsp:txBody>
      <dsp:txXfrm>
        <a:off x="841457" y="3112828"/>
        <a:ext cx="1269339" cy="775248"/>
      </dsp:txXfrm>
    </dsp:sp>
    <dsp:sp modelId="{BA334A2E-0B1D-4E68-ADA1-76D0A210BF4A}">
      <dsp:nvSpPr>
        <dsp:cNvPr id="0" name=""/>
        <dsp:cNvSpPr/>
      </dsp:nvSpPr>
      <dsp:spPr>
        <a:xfrm>
          <a:off x="662177" y="823486"/>
          <a:ext cx="155161" cy="3706324"/>
        </a:xfrm>
        <a:custGeom>
          <a:avLst/>
          <a:gdLst/>
          <a:ahLst/>
          <a:cxnLst/>
          <a:rect l="0" t="0" r="0" b="0"/>
          <a:pathLst>
            <a:path>
              <a:moveTo>
                <a:pt x="0" y="0"/>
              </a:moveTo>
              <a:lnTo>
                <a:pt x="0" y="3706324"/>
              </a:lnTo>
              <a:lnTo>
                <a:pt x="155161" y="3706324"/>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5B35EF-95FF-40D4-84F7-293178BCBB01}">
      <dsp:nvSpPr>
        <dsp:cNvPr id="0" name=""/>
        <dsp:cNvSpPr/>
      </dsp:nvSpPr>
      <dsp:spPr>
        <a:xfrm>
          <a:off x="817338" y="4118067"/>
          <a:ext cx="1317577" cy="823486"/>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US" sz="1600" b="0" kern="1200">
              <a:latin typeface="Aptos Display" panose="02110004020202020204"/>
            </a:rPr>
            <a:t>mean RMSE of 7.12 after minimal tuning</a:t>
          </a:r>
        </a:p>
      </dsp:txBody>
      <dsp:txXfrm>
        <a:off x="841457" y="4142186"/>
        <a:ext cx="1269339" cy="77524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E9316A-AE27-4929-BEA8-FA20793B57C1}">
      <dsp:nvSpPr>
        <dsp:cNvPr id="0" name=""/>
        <dsp:cNvSpPr/>
      </dsp:nvSpPr>
      <dsp:spPr>
        <a:xfrm>
          <a:off x="376" y="870381"/>
          <a:ext cx="1470044" cy="882026"/>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solidFill>
                <a:srgbClr val="E15A64"/>
              </a:solidFill>
            </a:rPr>
            <a:t>Evaluation</a:t>
          </a:r>
        </a:p>
      </dsp:txBody>
      <dsp:txXfrm>
        <a:off x="376" y="870381"/>
        <a:ext cx="1470044" cy="882026"/>
      </dsp:txXfrm>
    </dsp:sp>
    <dsp:sp modelId="{9367CF7C-DB2B-4803-BD06-D2B567DD7B03}">
      <dsp:nvSpPr>
        <dsp:cNvPr id="0" name=""/>
        <dsp:cNvSpPr/>
      </dsp:nvSpPr>
      <dsp:spPr>
        <a:xfrm>
          <a:off x="1617426" y="870381"/>
          <a:ext cx="1470044" cy="882026"/>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solidFill>
                <a:srgbClr val="E15A64"/>
              </a:solidFill>
            </a:rPr>
            <a:t>Choose NeuralProphet </a:t>
          </a:r>
          <a:r>
            <a:rPr lang="en-US" sz="1200" b="1" kern="1200">
              <a:solidFill>
                <a:srgbClr val="E15A64"/>
              </a:solidFill>
              <a:latin typeface="Aptos Display" panose="02110004020202020204"/>
            </a:rPr>
            <a:t>with mean RMSE of 7.12</a:t>
          </a:r>
          <a:endParaRPr lang="en-US" sz="1200" b="1" kern="1200">
            <a:solidFill>
              <a:srgbClr val="E15A64"/>
            </a:solidFill>
          </a:endParaRPr>
        </a:p>
      </dsp:txBody>
      <dsp:txXfrm>
        <a:off x="1617426" y="870381"/>
        <a:ext cx="1470044" cy="882026"/>
      </dsp:txXfrm>
    </dsp:sp>
    <dsp:sp modelId="{BDFF2ADF-7A1A-40A8-A803-B61FFF5D4121}">
      <dsp:nvSpPr>
        <dsp:cNvPr id="0" name=""/>
        <dsp:cNvSpPr/>
      </dsp:nvSpPr>
      <dsp:spPr>
        <a:xfrm>
          <a:off x="376" y="1899412"/>
          <a:ext cx="1470044" cy="882026"/>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solidFill>
                <a:srgbClr val="E15A64"/>
              </a:solidFill>
            </a:rPr>
            <a:t>Evaluate model on all data (2020-01-01 to 2026-02-28)</a:t>
          </a:r>
        </a:p>
      </dsp:txBody>
      <dsp:txXfrm>
        <a:off x="376" y="1899412"/>
        <a:ext cx="1470044" cy="882026"/>
      </dsp:txXfrm>
    </dsp:sp>
    <dsp:sp modelId="{44622C46-A80B-4328-B03A-6757B215FD57}">
      <dsp:nvSpPr>
        <dsp:cNvPr id="0" name=""/>
        <dsp:cNvSpPr/>
      </dsp:nvSpPr>
      <dsp:spPr>
        <a:xfrm>
          <a:off x="1617426" y="1899412"/>
          <a:ext cx="1470044" cy="882026"/>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solidFill>
                <a:srgbClr val="E15A64"/>
              </a:solidFill>
              <a:latin typeface="Aptos Display" panose="02110004020202020204"/>
            </a:rPr>
            <a:t>Use tuned</a:t>
          </a:r>
          <a:r>
            <a:rPr lang="en-US" sz="1200" b="1" kern="1200">
              <a:solidFill>
                <a:srgbClr val="E15A64"/>
              </a:solidFill>
            </a:rPr>
            <a:t> parameters &amp; </a:t>
          </a:r>
          <a:r>
            <a:rPr lang="en-US" sz="1200" b="1" kern="1200">
              <a:solidFill>
                <a:srgbClr val="E15A64"/>
              </a:solidFill>
              <a:latin typeface="Aptos Display" panose="02110004020202020204"/>
            </a:rPr>
            <a:t>features</a:t>
          </a:r>
          <a:endParaRPr lang="en-US" sz="1200" b="1" kern="1200">
            <a:solidFill>
              <a:srgbClr val="E15A64"/>
            </a:solidFill>
          </a:endParaRPr>
        </a:p>
      </dsp:txBody>
      <dsp:txXfrm>
        <a:off x="1617426" y="1899412"/>
        <a:ext cx="1470044" cy="882026"/>
      </dsp:txXfrm>
    </dsp:sp>
    <dsp:sp modelId="{60CF531C-DD97-4C6E-B655-2FB00F6634BA}">
      <dsp:nvSpPr>
        <dsp:cNvPr id="0" name=""/>
        <dsp:cNvSpPr/>
      </dsp:nvSpPr>
      <dsp:spPr>
        <a:xfrm>
          <a:off x="808901" y="2928443"/>
          <a:ext cx="1470044" cy="882026"/>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solidFill>
                <a:srgbClr val="E15A64"/>
              </a:solidFill>
              <a:latin typeface="Aptos Display" panose="02110004020202020204"/>
            </a:rPr>
            <a:t>mean RMSE</a:t>
          </a:r>
          <a:r>
            <a:rPr lang="en-US" sz="1200" b="1" kern="1200">
              <a:solidFill>
                <a:srgbClr val="E15A64"/>
              </a:solidFill>
            </a:rPr>
            <a:t> of 6.237 is good</a:t>
          </a:r>
          <a:r>
            <a:rPr lang="en-US" sz="1200" b="1" kern="1200">
              <a:solidFill>
                <a:srgbClr val="E15A64"/>
              </a:solidFill>
              <a:latin typeface="Aptos Display" panose="02110004020202020204"/>
            </a:rPr>
            <a:t> indicator we did not overfit or underfit</a:t>
          </a:r>
          <a:endParaRPr lang="en-US" sz="1200" b="1" kern="1200">
            <a:solidFill>
              <a:srgbClr val="E15A64"/>
            </a:solidFill>
          </a:endParaRPr>
        </a:p>
      </dsp:txBody>
      <dsp:txXfrm>
        <a:off x="808901" y="2928443"/>
        <a:ext cx="1470044" cy="88202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B9449-07A2-4525-A788-EA873604FCC1}">
      <dsp:nvSpPr>
        <dsp:cNvPr id="0" name=""/>
        <dsp:cNvSpPr/>
      </dsp:nvSpPr>
      <dsp:spPr>
        <a:xfrm>
          <a:off x="0" y="0"/>
          <a:ext cx="3297949" cy="0"/>
        </a:xfrm>
        <a:prstGeom prst="line">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B1BEE1-4FA3-41A2-919E-4F0E249B586F}">
      <dsp:nvSpPr>
        <dsp:cNvPr id="0" name=""/>
        <dsp:cNvSpPr/>
      </dsp:nvSpPr>
      <dsp:spPr>
        <a:xfrm>
          <a:off x="0" y="0"/>
          <a:ext cx="3297949" cy="611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Model Selection: Hybrid Prophet + </a:t>
          </a:r>
          <a:r>
            <a:rPr lang="en-US" sz="1200" b="1" kern="1200" err="1"/>
            <a:t>XGBoost</a:t>
          </a:r>
          <a:endParaRPr lang="en-US" sz="1200" b="1" kern="1200">
            <a:latin typeface="+mj-lt"/>
          </a:endParaRPr>
        </a:p>
      </dsp:txBody>
      <dsp:txXfrm>
        <a:off x="0" y="0"/>
        <a:ext cx="3297949" cy="611168"/>
      </dsp:txXfrm>
    </dsp:sp>
    <dsp:sp modelId="{E59D2396-1207-4167-8489-586F074C0588}">
      <dsp:nvSpPr>
        <dsp:cNvPr id="0" name=""/>
        <dsp:cNvSpPr/>
      </dsp:nvSpPr>
      <dsp:spPr>
        <a:xfrm>
          <a:off x="0" y="611168"/>
          <a:ext cx="3297949" cy="0"/>
        </a:xfrm>
        <a:prstGeom prst="line">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83BB47-A224-4F81-917B-463705EDC1DD}">
      <dsp:nvSpPr>
        <dsp:cNvPr id="0" name=""/>
        <dsp:cNvSpPr/>
      </dsp:nvSpPr>
      <dsp:spPr>
        <a:xfrm>
          <a:off x="0" y="611168"/>
          <a:ext cx="3297949" cy="611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Mean RMSE of Hybrid Model: 12.14</a:t>
          </a:r>
          <a:endParaRPr lang="en-US" sz="1200" b="1" kern="1200">
            <a:latin typeface="+mj-lt"/>
          </a:endParaRPr>
        </a:p>
      </dsp:txBody>
      <dsp:txXfrm>
        <a:off x="0" y="611168"/>
        <a:ext cx="3297949" cy="611168"/>
      </dsp:txXfrm>
    </dsp:sp>
    <dsp:sp modelId="{333EF866-6E1E-41F1-8B8D-77656EDB2FEA}">
      <dsp:nvSpPr>
        <dsp:cNvPr id="0" name=""/>
        <dsp:cNvSpPr/>
      </dsp:nvSpPr>
      <dsp:spPr>
        <a:xfrm>
          <a:off x="0" y="1222336"/>
          <a:ext cx="3297949" cy="0"/>
        </a:xfrm>
        <a:prstGeom prst="line">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6B1C5B-DD90-406A-8B25-54F27F81F211}">
      <dsp:nvSpPr>
        <dsp:cNvPr id="0" name=""/>
        <dsp:cNvSpPr/>
      </dsp:nvSpPr>
      <dsp:spPr>
        <a:xfrm>
          <a:off x="0" y="1222336"/>
          <a:ext cx="3297949" cy="611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Mean RMSE of Hybrid Model on Holdout: </a:t>
          </a:r>
          <a:r>
            <a:rPr lang="en-US" sz="1100" b="1" kern="1200"/>
            <a:t>10.75</a:t>
          </a:r>
          <a:endParaRPr lang="en-US" sz="1200" b="1" kern="1200">
            <a:sym typeface="Arial"/>
          </a:endParaRPr>
        </a:p>
      </dsp:txBody>
      <dsp:txXfrm>
        <a:off x="0" y="1222336"/>
        <a:ext cx="3297949" cy="611168"/>
      </dsp:txXfrm>
    </dsp:sp>
    <dsp:sp modelId="{D4BA6D64-FA71-4FEE-A20D-41D9EA65F530}">
      <dsp:nvSpPr>
        <dsp:cNvPr id="0" name=""/>
        <dsp:cNvSpPr/>
      </dsp:nvSpPr>
      <dsp:spPr>
        <a:xfrm>
          <a:off x="0" y="1833504"/>
          <a:ext cx="3297949" cy="0"/>
        </a:xfrm>
        <a:prstGeom prst="line">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58298-31C9-4CE8-AB5F-797829044FBB}">
      <dsp:nvSpPr>
        <dsp:cNvPr id="0" name=""/>
        <dsp:cNvSpPr/>
      </dsp:nvSpPr>
      <dsp:spPr>
        <a:xfrm>
          <a:off x="0" y="1833504"/>
          <a:ext cx="3297949" cy="611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Notable improvement over Prophet’s solo performance under cross-validation.</a:t>
          </a:r>
          <a:endParaRPr lang="en-US" sz="1200" b="1" kern="1200">
            <a:latin typeface="+mj-lt"/>
          </a:endParaRPr>
        </a:p>
      </dsp:txBody>
      <dsp:txXfrm>
        <a:off x="0" y="1833504"/>
        <a:ext cx="3297949" cy="61116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B9449-07A2-4525-A788-EA873604FCC1}">
      <dsp:nvSpPr>
        <dsp:cNvPr id="0" name=""/>
        <dsp:cNvSpPr/>
      </dsp:nvSpPr>
      <dsp:spPr>
        <a:xfrm>
          <a:off x="0" y="0"/>
          <a:ext cx="3125687" cy="0"/>
        </a:xfrm>
        <a:prstGeom prst="line">
          <a:avLst/>
        </a:prstGeom>
        <a:solidFill>
          <a:schemeClr val="accent1">
            <a:alpha val="9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B1BEE1-4FA3-41A2-919E-4F0E249B586F}">
      <dsp:nvSpPr>
        <dsp:cNvPr id="0" name=""/>
        <dsp:cNvSpPr/>
      </dsp:nvSpPr>
      <dsp:spPr>
        <a:xfrm>
          <a:off x="0" y="0"/>
          <a:ext cx="3125687" cy="643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latin typeface="+mj-lt"/>
            </a:rPr>
            <a:t>Model Selection: </a:t>
          </a:r>
          <a:r>
            <a:rPr lang="en-US" sz="1200" b="1" kern="1200" err="1">
              <a:latin typeface="+mj-lt"/>
            </a:rPr>
            <a:t>NeuralProphet</a:t>
          </a:r>
          <a:endParaRPr lang="en-US" sz="1200" b="1" kern="1200">
            <a:latin typeface="+mj-lt"/>
          </a:endParaRPr>
        </a:p>
      </dsp:txBody>
      <dsp:txXfrm>
        <a:off x="0" y="0"/>
        <a:ext cx="3125687" cy="643725"/>
      </dsp:txXfrm>
    </dsp:sp>
    <dsp:sp modelId="{E59D2396-1207-4167-8489-586F074C0588}">
      <dsp:nvSpPr>
        <dsp:cNvPr id="0" name=""/>
        <dsp:cNvSpPr/>
      </dsp:nvSpPr>
      <dsp:spPr>
        <a:xfrm>
          <a:off x="0" y="643725"/>
          <a:ext cx="3125687" cy="0"/>
        </a:xfrm>
        <a:prstGeom prst="line">
          <a:avLst/>
        </a:prstGeom>
        <a:solidFill>
          <a:schemeClr val="accent1">
            <a:alpha val="90000"/>
            <a:hueOff val="0"/>
            <a:satOff val="0"/>
            <a:lumOff val="0"/>
            <a:alphaOff val="-13333"/>
          </a:schemeClr>
        </a:solidFill>
        <a:ln w="19050" cap="flat" cmpd="sng" algn="ctr">
          <a:solidFill>
            <a:schemeClr val="accent1">
              <a:alpha val="90000"/>
              <a:hueOff val="0"/>
              <a:satOff val="0"/>
              <a:lumOff val="0"/>
              <a:alphaOff val="-13333"/>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83BB47-A224-4F81-917B-463705EDC1DD}">
      <dsp:nvSpPr>
        <dsp:cNvPr id="0" name=""/>
        <dsp:cNvSpPr/>
      </dsp:nvSpPr>
      <dsp:spPr>
        <a:xfrm>
          <a:off x="0" y="643725"/>
          <a:ext cx="3125687" cy="643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Mean RMSE of </a:t>
          </a:r>
          <a:r>
            <a:rPr lang="en-US" sz="1200" b="1" kern="1200" err="1"/>
            <a:t>NeuralProphet</a:t>
          </a:r>
          <a:r>
            <a:rPr lang="en-US" sz="1200" b="1" kern="1200"/>
            <a:t>: 7.12</a:t>
          </a:r>
          <a:endParaRPr lang="en-US" sz="1200" b="1" kern="1200">
            <a:latin typeface="+mj-lt"/>
          </a:endParaRPr>
        </a:p>
      </dsp:txBody>
      <dsp:txXfrm>
        <a:off x="0" y="643725"/>
        <a:ext cx="3125687" cy="643725"/>
      </dsp:txXfrm>
    </dsp:sp>
    <dsp:sp modelId="{E9985133-8866-4265-8AF2-79749B3B02DE}">
      <dsp:nvSpPr>
        <dsp:cNvPr id="0" name=""/>
        <dsp:cNvSpPr/>
      </dsp:nvSpPr>
      <dsp:spPr>
        <a:xfrm>
          <a:off x="0" y="1287451"/>
          <a:ext cx="3125687" cy="0"/>
        </a:xfrm>
        <a:prstGeom prst="line">
          <a:avLst/>
        </a:prstGeom>
        <a:solidFill>
          <a:schemeClr val="accent1">
            <a:alpha val="90000"/>
            <a:hueOff val="0"/>
            <a:satOff val="0"/>
            <a:lumOff val="0"/>
            <a:alphaOff val="-26667"/>
          </a:schemeClr>
        </a:solidFill>
        <a:ln w="19050" cap="flat" cmpd="sng" algn="ctr">
          <a:solidFill>
            <a:schemeClr val="accent1">
              <a:alpha val="90000"/>
              <a:hueOff val="0"/>
              <a:satOff val="0"/>
              <a:lumOff val="0"/>
              <a:alphaOff val="-26667"/>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5888CC-1EF5-45F0-840D-267E24EA975C}">
      <dsp:nvSpPr>
        <dsp:cNvPr id="0" name=""/>
        <dsp:cNvSpPr/>
      </dsp:nvSpPr>
      <dsp:spPr>
        <a:xfrm>
          <a:off x="0" y="1287451"/>
          <a:ext cx="3125687" cy="643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Mean RMSE of </a:t>
          </a:r>
          <a:r>
            <a:rPr lang="en-US" sz="1200" b="1" kern="1200" err="1"/>
            <a:t>NeuralProphet</a:t>
          </a:r>
          <a:r>
            <a:rPr lang="en-US" sz="1200" b="1" kern="1200"/>
            <a:t> on Holdout: 6.24 </a:t>
          </a:r>
        </a:p>
      </dsp:txBody>
      <dsp:txXfrm>
        <a:off x="0" y="1287451"/>
        <a:ext cx="3125687" cy="643725"/>
      </dsp:txXfrm>
    </dsp:sp>
    <dsp:sp modelId="{D4BA6D64-FA71-4FEE-A20D-41D9EA65F530}">
      <dsp:nvSpPr>
        <dsp:cNvPr id="0" name=""/>
        <dsp:cNvSpPr/>
      </dsp:nvSpPr>
      <dsp:spPr>
        <a:xfrm>
          <a:off x="0" y="1931176"/>
          <a:ext cx="3125687" cy="0"/>
        </a:xfrm>
        <a:prstGeom prst="line">
          <a:avLst/>
        </a:prstGeom>
        <a:solidFill>
          <a:schemeClr val="accent1">
            <a:alpha val="90000"/>
            <a:hueOff val="0"/>
            <a:satOff val="0"/>
            <a:lumOff val="0"/>
            <a:alphaOff val="-40000"/>
          </a:schemeClr>
        </a:solidFill>
        <a:ln w="19050" cap="flat" cmpd="sng" algn="ctr">
          <a:solidFill>
            <a:schemeClr val="accent1">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58298-31C9-4CE8-AB5F-797829044FBB}">
      <dsp:nvSpPr>
        <dsp:cNvPr id="0" name=""/>
        <dsp:cNvSpPr/>
      </dsp:nvSpPr>
      <dsp:spPr>
        <a:xfrm>
          <a:off x="0" y="1931176"/>
          <a:ext cx="3125687" cy="643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The improvement of </a:t>
          </a:r>
          <a:r>
            <a:rPr lang="en-US" sz="1200" kern="1200" err="1"/>
            <a:t>NeuralProphet</a:t>
          </a:r>
          <a:r>
            <a:rPr lang="en-US" sz="1200" kern="1200"/>
            <a:t> is not drastic, but given Brooklyn’s size, the improvements can be valuable.</a:t>
          </a:r>
          <a:endParaRPr lang="en-US" sz="1200" b="1" kern="1200">
            <a:latin typeface="+mj-lt"/>
          </a:endParaRPr>
        </a:p>
      </dsp:txBody>
      <dsp:txXfrm>
        <a:off x="0" y="1931176"/>
        <a:ext cx="3125687" cy="64372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B9449-07A2-4525-A788-EA873604FCC1}">
      <dsp:nvSpPr>
        <dsp:cNvPr id="0" name=""/>
        <dsp:cNvSpPr/>
      </dsp:nvSpPr>
      <dsp:spPr>
        <a:xfrm>
          <a:off x="0" y="0"/>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B1BEE1-4FA3-41A2-919E-4F0E249B586F}">
      <dsp:nvSpPr>
        <dsp:cNvPr id="0" name=""/>
        <dsp:cNvSpPr/>
      </dsp:nvSpPr>
      <dsp:spPr>
        <a:xfrm>
          <a:off x="0" y="0"/>
          <a:ext cx="3280794" cy="62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Model Selection: Prophet</a:t>
          </a:r>
        </a:p>
      </dsp:txBody>
      <dsp:txXfrm>
        <a:off x="0" y="0"/>
        <a:ext cx="3280794" cy="629968"/>
      </dsp:txXfrm>
    </dsp:sp>
    <dsp:sp modelId="{E59D2396-1207-4167-8489-586F074C0588}">
      <dsp:nvSpPr>
        <dsp:cNvPr id="0" name=""/>
        <dsp:cNvSpPr/>
      </dsp:nvSpPr>
      <dsp:spPr>
        <a:xfrm>
          <a:off x="0" y="629968"/>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83BB47-A224-4F81-917B-463705EDC1DD}">
      <dsp:nvSpPr>
        <dsp:cNvPr id="0" name=""/>
        <dsp:cNvSpPr/>
      </dsp:nvSpPr>
      <dsp:spPr>
        <a:xfrm>
          <a:off x="0" y="629968"/>
          <a:ext cx="3280794" cy="62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Mean RMSE of Prophet: 4.58</a:t>
          </a:r>
        </a:p>
      </dsp:txBody>
      <dsp:txXfrm>
        <a:off x="0" y="629968"/>
        <a:ext cx="3280794" cy="629968"/>
      </dsp:txXfrm>
    </dsp:sp>
    <dsp:sp modelId="{CABBB8D0-2334-4061-8C81-617776735D79}">
      <dsp:nvSpPr>
        <dsp:cNvPr id="0" name=""/>
        <dsp:cNvSpPr/>
      </dsp:nvSpPr>
      <dsp:spPr>
        <a:xfrm>
          <a:off x="0" y="1259937"/>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536402-1785-462A-8C1B-240C4BF4D7F1}">
      <dsp:nvSpPr>
        <dsp:cNvPr id="0" name=""/>
        <dsp:cNvSpPr/>
      </dsp:nvSpPr>
      <dsp:spPr>
        <a:xfrm>
          <a:off x="0" y="1259937"/>
          <a:ext cx="3280794" cy="62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Mean RMSE of Prophet on Holdout: 4.86</a:t>
          </a:r>
        </a:p>
      </dsp:txBody>
      <dsp:txXfrm>
        <a:off x="0" y="1259937"/>
        <a:ext cx="3280794" cy="629968"/>
      </dsp:txXfrm>
    </dsp:sp>
    <dsp:sp modelId="{D4BA6D64-FA71-4FEE-A20D-41D9EA65F530}">
      <dsp:nvSpPr>
        <dsp:cNvPr id="0" name=""/>
        <dsp:cNvSpPr/>
      </dsp:nvSpPr>
      <dsp:spPr>
        <a:xfrm>
          <a:off x="0" y="1889905"/>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58298-31C9-4CE8-AB5F-797829044FBB}">
      <dsp:nvSpPr>
        <dsp:cNvPr id="0" name=""/>
        <dsp:cNvSpPr/>
      </dsp:nvSpPr>
      <dsp:spPr>
        <a:xfrm>
          <a:off x="0" y="1889905"/>
          <a:ext cx="3280794" cy="62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Beat second place SARIMA at 4.98 in the 26-fold walk-forward validation.</a:t>
          </a:r>
        </a:p>
      </dsp:txBody>
      <dsp:txXfrm>
        <a:off x="0" y="1889905"/>
        <a:ext cx="3280794" cy="62996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B9449-07A2-4525-A788-EA873604FCC1}">
      <dsp:nvSpPr>
        <dsp:cNvPr id="0" name=""/>
        <dsp:cNvSpPr/>
      </dsp:nvSpPr>
      <dsp:spPr>
        <a:xfrm>
          <a:off x="0" y="0"/>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B1BEE1-4FA3-41A2-919E-4F0E249B586F}">
      <dsp:nvSpPr>
        <dsp:cNvPr id="0" name=""/>
        <dsp:cNvSpPr/>
      </dsp:nvSpPr>
      <dsp:spPr>
        <a:xfrm>
          <a:off x="0" y="0"/>
          <a:ext cx="3280794" cy="62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latin typeface="+mj-lt"/>
            </a:rPr>
            <a:t>Model Selection: Prophet</a:t>
          </a:r>
        </a:p>
      </dsp:txBody>
      <dsp:txXfrm>
        <a:off x="0" y="0"/>
        <a:ext cx="3280794" cy="629968"/>
      </dsp:txXfrm>
    </dsp:sp>
    <dsp:sp modelId="{E59D2396-1207-4167-8489-586F074C0588}">
      <dsp:nvSpPr>
        <dsp:cNvPr id="0" name=""/>
        <dsp:cNvSpPr/>
      </dsp:nvSpPr>
      <dsp:spPr>
        <a:xfrm>
          <a:off x="0" y="629968"/>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83BB47-A224-4F81-917B-463705EDC1DD}">
      <dsp:nvSpPr>
        <dsp:cNvPr id="0" name=""/>
        <dsp:cNvSpPr/>
      </dsp:nvSpPr>
      <dsp:spPr>
        <a:xfrm>
          <a:off x="0" y="629968"/>
          <a:ext cx="3280794" cy="62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latin typeface="+mj-lt"/>
            </a:rPr>
            <a:t>Mean </a:t>
          </a:r>
          <a:r>
            <a:rPr lang="en-US" sz="1200" b="1" kern="1200">
              <a:latin typeface="+mj-lt"/>
              <a:ea typeface="Arial"/>
              <a:cs typeface="Arial"/>
              <a:sym typeface="Arial"/>
            </a:rPr>
            <a:t>RMSE o</a:t>
          </a:r>
          <a:r>
            <a:rPr lang="en-US" sz="1200" b="1" kern="1200">
              <a:latin typeface="+mj-lt"/>
            </a:rPr>
            <a:t>f Prophet:  2.9 / 3.9</a:t>
          </a:r>
        </a:p>
      </dsp:txBody>
      <dsp:txXfrm>
        <a:off x="0" y="629968"/>
        <a:ext cx="3280794" cy="629968"/>
      </dsp:txXfrm>
    </dsp:sp>
    <dsp:sp modelId="{6E1EFD14-5A60-41EA-BC46-2FE48B199C54}">
      <dsp:nvSpPr>
        <dsp:cNvPr id="0" name=""/>
        <dsp:cNvSpPr/>
      </dsp:nvSpPr>
      <dsp:spPr>
        <a:xfrm>
          <a:off x="0" y="1259937"/>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F59AA4-C4F6-42E9-B681-82D8214BEB0D}">
      <dsp:nvSpPr>
        <dsp:cNvPr id="0" name=""/>
        <dsp:cNvSpPr/>
      </dsp:nvSpPr>
      <dsp:spPr>
        <a:xfrm>
          <a:off x="0" y="1259937"/>
          <a:ext cx="3280794" cy="62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latin typeface="+mj-lt"/>
            </a:rPr>
            <a:t>Mean RMSE of Prophet on Holdout: 3.37 / 3.94</a:t>
          </a:r>
        </a:p>
      </dsp:txBody>
      <dsp:txXfrm>
        <a:off x="0" y="1259937"/>
        <a:ext cx="3280794" cy="629968"/>
      </dsp:txXfrm>
    </dsp:sp>
    <dsp:sp modelId="{D4BA6D64-FA71-4FEE-A20D-41D9EA65F530}">
      <dsp:nvSpPr>
        <dsp:cNvPr id="0" name=""/>
        <dsp:cNvSpPr/>
      </dsp:nvSpPr>
      <dsp:spPr>
        <a:xfrm>
          <a:off x="0" y="1889905"/>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58298-31C9-4CE8-AB5F-797829044FBB}">
      <dsp:nvSpPr>
        <dsp:cNvPr id="0" name=""/>
        <dsp:cNvSpPr/>
      </dsp:nvSpPr>
      <dsp:spPr>
        <a:xfrm>
          <a:off x="0" y="1889905"/>
          <a:ext cx="3280794" cy="62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latin typeface="+mj-lt"/>
            </a:rPr>
            <a:t>For Queens we still prefer Prophet despite Ensemble’s better performance due to runtime of the Ensemble Model</a:t>
          </a:r>
          <a:endParaRPr lang="en-US" sz="1200" b="1" kern="1200">
            <a:latin typeface="+mj-lt"/>
          </a:endParaRPr>
        </a:p>
      </dsp:txBody>
      <dsp:txXfrm>
        <a:off x="0" y="1889905"/>
        <a:ext cx="3280794" cy="62996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B9449-07A2-4525-A788-EA873604FCC1}">
      <dsp:nvSpPr>
        <dsp:cNvPr id="0" name=""/>
        <dsp:cNvSpPr/>
      </dsp:nvSpPr>
      <dsp:spPr>
        <a:xfrm>
          <a:off x="0" y="0"/>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B1BEE1-4FA3-41A2-919E-4F0E249B586F}">
      <dsp:nvSpPr>
        <dsp:cNvPr id="0" name=""/>
        <dsp:cNvSpPr/>
      </dsp:nvSpPr>
      <dsp:spPr>
        <a:xfrm>
          <a:off x="0" y="0"/>
          <a:ext cx="3280794" cy="659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latin typeface="+mj-lt"/>
            </a:rPr>
            <a:t>Model Selection: Prophet</a:t>
          </a:r>
        </a:p>
      </dsp:txBody>
      <dsp:txXfrm>
        <a:off x="0" y="0"/>
        <a:ext cx="3280794" cy="659329"/>
      </dsp:txXfrm>
    </dsp:sp>
    <dsp:sp modelId="{E59D2396-1207-4167-8489-586F074C0588}">
      <dsp:nvSpPr>
        <dsp:cNvPr id="0" name=""/>
        <dsp:cNvSpPr/>
      </dsp:nvSpPr>
      <dsp:spPr>
        <a:xfrm>
          <a:off x="0" y="659329"/>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83BB47-A224-4F81-917B-463705EDC1DD}">
      <dsp:nvSpPr>
        <dsp:cNvPr id="0" name=""/>
        <dsp:cNvSpPr/>
      </dsp:nvSpPr>
      <dsp:spPr>
        <a:xfrm>
          <a:off x="0" y="659329"/>
          <a:ext cx="3280794" cy="659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latin typeface="+mj-lt"/>
            </a:rPr>
            <a:t>Mean </a:t>
          </a:r>
          <a:r>
            <a:rPr lang="en-US" sz="1200" b="1" kern="1200">
              <a:latin typeface="+mj-lt"/>
              <a:ea typeface="Arial"/>
              <a:cs typeface="Arial"/>
              <a:sym typeface="Arial"/>
            </a:rPr>
            <a:t>RMSE o</a:t>
          </a:r>
          <a:r>
            <a:rPr lang="en-US" sz="1200" b="1" kern="1200">
              <a:latin typeface="+mj-lt"/>
            </a:rPr>
            <a:t>f Prophet: 1.46</a:t>
          </a:r>
        </a:p>
      </dsp:txBody>
      <dsp:txXfrm>
        <a:off x="0" y="659329"/>
        <a:ext cx="3280794" cy="659329"/>
      </dsp:txXfrm>
    </dsp:sp>
    <dsp:sp modelId="{77986F79-0A33-416B-BB8C-9EC476676D17}">
      <dsp:nvSpPr>
        <dsp:cNvPr id="0" name=""/>
        <dsp:cNvSpPr/>
      </dsp:nvSpPr>
      <dsp:spPr>
        <a:xfrm>
          <a:off x="0" y="1318659"/>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E25E5C-8A33-4DB7-85E7-0165678F6700}">
      <dsp:nvSpPr>
        <dsp:cNvPr id="0" name=""/>
        <dsp:cNvSpPr/>
      </dsp:nvSpPr>
      <dsp:spPr>
        <a:xfrm>
          <a:off x="0" y="1318659"/>
          <a:ext cx="3280794" cy="659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latin typeface="+mj-lt"/>
            </a:rPr>
            <a:t>Mean RMSE of Prophet on Holdout: 1.38 </a:t>
          </a:r>
        </a:p>
      </dsp:txBody>
      <dsp:txXfrm>
        <a:off x="0" y="1318659"/>
        <a:ext cx="3280794" cy="659329"/>
      </dsp:txXfrm>
    </dsp:sp>
    <dsp:sp modelId="{D4BA6D64-FA71-4FEE-A20D-41D9EA65F530}">
      <dsp:nvSpPr>
        <dsp:cNvPr id="0" name=""/>
        <dsp:cNvSpPr/>
      </dsp:nvSpPr>
      <dsp:spPr>
        <a:xfrm>
          <a:off x="0" y="1977989"/>
          <a:ext cx="3280794" cy="0"/>
        </a:xfrm>
        <a:prstGeom prst="line">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58298-31C9-4CE8-AB5F-797829044FBB}">
      <dsp:nvSpPr>
        <dsp:cNvPr id="0" name=""/>
        <dsp:cNvSpPr/>
      </dsp:nvSpPr>
      <dsp:spPr>
        <a:xfrm>
          <a:off x="0" y="1977989"/>
          <a:ext cx="3280794" cy="659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The margins are </a:t>
          </a:r>
          <a:r>
            <a:rPr lang="en-US" sz="1200" i="1" kern="1200"/>
            <a:t>very</a:t>
          </a:r>
          <a:r>
            <a:rPr lang="en-US" sz="1200" kern="1200"/>
            <a:t> slim.</a:t>
          </a:r>
        </a:p>
        <a:p>
          <a:pPr marL="0" lvl="0" indent="0" algn="l" defTabSz="533400">
            <a:lnSpc>
              <a:spcPct val="90000"/>
            </a:lnSpc>
            <a:spcBef>
              <a:spcPct val="0"/>
            </a:spcBef>
            <a:spcAft>
              <a:spcPct val="35000"/>
            </a:spcAft>
            <a:buClr>
              <a:srgbClr val="B8C1CC"/>
            </a:buClr>
            <a:buSzPts val="1158"/>
            <a:buNone/>
          </a:pPr>
          <a:r>
            <a:rPr lang="en-US" sz="1200" kern="1200"/>
            <a:t>Further work may be warranted.</a:t>
          </a:r>
        </a:p>
        <a:p>
          <a:pPr marL="0" lvl="0" indent="0" algn="l" defTabSz="533400">
            <a:lnSpc>
              <a:spcPct val="90000"/>
            </a:lnSpc>
            <a:spcBef>
              <a:spcPct val="0"/>
            </a:spcBef>
            <a:spcAft>
              <a:spcPct val="35000"/>
            </a:spcAft>
            <a:buClr>
              <a:srgbClr val="B8C1CC"/>
            </a:buClr>
            <a:buSzPts val="1158"/>
            <a:buNone/>
          </a:pPr>
          <a:r>
            <a:rPr lang="en-US" sz="1200" kern="1200"/>
            <a:t>Changing the metric might even be reasonable.</a:t>
          </a:r>
          <a:endParaRPr lang="en-US" sz="1200" b="1" kern="1200">
            <a:latin typeface="+mj-lt"/>
          </a:endParaRPr>
        </a:p>
      </dsp:txBody>
      <dsp:txXfrm>
        <a:off x="0" y="1977989"/>
        <a:ext cx="3280794" cy="65932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819561-0E11-487C-BE4B-90E7863C9AF9}">
      <dsp:nvSpPr>
        <dsp:cNvPr id="0" name=""/>
        <dsp:cNvSpPr/>
      </dsp:nvSpPr>
      <dsp:spPr>
        <a:xfrm>
          <a:off x="0" y="1012706"/>
          <a:ext cx="3023400" cy="3023400"/>
        </a:xfrm>
        <a:prstGeom prst="pie">
          <a:avLst>
            <a:gd name="adj1" fmla="val 5400000"/>
            <a:gd name="adj2" fmla="val 1620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23257E-DF4B-464F-9E71-3F894FE7020F}">
      <dsp:nvSpPr>
        <dsp:cNvPr id="0" name=""/>
        <dsp:cNvSpPr/>
      </dsp:nvSpPr>
      <dsp:spPr>
        <a:xfrm>
          <a:off x="1511700" y="1012706"/>
          <a:ext cx="3527300" cy="30234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Three useful lessons</a:t>
          </a:r>
          <a:endParaRPr lang="en-US" sz="1600" kern="1200"/>
        </a:p>
      </dsp:txBody>
      <dsp:txXfrm>
        <a:off x="1511700" y="1012706"/>
        <a:ext cx="3527300" cy="642472"/>
      </dsp:txXfrm>
    </dsp:sp>
    <dsp:sp modelId="{97B6995D-FD64-409E-9E20-DA5F3D1C86E9}">
      <dsp:nvSpPr>
        <dsp:cNvPr id="0" name=""/>
        <dsp:cNvSpPr/>
      </dsp:nvSpPr>
      <dsp:spPr>
        <a:xfrm>
          <a:off x="396821" y="1655179"/>
          <a:ext cx="2229757" cy="2229757"/>
        </a:xfrm>
        <a:prstGeom prst="pie">
          <a:avLst>
            <a:gd name="adj1" fmla="val 5400000"/>
            <a:gd name="adj2" fmla="val 1620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D75BAB-7809-40C6-B543-70065EEA3FF8}">
      <dsp:nvSpPr>
        <dsp:cNvPr id="0" name=""/>
        <dsp:cNvSpPr/>
      </dsp:nvSpPr>
      <dsp:spPr>
        <a:xfrm>
          <a:off x="1511700" y="1655179"/>
          <a:ext cx="3527300" cy="2229757"/>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More complexity ≠ Better Model</a:t>
          </a:r>
        </a:p>
      </dsp:txBody>
      <dsp:txXfrm>
        <a:off x="1511700" y="1655179"/>
        <a:ext cx="3527300" cy="642472"/>
      </dsp:txXfrm>
    </dsp:sp>
    <dsp:sp modelId="{E766C8D1-CF8B-4B79-973C-67B0525B8E2A}">
      <dsp:nvSpPr>
        <dsp:cNvPr id="0" name=""/>
        <dsp:cNvSpPr/>
      </dsp:nvSpPr>
      <dsp:spPr>
        <a:xfrm>
          <a:off x="793642" y="2297651"/>
          <a:ext cx="1436115" cy="1436115"/>
        </a:xfrm>
        <a:prstGeom prst="pie">
          <a:avLst>
            <a:gd name="adj1" fmla="val 5400000"/>
            <a:gd name="adj2" fmla="val 1620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8BF31B-CFB1-46C3-9420-D3F01C18AB1B}">
      <dsp:nvSpPr>
        <dsp:cNvPr id="0" name=""/>
        <dsp:cNvSpPr/>
      </dsp:nvSpPr>
      <dsp:spPr>
        <a:xfrm>
          <a:off x="1511700" y="2297651"/>
          <a:ext cx="3527300" cy="1436115"/>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Citywide </a:t>
          </a:r>
          <a:r>
            <a:rPr lang="en-US" sz="1600" kern="1200" err="1"/>
            <a:t>v.s</a:t>
          </a:r>
          <a:r>
            <a:rPr lang="en-US" sz="1600" kern="1200"/>
            <a:t>. Borough</a:t>
          </a:r>
        </a:p>
      </dsp:txBody>
      <dsp:txXfrm>
        <a:off x="1511700" y="2297651"/>
        <a:ext cx="3527300" cy="642472"/>
      </dsp:txXfrm>
    </dsp:sp>
    <dsp:sp modelId="{25E3FC1A-0363-49AF-9457-EEDA699E76AD}">
      <dsp:nvSpPr>
        <dsp:cNvPr id="0" name=""/>
        <dsp:cNvSpPr/>
      </dsp:nvSpPr>
      <dsp:spPr>
        <a:xfrm>
          <a:off x="1190463" y="2940124"/>
          <a:ext cx="642472" cy="642472"/>
        </a:xfrm>
        <a:prstGeom prst="pie">
          <a:avLst>
            <a:gd name="adj1" fmla="val 5400000"/>
            <a:gd name="adj2" fmla="val 1620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C29310-B694-4AF7-AE5A-0AB856F4A838}">
      <dsp:nvSpPr>
        <dsp:cNvPr id="0" name=""/>
        <dsp:cNvSpPr/>
      </dsp:nvSpPr>
      <dsp:spPr>
        <a:xfrm>
          <a:off x="1511700" y="2940124"/>
          <a:ext cx="3527300" cy="642472"/>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Outliers are hard to predict – </a:t>
          </a:r>
          <a:r>
            <a:rPr lang="en-US" sz="1600" kern="1200" err="1"/>
            <a:t>XGBoost</a:t>
          </a:r>
          <a:r>
            <a:rPr lang="en-US" sz="1600" kern="1200"/>
            <a:t> features do not always capture them well.</a:t>
          </a:r>
        </a:p>
      </dsp:txBody>
      <dsp:txXfrm>
        <a:off x="1511700" y="2940124"/>
        <a:ext cx="3527300" cy="64247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CDE0A6-AC73-4DDD-8B5D-B4C373428A88}">
      <dsp:nvSpPr>
        <dsp:cNvPr id="0" name=""/>
        <dsp:cNvSpPr/>
      </dsp:nvSpPr>
      <dsp:spPr>
        <a:xfrm>
          <a:off x="0" y="470"/>
          <a:ext cx="5025705" cy="0"/>
        </a:xfrm>
        <a:prstGeom prst="line">
          <a:avLst/>
        </a:prstGeom>
        <a:solidFill>
          <a:schemeClr val="accent2">
            <a:hueOff val="0"/>
            <a:satOff val="0"/>
            <a:lumOff val="0"/>
            <a:alphaOff val="0"/>
          </a:schemeClr>
        </a:solidFill>
        <a:ln w="19050" cap="flat" cmpd="sng" algn="ctr">
          <a:noFill/>
          <a:prstDash val="solid"/>
          <a:miter lim="800000"/>
        </a:ln>
        <a:effectLst>
          <a:glow rad="127000">
            <a:schemeClr val="bg1"/>
          </a:glow>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6E6F9074-FF77-4F00-8E75-C57D329AA10F}">
      <dsp:nvSpPr>
        <dsp:cNvPr id="0" name=""/>
        <dsp:cNvSpPr/>
      </dsp:nvSpPr>
      <dsp:spPr>
        <a:xfrm>
          <a:off x="0" y="470"/>
          <a:ext cx="5025705" cy="770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1" kern="1200"/>
            <a:t>How can the model improve further?</a:t>
          </a:r>
        </a:p>
      </dsp:txBody>
      <dsp:txXfrm>
        <a:off x="0" y="470"/>
        <a:ext cx="5025705" cy="770556"/>
      </dsp:txXfrm>
    </dsp:sp>
    <dsp:sp modelId="{E305F18B-082D-4987-A793-DD63982A4530}">
      <dsp:nvSpPr>
        <dsp:cNvPr id="0" name=""/>
        <dsp:cNvSpPr/>
      </dsp:nvSpPr>
      <dsp:spPr>
        <a:xfrm>
          <a:off x="0" y="771026"/>
          <a:ext cx="5025705"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AA87EA-DE92-4B52-8567-8B91DF06DB14}">
      <dsp:nvSpPr>
        <dsp:cNvPr id="0" name=""/>
        <dsp:cNvSpPr/>
      </dsp:nvSpPr>
      <dsp:spPr>
        <a:xfrm>
          <a:off x="0" y="771026"/>
          <a:ext cx="5025705" cy="770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More feature engineering and feature selection</a:t>
          </a:r>
        </a:p>
      </dsp:txBody>
      <dsp:txXfrm>
        <a:off x="0" y="771026"/>
        <a:ext cx="5025705" cy="770556"/>
      </dsp:txXfrm>
    </dsp:sp>
    <dsp:sp modelId="{2C3B18A7-5BAF-4F42-94B8-989B3F25FE41}">
      <dsp:nvSpPr>
        <dsp:cNvPr id="0" name=""/>
        <dsp:cNvSpPr/>
      </dsp:nvSpPr>
      <dsp:spPr>
        <a:xfrm>
          <a:off x="0" y="1541582"/>
          <a:ext cx="5025705"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85DA12-4A28-4722-B41A-285FDA9F41E1}">
      <dsp:nvSpPr>
        <dsp:cNvPr id="0" name=""/>
        <dsp:cNvSpPr/>
      </dsp:nvSpPr>
      <dsp:spPr>
        <a:xfrm>
          <a:off x="0" y="1541582"/>
          <a:ext cx="5025705" cy="770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rtl="0">
            <a:lnSpc>
              <a:spcPct val="90000"/>
            </a:lnSpc>
            <a:spcBef>
              <a:spcPct val="0"/>
            </a:spcBef>
            <a:spcAft>
              <a:spcPct val="35000"/>
            </a:spcAft>
            <a:buNone/>
          </a:pPr>
          <a:r>
            <a:rPr lang="en-US" sz="2100" kern="1200"/>
            <a:t>Explore borough-level patterns </a:t>
          </a:r>
          <a:endParaRPr lang="en-US" sz="2100" kern="1200">
            <a:latin typeface="Aptos Display" panose="02110004020202020204"/>
          </a:endParaRPr>
        </a:p>
      </dsp:txBody>
      <dsp:txXfrm>
        <a:off x="0" y="1541582"/>
        <a:ext cx="5025705" cy="770556"/>
      </dsp:txXfrm>
    </dsp:sp>
    <dsp:sp modelId="{49E8345A-5A06-4567-9824-0958B11F9166}">
      <dsp:nvSpPr>
        <dsp:cNvPr id="0" name=""/>
        <dsp:cNvSpPr/>
      </dsp:nvSpPr>
      <dsp:spPr>
        <a:xfrm>
          <a:off x="0" y="2312139"/>
          <a:ext cx="5025705"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964145-9D16-40AE-8168-1708F4D38FCA}">
      <dsp:nvSpPr>
        <dsp:cNvPr id="0" name=""/>
        <dsp:cNvSpPr/>
      </dsp:nvSpPr>
      <dsp:spPr>
        <a:xfrm>
          <a:off x="0" y="2312139"/>
          <a:ext cx="5025705" cy="770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Add IRS income data</a:t>
          </a:r>
        </a:p>
      </dsp:txBody>
      <dsp:txXfrm>
        <a:off x="0" y="2312139"/>
        <a:ext cx="5025705" cy="770556"/>
      </dsp:txXfrm>
    </dsp:sp>
    <dsp:sp modelId="{1A8EE55E-C496-4504-B1E2-B6F4DB413332}">
      <dsp:nvSpPr>
        <dsp:cNvPr id="0" name=""/>
        <dsp:cNvSpPr/>
      </dsp:nvSpPr>
      <dsp:spPr>
        <a:xfrm>
          <a:off x="0" y="3082695"/>
          <a:ext cx="5025705"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4943E6-7DD9-42A3-89CE-5FAD3376769E}">
      <dsp:nvSpPr>
        <dsp:cNvPr id="0" name=""/>
        <dsp:cNvSpPr/>
      </dsp:nvSpPr>
      <dsp:spPr>
        <a:xfrm>
          <a:off x="0" y="3082695"/>
          <a:ext cx="5025705" cy="770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rtl="0">
            <a:lnSpc>
              <a:spcPct val="90000"/>
            </a:lnSpc>
            <a:spcBef>
              <a:spcPct val="0"/>
            </a:spcBef>
            <a:spcAft>
              <a:spcPct val="35000"/>
            </a:spcAft>
            <a:buNone/>
          </a:pPr>
          <a:r>
            <a:rPr lang="en-US" sz="2100" kern="1200"/>
            <a:t>Add inspections, DSNY</a:t>
          </a:r>
          <a:r>
            <a:rPr lang="en-US" sz="2100" kern="1200">
              <a:latin typeface="Aptos Display" panose="02110004020202020204"/>
            </a:rPr>
            <a:t> refusal tonnage</a:t>
          </a:r>
          <a:r>
            <a:rPr lang="en-US" sz="2100" kern="1200"/>
            <a:t>, catch basin, and other external signals</a:t>
          </a:r>
        </a:p>
      </dsp:txBody>
      <dsp:txXfrm>
        <a:off x="0" y="3082695"/>
        <a:ext cx="5025705" cy="77055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97EECA-8437-4DD3-B2DA-4F7B7F434BD7}">
      <dsp:nvSpPr>
        <dsp:cNvPr id="0" name=""/>
        <dsp:cNvSpPr/>
      </dsp:nvSpPr>
      <dsp:spPr>
        <a:xfrm>
          <a:off x="743940" y="61924"/>
          <a:ext cx="1734904" cy="1195349"/>
        </a:xfrm>
        <a:prstGeom prst="roundRect">
          <a:avLst/>
        </a:prstGeom>
        <a:blipFill>
          <a:blip xmlns:r="http://schemas.openxmlformats.org/officeDocument/2006/relationships" r:embed="rId1"/>
          <a:srcRect/>
          <a:stretch>
            <a:fillRect l="-19000" r="-19000"/>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EF90C4-A7A5-4214-BFDA-6F35F7F71A2D}">
      <dsp:nvSpPr>
        <dsp:cNvPr id="0" name=""/>
        <dsp:cNvSpPr/>
      </dsp:nvSpPr>
      <dsp:spPr>
        <a:xfrm>
          <a:off x="769113" y="1196466"/>
          <a:ext cx="1734904" cy="643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en-US" sz="1800" kern="1200"/>
            <a:t>Better feature selection</a:t>
          </a:r>
        </a:p>
      </dsp:txBody>
      <dsp:txXfrm>
        <a:off x="769113" y="1196466"/>
        <a:ext cx="1734904" cy="643649"/>
      </dsp:txXfrm>
    </dsp:sp>
    <dsp:sp modelId="{3ECDB496-BD1B-469C-8A2A-FCC7654F18D0}">
      <dsp:nvSpPr>
        <dsp:cNvPr id="0" name=""/>
        <dsp:cNvSpPr/>
      </dsp:nvSpPr>
      <dsp:spPr>
        <a:xfrm>
          <a:off x="2627252" y="61924"/>
          <a:ext cx="1734904" cy="1195349"/>
        </a:xfrm>
        <a:prstGeom prst="roundRect">
          <a:avLst/>
        </a:prstGeom>
        <a:blipFill>
          <a:blip xmlns:r="http://schemas.openxmlformats.org/officeDocument/2006/relationships" r:embed="rId2"/>
          <a:srcRect/>
          <a:stretch>
            <a:fillRect l="-11000" r="-11000"/>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DFD9BD-FFD7-4307-837B-09C94F729A33}">
      <dsp:nvSpPr>
        <dsp:cNvPr id="0" name=""/>
        <dsp:cNvSpPr/>
      </dsp:nvSpPr>
      <dsp:spPr>
        <a:xfrm>
          <a:off x="2677581" y="1196466"/>
          <a:ext cx="1734904" cy="643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en-US" sz="1800" kern="1200"/>
            <a:t>External data sources</a:t>
          </a:r>
        </a:p>
      </dsp:txBody>
      <dsp:txXfrm>
        <a:off x="2677581" y="1196466"/>
        <a:ext cx="1734904" cy="643649"/>
      </dsp:txXfrm>
    </dsp:sp>
    <dsp:sp modelId="{E2CF46F5-4141-466F-A07A-2613A07A6746}">
      <dsp:nvSpPr>
        <dsp:cNvPr id="0" name=""/>
        <dsp:cNvSpPr/>
      </dsp:nvSpPr>
      <dsp:spPr>
        <a:xfrm>
          <a:off x="769113" y="2013606"/>
          <a:ext cx="1734904" cy="1195349"/>
        </a:xfrm>
        <a:prstGeom prst="roundRect">
          <a:avLst/>
        </a:prstGeom>
        <a:blipFill>
          <a:blip xmlns:r="http://schemas.openxmlformats.org/officeDocument/2006/relationships" r:embed="rId3"/>
          <a:srcRect/>
          <a:stretch>
            <a:fillRect t="-4000" b="-4000"/>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1536E4-4F34-4080-AC3F-76D3EDC63E60}">
      <dsp:nvSpPr>
        <dsp:cNvPr id="0" name=""/>
        <dsp:cNvSpPr/>
      </dsp:nvSpPr>
      <dsp:spPr>
        <a:xfrm>
          <a:off x="769113" y="3208955"/>
          <a:ext cx="1734904" cy="643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en-US" sz="1800" kern="1200"/>
            <a:t>Borough-level patterns</a:t>
          </a:r>
        </a:p>
      </dsp:txBody>
      <dsp:txXfrm>
        <a:off x="769113" y="3208955"/>
        <a:ext cx="1734904" cy="643649"/>
      </dsp:txXfrm>
    </dsp:sp>
    <dsp:sp modelId="{6BB2B8D8-5F7F-4519-8B8A-E332CB429491}">
      <dsp:nvSpPr>
        <dsp:cNvPr id="0" name=""/>
        <dsp:cNvSpPr/>
      </dsp:nvSpPr>
      <dsp:spPr>
        <a:xfrm>
          <a:off x="2677581" y="2013606"/>
          <a:ext cx="1734904" cy="1195349"/>
        </a:xfrm>
        <a:prstGeom prst="roundRect">
          <a:avLst/>
        </a:prstGeom>
        <a:blipFill>
          <a:blip xmlns:r="http://schemas.openxmlformats.org/officeDocument/2006/relationships" r:embed="rId4"/>
          <a:srcRect/>
          <a:stretch>
            <a:fillRect l="-9000" r="-9000"/>
          </a:stretch>
        </a:blipFill>
        <a:ln w="19050" cap="flat" cmpd="sng" algn="ctr">
          <a:solidFill>
            <a:schemeClr val="dk2">
              <a:shade val="80000"/>
              <a:hueOff val="0"/>
              <a:satOff val="0"/>
              <a:lumOff val="0"/>
              <a:alphaOff val="0"/>
            </a:scheme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64FFE958-1A21-4547-A9B2-39D0EEED5BCE}">
      <dsp:nvSpPr>
        <dsp:cNvPr id="0" name=""/>
        <dsp:cNvSpPr/>
      </dsp:nvSpPr>
      <dsp:spPr>
        <a:xfrm>
          <a:off x="2677581" y="3208955"/>
          <a:ext cx="1734904" cy="643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en-US" sz="1800" kern="1200"/>
            <a:t>Model insights</a:t>
          </a:r>
        </a:p>
      </dsp:txBody>
      <dsp:txXfrm>
        <a:off x="2677581" y="3208955"/>
        <a:ext cx="1734904" cy="64364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ACED58-3CDA-49D9-A625-E5E2684BDDC0}">
      <dsp:nvSpPr>
        <dsp:cNvPr id="0" name=""/>
        <dsp:cNvSpPr/>
      </dsp:nvSpPr>
      <dsp:spPr>
        <a:xfrm>
          <a:off x="388619" y="0"/>
          <a:ext cx="4404360" cy="4351338"/>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C309D3-7100-4C35-B29C-6DE8F752C086}">
      <dsp:nvSpPr>
        <dsp:cNvPr id="0" name=""/>
        <dsp:cNvSpPr/>
      </dsp:nvSpPr>
      <dsp:spPr>
        <a:xfrm>
          <a:off x="2593" y="1305401"/>
          <a:ext cx="1247328" cy="1740535"/>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Less noise</a:t>
          </a:r>
        </a:p>
      </dsp:txBody>
      <dsp:txXfrm>
        <a:off x="63483" y="1366291"/>
        <a:ext cx="1125548" cy="1618755"/>
      </dsp:txXfrm>
    </dsp:sp>
    <dsp:sp modelId="{5E0913E2-87AD-413A-A955-19045DEC146B}">
      <dsp:nvSpPr>
        <dsp:cNvPr id="0" name=""/>
        <dsp:cNvSpPr/>
      </dsp:nvSpPr>
      <dsp:spPr>
        <a:xfrm>
          <a:off x="1312288" y="1305401"/>
          <a:ext cx="1247328" cy="1740535"/>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Clearer trends</a:t>
          </a:r>
        </a:p>
      </dsp:txBody>
      <dsp:txXfrm>
        <a:off x="1373178" y="1366291"/>
        <a:ext cx="1125548" cy="1618755"/>
      </dsp:txXfrm>
    </dsp:sp>
    <dsp:sp modelId="{4718B379-16F3-4D20-8476-19AA0375FE30}">
      <dsp:nvSpPr>
        <dsp:cNvPr id="0" name=""/>
        <dsp:cNvSpPr/>
      </dsp:nvSpPr>
      <dsp:spPr>
        <a:xfrm>
          <a:off x="2621983" y="1305401"/>
          <a:ext cx="1247328" cy="1740535"/>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More stable patterns</a:t>
          </a:r>
        </a:p>
      </dsp:txBody>
      <dsp:txXfrm>
        <a:off x="2682873" y="1366291"/>
        <a:ext cx="1125548" cy="1618755"/>
      </dsp:txXfrm>
    </dsp:sp>
    <dsp:sp modelId="{7359AF34-4A2B-4FF8-B586-0653F9B4346D}">
      <dsp:nvSpPr>
        <dsp:cNvPr id="0" name=""/>
        <dsp:cNvSpPr/>
      </dsp:nvSpPr>
      <dsp:spPr>
        <a:xfrm>
          <a:off x="3931678" y="1305401"/>
          <a:ext cx="1247328" cy="1740535"/>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Easier forecasting</a:t>
          </a:r>
        </a:p>
      </dsp:txBody>
      <dsp:txXfrm>
        <a:off x="3992568" y="1366291"/>
        <a:ext cx="1125548" cy="161875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10A443-792B-40E0-BA34-3204C945F01A}">
      <dsp:nvSpPr>
        <dsp:cNvPr id="0" name=""/>
        <dsp:cNvSpPr/>
      </dsp:nvSpPr>
      <dsp:spPr>
        <a:xfrm>
          <a:off x="2226" y="0"/>
          <a:ext cx="2550318" cy="4351338"/>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a:t>Daily view:</a:t>
          </a:r>
          <a:r>
            <a:rPr lang="en-US" sz="2000" kern="1200"/>
            <a:t> More detail, more noise </a:t>
          </a:r>
        </a:p>
      </dsp:txBody>
      <dsp:txXfrm>
        <a:off x="2226" y="1740535"/>
        <a:ext cx="2550318" cy="1740535"/>
      </dsp:txXfrm>
    </dsp:sp>
    <dsp:sp modelId="{31DFF09B-9D91-49C2-B3C9-55D3A4C46EE5}">
      <dsp:nvSpPr>
        <dsp:cNvPr id="0" name=""/>
        <dsp:cNvSpPr/>
      </dsp:nvSpPr>
      <dsp:spPr>
        <a:xfrm>
          <a:off x="552888" y="261080"/>
          <a:ext cx="1448995" cy="1448995"/>
        </a:xfrm>
        <a:prstGeom prst="ellipse">
          <a:avLst/>
        </a:prstGeom>
        <a:blipFill>
          <a:blip xmlns:r="http://schemas.openxmlformats.org/officeDocument/2006/relationships" r:embed="rId1"/>
          <a:srcRect/>
          <a:stretch>
            <a:fillRect l="-17000" r="-17000"/>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B5A5F6-F4FA-422D-B516-CA86633DD295}">
      <dsp:nvSpPr>
        <dsp:cNvPr id="0" name=""/>
        <dsp:cNvSpPr/>
      </dsp:nvSpPr>
      <dsp:spPr>
        <a:xfrm>
          <a:off x="2629054" y="0"/>
          <a:ext cx="2550318" cy="4351338"/>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a:t>Weekly view:</a:t>
          </a:r>
          <a:r>
            <a:rPr lang="en-US" sz="2000" kern="1200"/>
            <a:t> Less noise, clearer signal noise</a:t>
          </a:r>
        </a:p>
      </dsp:txBody>
      <dsp:txXfrm>
        <a:off x="2629054" y="1740535"/>
        <a:ext cx="2550318" cy="1740535"/>
      </dsp:txXfrm>
    </dsp:sp>
    <dsp:sp modelId="{0A7A946E-5EC4-44D3-A68F-F1412FB9A15E}">
      <dsp:nvSpPr>
        <dsp:cNvPr id="0" name=""/>
        <dsp:cNvSpPr/>
      </dsp:nvSpPr>
      <dsp:spPr>
        <a:xfrm>
          <a:off x="3179716" y="261080"/>
          <a:ext cx="1448995" cy="1448995"/>
        </a:xfrm>
        <a:prstGeom prst="ellipse">
          <a:avLst/>
        </a:prstGeom>
        <a:blipFill>
          <a:blip xmlns:r="http://schemas.openxmlformats.org/officeDocument/2006/relationships" r:embed="rId2"/>
          <a:srcRect/>
          <a:stretch>
            <a:fillRect l="-35000" r="-35000"/>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108472-EB08-4696-960F-08DA05A0FED9}">
      <dsp:nvSpPr>
        <dsp:cNvPr id="0" name=""/>
        <dsp:cNvSpPr/>
      </dsp:nvSpPr>
      <dsp:spPr>
        <a:xfrm>
          <a:off x="207264" y="3481070"/>
          <a:ext cx="4767072" cy="652700"/>
        </a:xfrm>
        <a:prstGeom prst="leftRightArrow">
          <a:avLst/>
        </a:prstGeom>
        <a:solidFill>
          <a:schemeClr val="dk2">
            <a:tint val="60000"/>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9ED5C9-E024-473C-A235-1720CB2851E3}">
      <dsp:nvSpPr>
        <dsp:cNvPr id="0" name=""/>
        <dsp:cNvSpPr/>
      </dsp:nvSpPr>
      <dsp:spPr>
        <a:xfrm>
          <a:off x="0" y="0"/>
          <a:ext cx="560664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10D6CF-B907-4C9D-9230-FC969FC9A1F5}">
      <dsp:nvSpPr>
        <dsp:cNvPr id="0" name=""/>
        <dsp:cNvSpPr/>
      </dsp:nvSpPr>
      <dsp:spPr>
        <a:xfrm>
          <a:off x="0" y="0"/>
          <a:ext cx="5606642" cy="919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Explore borough-level and ZIP-code level modeling</a:t>
          </a:r>
        </a:p>
      </dsp:txBody>
      <dsp:txXfrm>
        <a:off x="0" y="0"/>
        <a:ext cx="5606642" cy="919388"/>
      </dsp:txXfrm>
    </dsp:sp>
    <dsp:sp modelId="{0554318D-70A5-4951-AFDE-4462110D60C0}">
      <dsp:nvSpPr>
        <dsp:cNvPr id="0" name=""/>
        <dsp:cNvSpPr/>
      </dsp:nvSpPr>
      <dsp:spPr>
        <a:xfrm>
          <a:off x="0" y="919388"/>
          <a:ext cx="560664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A66DD0-4CB7-46E6-96BA-F466E69EC99D}">
      <dsp:nvSpPr>
        <dsp:cNvPr id="0" name=""/>
        <dsp:cNvSpPr/>
      </dsp:nvSpPr>
      <dsp:spPr>
        <a:xfrm>
          <a:off x="0" y="919388"/>
          <a:ext cx="5606642" cy="919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More modeling work on Bronx and Queens</a:t>
          </a:r>
        </a:p>
      </dsp:txBody>
      <dsp:txXfrm>
        <a:off x="0" y="919388"/>
        <a:ext cx="5606642" cy="919388"/>
      </dsp:txXfrm>
    </dsp:sp>
    <dsp:sp modelId="{DD7E89A8-956D-400A-A005-531DE634446F}">
      <dsp:nvSpPr>
        <dsp:cNvPr id="0" name=""/>
        <dsp:cNvSpPr/>
      </dsp:nvSpPr>
      <dsp:spPr>
        <a:xfrm>
          <a:off x="0" y="1838776"/>
          <a:ext cx="560664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4536A5-03AB-48B0-A0E3-89F6B0CBBE7F}">
      <dsp:nvSpPr>
        <dsp:cNvPr id="0" name=""/>
        <dsp:cNvSpPr/>
      </dsp:nvSpPr>
      <dsp:spPr>
        <a:xfrm>
          <a:off x="0" y="1838776"/>
          <a:ext cx="5606642" cy="919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Graph-based methods for spatial relationships</a:t>
          </a:r>
        </a:p>
      </dsp:txBody>
      <dsp:txXfrm>
        <a:off x="0" y="1838776"/>
        <a:ext cx="5606642" cy="919388"/>
      </dsp:txXfrm>
    </dsp:sp>
    <dsp:sp modelId="{1BC51DA1-40C2-4616-9AEB-E515C105E2E1}">
      <dsp:nvSpPr>
        <dsp:cNvPr id="0" name=""/>
        <dsp:cNvSpPr/>
      </dsp:nvSpPr>
      <dsp:spPr>
        <a:xfrm>
          <a:off x="0" y="2758164"/>
          <a:ext cx="5606642"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91090D-3C3B-458E-9B6D-7C36E5FAE5EF}">
      <dsp:nvSpPr>
        <dsp:cNvPr id="0" name=""/>
        <dsp:cNvSpPr/>
      </dsp:nvSpPr>
      <dsp:spPr>
        <a:xfrm>
          <a:off x="0" y="2758164"/>
          <a:ext cx="5606642" cy="919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Multivariate time series forecasting</a:t>
          </a:r>
        </a:p>
      </dsp:txBody>
      <dsp:txXfrm>
        <a:off x="0" y="2758164"/>
        <a:ext cx="5606642" cy="91938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895BEC-9ED1-4CF0-9CD5-25D47F44C448}">
      <dsp:nvSpPr>
        <dsp:cNvPr id="0" name=""/>
        <dsp:cNvSpPr/>
      </dsp:nvSpPr>
      <dsp:spPr>
        <a:xfrm>
          <a:off x="89376" y="1655277"/>
          <a:ext cx="1310708" cy="431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Other spatial levels</a:t>
          </a:r>
        </a:p>
      </dsp:txBody>
      <dsp:txXfrm>
        <a:off x="89376" y="1655277"/>
        <a:ext cx="1310708" cy="431937"/>
      </dsp:txXfrm>
    </dsp:sp>
    <dsp:sp modelId="{0D783815-1A9B-4E8E-B41B-2B3B04E95D45}">
      <dsp:nvSpPr>
        <dsp:cNvPr id="0" name=""/>
        <dsp:cNvSpPr/>
      </dsp:nvSpPr>
      <dsp:spPr>
        <a:xfrm>
          <a:off x="87887" y="1523908"/>
          <a:ext cx="104260" cy="104260"/>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FEC871-5768-4661-9408-886AB92BCD2D}">
      <dsp:nvSpPr>
        <dsp:cNvPr id="0" name=""/>
        <dsp:cNvSpPr/>
      </dsp:nvSpPr>
      <dsp:spPr>
        <a:xfrm>
          <a:off x="160870" y="1377943"/>
          <a:ext cx="104260" cy="104260"/>
        </a:xfrm>
        <a:prstGeom prst="ellipse">
          <a:avLst/>
        </a:prstGeom>
        <a:solidFill>
          <a:schemeClr val="accent3">
            <a:hueOff val="228731"/>
            <a:satOff val="1373"/>
            <a:lumOff val="104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AF8B67-406A-4A5A-9EC7-02C142810433}">
      <dsp:nvSpPr>
        <dsp:cNvPr id="0" name=""/>
        <dsp:cNvSpPr/>
      </dsp:nvSpPr>
      <dsp:spPr>
        <a:xfrm>
          <a:off x="336028" y="1407136"/>
          <a:ext cx="163838" cy="163838"/>
        </a:xfrm>
        <a:prstGeom prst="ellipse">
          <a:avLst/>
        </a:prstGeom>
        <a:solidFill>
          <a:schemeClr val="accent3">
            <a:hueOff val="457463"/>
            <a:satOff val="2746"/>
            <a:lumOff val="20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9D224A-65D3-441D-919A-79895CDCE520}">
      <dsp:nvSpPr>
        <dsp:cNvPr id="0" name=""/>
        <dsp:cNvSpPr/>
      </dsp:nvSpPr>
      <dsp:spPr>
        <a:xfrm>
          <a:off x="481993" y="1246574"/>
          <a:ext cx="104260" cy="104260"/>
        </a:xfrm>
        <a:prstGeom prst="ellipse">
          <a:avLst/>
        </a:prstGeom>
        <a:solidFill>
          <a:schemeClr val="accent3">
            <a:hueOff val="686194"/>
            <a:satOff val="4119"/>
            <a:lumOff val="313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533422-DBF3-426A-88B9-5B2FA559BF80}">
      <dsp:nvSpPr>
        <dsp:cNvPr id="0" name=""/>
        <dsp:cNvSpPr/>
      </dsp:nvSpPr>
      <dsp:spPr>
        <a:xfrm>
          <a:off x="671748" y="1188188"/>
          <a:ext cx="104260" cy="104260"/>
        </a:xfrm>
        <a:prstGeom prst="ellipse">
          <a:avLst/>
        </a:prstGeom>
        <a:solidFill>
          <a:schemeClr val="accent3">
            <a:hueOff val="914925"/>
            <a:satOff val="5492"/>
            <a:lumOff val="418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5454F9-B715-4251-8985-12AC66C854C2}">
      <dsp:nvSpPr>
        <dsp:cNvPr id="0" name=""/>
        <dsp:cNvSpPr/>
      </dsp:nvSpPr>
      <dsp:spPr>
        <a:xfrm>
          <a:off x="905292" y="1290364"/>
          <a:ext cx="104260" cy="104260"/>
        </a:xfrm>
        <a:prstGeom prst="ellipse">
          <a:avLst/>
        </a:prstGeom>
        <a:solidFill>
          <a:schemeClr val="accent3">
            <a:hueOff val="1143657"/>
            <a:satOff val="6864"/>
            <a:lumOff val="522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6F6058-A4B6-4229-A4A0-7AF58DE2E714}">
      <dsp:nvSpPr>
        <dsp:cNvPr id="0" name=""/>
        <dsp:cNvSpPr/>
      </dsp:nvSpPr>
      <dsp:spPr>
        <a:xfrm>
          <a:off x="1051258" y="1363346"/>
          <a:ext cx="163838" cy="163838"/>
        </a:xfrm>
        <a:prstGeom prst="ellipse">
          <a:avLst/>
        </a:prstGeom>
        <a:solidFill>
          <a:schemeClr val="accent3">
            <a:hueOff val="1372388"/>
            <a:satOff val="8237"/>
            <a:lumOff val="627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03568E-7577-478E-9561-6DA461CB379C}">
      <dsp:nvSpPr>
        <dsp:cNvPr id="0" name=""/>
        <dsp:cNvSpPr/>
      </dsp:nvSpPr>
      <dsp:spPr>
        <a:xfrm>
          <a:off x="1255609" y="1523908"/>
          <a:ext cx="104260" cy="104260"/>
        </a:xfrm>
        <a:prstGeom prst="ellipse">
          <a:avLst/>
        </a:prstGeom>
        <a:solidFill>
          <a:schemeClr val="accent3">
            <a:hueOff val="1601119"/>
            <a:satOff val="9610"/>
            <a:lumOff val="73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4F143A-69CC-4FFA-A0AA-AAC93CCF0DF3}">
      <dsp:nvSpPr>
        <dsp:cNvPr id="0" name=""/>
        <dsp:cNvSpPr/>
      </dsp:nvSpPr>
      <dsp:spPr>
        <a:xfrm>
          <a:off x="1343188" y="1684470"/>
          <a:ext cx="104260" cy="104260"/>
        </a:xfrm>
        <a:prstGeom prst="ellipse">
          <a:avLst/>
        </a:prstGeom>
        <a:solidFill>
          <a:schemeClr val="accent3">
            <a:hueOff val="1829850"/>
            <a:satOff val="10983"/>
            <a:lumOff val="836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E570C9-9923-498E-9AFE-6235ED3CFEA5}">
      <dsp:nvSpPr>
        <dsp:cNvPr id="0" name=""/>
        <dsp:cNvSpPr/>
      </dsp:nvSpPr>
      <dsp:spPr>
        <a:xfrm>
          <a:off x="584169" y="1377943"/>
          <a:ext cx="268099" cy="268099"/>
        </a:xfrm>
        <a:prstGeom prst="ellipse">
          <a:avLst/>
        </a:prstGeom>
        <a:solidFill>
          <a:schemeClr val="accent3">
            <a:hueOff val="2058582"/>
            <a:satOff val="12356"/>
            <a:lumOff val="941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985ACA-5BDC-41C9-8387-4EB25313B94B}">
      <dsp:nvSpPr>
        <dsp:cNvPr id="0" name=""/>
        <dsp:cNvSpPr/>
      </dsp:nvSpPr>
      <dsp:spPr>
        <a:xfrm>
          <a:off x="14904" y="1932611"/>
          <a:ext cx="104260" cy="104260"/>
        </a:xfrm>
        <a:prstGeom prst="ellipse">
          <a:avLst/>
        </a:prstGeom>
        <a:solidFill>
          <a:schemeClr val="accent3">
            <a:hueOff val="2287313"/>
            <a:satOff val="13729"/>
            <a:lumOff val="1045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A25464-620D-4B6C-8B7F-319B7E28AFDE}">
      <dsp:nvSpPr>
        <dsp:cNvPr id="0" name=""/>
        <dsp:cNvSpPr/>
      </dsp:nvSpPr>
      <dsp:spPr>
        <a:xfrm>
          <a:off x="102483" y="2063980"/>
          <a:ext cx="163838" cy="163838"/>
        </a:xfrm>
        <a:prstGeom prst="ellipse">
          <a:avLst/>
        </a:prstGeom>
        <a:solidFill>
          <a:schemeClr val="accent3">
            <a:hueOff val="2516044"/>
            <a:satOff val="15102"/>
            <a:lumOff val="1150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94ED14-AEA2-4063-A79A-0848F77C05D1}">
      <dsp:nvSpPr>
        <dsp:cNvPr id="0" name=""/>
        <dsp:cNvSpPr/>
      </dsp:nvSpPr>
      <dsp:spPr>
        <a:xfrm>
          <a:off x="321431" y="2180752"/>
          <a:ext cx="238310" cy="238310"/>
        </a:xfrm>
        <a:prstGeom prst="ellipse">
          <a:avLst/>
        </a:prstGeom>
        <a:solidFill>
          <a:schemeClr val="accent3">
            <a:hueOff val="2744775"/>
            <a:satOff val="16475"/>
            <a:lumOff val="1255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2F3F4B-078F-4F5B-A4A7-BF93078B6DF5}">
      <dsp:nvSpPr>
        <dsp:cNvPr id="0" name=""/>
        <dsp:cNvSpPr/>
      </dsp:nvSpPr>
      <dsp:spPr>
        <a:xfrm>
          <a:off x="627958" y="2370507"/>
          <a:ext cx="104260" cy="104260"/>
        </a:xfrm>
        <a:prstGeom prst="ellipse">
          <a:avLst/>
        </a:prstGeom>
        <a:solidFill>
          <a:schemeClr val="accent3">
            <a:hueOff val="2973507"/>
            <a:satOff val="17848"/>
            <a:lumOff val="1359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5CAEF3-D2DC-49BF-B892-72E69CEFE60B}">
      <dsp:nvSpPr>
        <dsp:cNvPr id="0" name=""/>
        <dsp:cNvSpPr/>
      </dsp:nvSpPr>
      <dsp:spPr>
        <a:xfrm>
          <a:off x="686344" y="2180752"/>
          <a:ext cx="163838" cy="163838"/>
        </a:xfrm>
        <a:prstGeom prst="ellipse">
          <a:avLst/>
        </a:prstGeom>
        <a:solidFill>
          <a:schemeClr val="accent3">
            <a:hueOff val="3202238"/>
            <a:satOff val="19220"/>
            <a:lumOff val="1464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370A35-C5E3-4CCC-B7BF-4E5C8088768D}">
      <dsp:nvSpPr>
        <dsp:cNvPr id="0" name=""/>
        <dsp:cNvSpPr/>
      </dsp:nvSpPr>
      <dsp:spPr>
        <a:xfrm>
          <a:off x="832310" y="2385103"/>
          <a:ext cx="104260" cy="104260"/>
        </a:xfrm>
        <a:prstGeom prst="ellipse">
          <a:avLst/>
        </a:prstGeom>
        <a:solidFill>
          <a:schemeClr val="accent3">
            <a:hueOff val="3430969"/>
            <a:satOff val="20593"/>
            <a:lumOff val="15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4E206F-4313-427D-9680-D19337CAD601}">
      <dsp:nvSpPr>
        <dsp:cNvPr id="0" name=""/>
        <dsp:cNvSpPr/>
      </dsp:nvSpPr>
      <dsp:spPr>
        <a:xfrm>
          <a:off x="963678" y="2151559"/>
          <a:ext cx="238310" cy="238310"/>
        </a:xfrm>
        <a:prstGeom prst="ellipse">
          <a:avLst/>
        </a:prstGeom>
        <a:solidFill>
          <a:schemeClr val="accent3">
            <a:hueOff val="3659701"/>
            <a:satOff val="21966"/>
            <a:lumOff val="1673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0986EE-1E06-48F8-BA3F-50119776E77A}">
      <dsp:nvSpPr>
        <dsp:cNvPr id="0" name=""/>
        <dsp:cNvSpPr/>
      </dsp:nvSpPr>
      <dsp:spPr>
        <a:xfrm>
          <a:off x="1284802" y="2093173"/>
          <a:ext cx="163838" cy="163838"/>
        </a:xfrm>
        <a:prstGeom prst="ellipse">
          <a:avLst/>
        </a:prstGeom>
        <a:solidFill>
          <a:schemeClr val="accent3">
            <a:hueOff val="3888432"/>
            <a:satOff val="23339"/>
            <a:lumOff val="177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23016C-C1A6-45D2-B7B8-71451CEF9CBD}">
      <dsp:nvSpPr>
        <dsp:cNvPr id="0" name=""/>
        <dsp:cNvSpPr/>
      </dsp:nvSpPr>
      <dsp:spPr>
        <a:xfrm>
          <a:off x="1448640" y="1406893"/>
          <a:ext cx="481170" cy="918606"/>
        </a:xfrm>
        <a:prstGeom prst="chevron">
          <a:avLst>
            <a:gd name="adj" fmla="val 6231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F4D4E23-22A0-4FE8-AC93-79D455965CD6}">
      <dsp:nvSpPr>
        <dsp:cNvPr id="0" name=""/>
        <dsp:cNvSpPr/>
      </dsp:nvSpPr>
      <dsp:spPr>
        <a:xfrm>
          <a:off x="1929811" y="1407339"/>
          <a:ext cx="1312283" cy="918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Model extensions</a:t>
          </a:r>
        </a:p>
      </dsp:txBody>
      <dsp:txXfrm>
        <a:off x="1929811" y="1407339"/>
        <a:ext cx="1312283" cy="918598"/>
      </dsp:txXfrm>
    </dsp:sp>
    <dsp:sp modelId="{1A554DAF-CC55-4CEA-9D12-25EDA7DC26E9}">
      <dsp:nvSpPr>
        <dsp:cNvPr id="0" name=""/>
        <dsp:cNvSpPr/>
      </dsp:nvSpPr>
      <dsp:spPr>
        <a:xfrm>
          <a:off x="3242094" y="1406893"/>
          <a:ext cx="481170" cy="918606"/>
        </a:xfrm>
        <a:prstGeom prst="chevron">
          <a:avLst>
            <a:gd name="adj" fmla="val 62310"/>
          </a:avLst>
        </a:prstGeom>
        <a:solidFill>
          <a:schemeClr val="accent3">
            <a:hueOff val="4117163"/>
            <a:satOff val="24712"/>
            <a:lumOff val="1882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2821417-8470-4701-BE54-79EA761EB2C0}">
      <dsp:nvSpPr>
        <dsp:cNvPr id="0" name=""/>
        <dsp:cNvSpPr/>
      </dsp:nvSpPr>
      <dsp:spPr>
        <a:xfrm>
          <a:off x="3775756" y="1330978"/>
          <a:ext cx="1115440" cy="1115440"/>
        </a:xfrm>
        <a:prstGeom prst="ellipse">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a:t>Advanced models</a:t>
          </a:r>
        </a:p>
      </dsp:txBody>
      <dsp:txXfrm>
        <a:off x="3939108" y="1494330"/>
        <a:ext cx="788736" cy="788736"/>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669B76-F11B-4D6E-A3A7-305586D97A9C}">
      <dsp:nvSpPr>
        <dsp:cNvPr id="0" name=""/>
        <dsp:cNvSpPr/>
      </dsp:nvSpPr>
      <dsp:spPr>
        <a:xfrm>
          <a:off x="0" y="212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E13FFB-2DAA-496E-B80B-A5B93E034D64}">
      <dsp:nvSpPr>
        <dsp:cNvPr id="0" name=""/>
        <dsp:cNvSpPr/>
      </dsp:nvSpPr>
      <dsp:spPr>
        <a:xfrm>
          <a:off x="0" y="212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hlinkClick xmlns:r="http://schemas.openxmlformats.org/officeDocument/2006/relationships" r:id="rId1"/>
            </a:rPr>
            <a:t>New York City Open Data. (n.d.). *Rat sightings*. </a:t>
          </a:r>
          <a:endParaRPr lang="en-US" sz="4000" kern="1200"/>
        </a:p>
      </dsp:txBody>
      <dsp:txXfrm>
        <a:off x="0" y="2124"/>
        <a:ext cx="10515600" cy="1449029"/>
      </dsp:txXfrm>
    </dsp:sp>
    <dsp:sp modelId="{9CEFA171-FBCD-46E4-9E2B-9C95A2EA899D}">
      <dsp:nvSpPr>
        <dsp:cNvPr id="0" name=""/>
        <dsp:cNvSpPr/>
      </dsp:nvSpPr>
      <dsp:spPr>
        <a:xfrm>
          <a:off x="0" y="145115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A56D43-A6A9-45CE-8933-7B900D9EA667}">
      <dsp:nvSpPr>
        <dsp:cNvPr id="0" name=""/>
        <dsp:cNvSpPr/>
      </dsp:nvSpPr>
      <dsp:spPr>
        <a:xfrm>
          <a:off x="0" y="145115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hlinkClick xmlns:r="http://schemas.openxmlformats.org/officeDocument/2006/relationships" r:id="rId2"/>
            </a:rPr>
            <a:t>Open-</a:t>
          </a:r>
          <a:r>
            <a:rPr lang="en-US" sz="4000" kern="1200" err="1">
              <a:hlinkClick xmlns:r="http://schemas.openxmlformats.org/officeDocument/2006/relationships" r:id="rId2"/>
            </a:rPr>
            <a:t>Meteo</a:t>
          </a:r>
          <a:r>
            <a:rPr lang="en-US" sz="4000" kern="1200">
              <a:hlinkClick xmlns:r="http://schemas.openxmlformats.org/officeDocument/2006/relationships" r:id="rId2"/>
            </a:rPr>
            <a:t> Data (n.d.). *Weather Data*.</a:t>
          </a:r>
          <a:endParaRPr lang="en-US" sz="4000" kern="1200"/>
        </a:p>
      </dsp:txBody>
      <dsp:txXfrm>
        <a:off x="0" y="1451154"/>
        <a:ext cx="10515600" cy="1449029"/>
      </dsp:txXfrm>
    </dsp:sp>
    <dsp:sp modelId="{6C8C8037-E81B-4B3C-8E60-BF5065E94E9D}">
      <dsp:nvSpPr>
        <dsp:cNvPr id="0" name=""/>
        <dsp:cNvSpPr/>
      </dsp:nvSpPr>
      <dsp:spPr>
        <a:xfrm>
          <a:off x="0" y="290018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9101C5-CE50-4759-903C-848CBA62D260}">
      <dsp:nvSpPr>
        <dsp:cNvPr id="0" name=""/>
        <dsp:cNvSpPr/>
      </dsp:nvSpPr>
      <dsp:spPr>
        <a:xfrm>
          <a:off x="0" y="2900183"/>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hlinkClick xmlns:r="http://schemas.openxmlformats.org/officeDocument/2006/relationships" r:id="rId3"/>
            </a:rPr>
            <a:t>Erdos Projects. (2026). *spring-2026-rat-activity-nyc* [GitHub repository]. GitHub. </a:t>
          </a:r>
          <a:endParaRPr lang="en-US" sz="4000" kern="1200"/>
        </a:p>
      </dsp:txBody>
      <dsp:txXfrm>
        <a:off x="0" y="2900183"/>
        <a:ext cx="10515600" cy="144902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ictureOrgChart+Icon">
  <dgm:title val="Picture Organization Chart"/>
  <dgm:desc val="Use to show hierarchical information or reporting relationships in an organization, with corresponding pictures. The assistant shape and the Org Chart hanging layouts are available with this layout."/>
  <dgm:catLst>
    <dgm:cat type="hierarchy" pri="1050"/>
    <dgm:cat type="officeonline" pri="1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1" styleLbl="alignImgPlace1">
              <dgm:alg type="sp"/>
              <dgm:shape xmlns:r="http://schemas.openxmlformats.org/officeDocument/2006/relationships" type="rect" r:blip="" blipPhldr="1">
                <dgm:adjLst/>
              </dgm:shape>
              <dgm:presOf/>
              <dgm:constrLst/>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 styleLbl="alignImgPlace1">
                    <dgm:alg type="sp"/>
                    <dgm:shape xmlns:r="http://schemas.openxmlformats.org/officeDocument/2006/relationships" type="rect" r:blip="" blipPhldr="1">
                      <dgm:adjLst/>
                    </dgm:shape>
                    <dgm:presOf/>
                    <dgm:constrLst/>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3" styleLbl="alignImgPlace1">
                    <dgm:alg type="sp"/>
                    <dgm:shape xmlns:r="http://schemas.openxmlformats.org/officeDocument/2006/relationships" type="rect" r:blip="" blipPhldr="1">
                      <dgm:adjLst/>
                    </dgm:shape>
                    <dgm:presOf/>
                    <dgm:constrLst/>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3.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5.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2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FB4C9A-8023-2D40-A6E6-BD016CB1E7D6}" type="datetimeFigureOut">
              <a:rPr lang="en-US" smtClean="0"/>
              <a:t>3/21/2026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DA876C-D639-D148-8687-D84C95E04EE1}" type="slidenum">
              <a:rPr lang="en-US" smtClean="0"/>
              <a:t>‹#›</a:t>
            </a:fld>
            <a:endParaRPr lang="en-US"/>
          </a:p>
        </p:txBody>
      </p:sp>
    </p:spTree>
    <p:extLst>
      <p:ext uri="{BB962C8B-B14F-4D97-AF65-F5344CB8AC3E}">
        <p14:creationId xmlns:p14="http://schemas.microsoft.com/office/powerpoint/2010/main" val="1989173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E7BA9C-C13B-C941-82A5-2AA33B4473CE}"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CE1D9-36F2-B84D-A38F-999A8359DF7B}" type="slidenum">
              <a:rPr lang="en-US" smtClean="0"/>
              <a:t>‹#›</a:t>
            </a:fld>
            <a:endParaRPr lang="en-US"/>
          </a:p>
        </p:txBody>
      </p:sp>
    </p:spTree>
    <p:extLst>
      <p:ext uri="{BB962C8B-B14F-4D97-AF65-F5344CB8AC3E}">
        <p14:creationId xmlns:p14="http://schemas.microsoft.com/office/powerpoint/2010/main" val="253263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3CE1D9-36F2-B84D-A38F-999A8359DF7B}" type="slidenum">
              <a:rPr lang="en-US" smtClean="0"/>
              <a:t>2</a:t>
            </a:fld>
            <a:endParaRPr lang="en-US"/>
          </a:p>
        </p:txBody>
      </p:sp>
    </p:spTree>
    <p:extLst>
      <p:ext uri="{BB962C8B-B14F-4D97-AF65-F5344CB8AC3E}">
        <p14:creationId xmlns:p14="http://schemas.microsoft.com/office/powerpoint/2010/main" val="2386616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3CE1D9-36F2-B84D-A38F-999A8359DF7B}" type="slidenum">
              <a:rPr lang="en-US" smtClean="0"/>
              <a:t>3</a:t>
            </a:fld>
            <a:endParaRPr lang="en-US"/>
          </a:p>
        </p:txBody>
      </p:sp>
    </p:spTree>
    <p:extLst>
      <p:ext uri="{BB962C8B-B14F-4D97-AF65-F5344CB8AC3E}">
        <p14:creationId xmlns:p14="http://schemas.microsoft.com/office/powerpoint/2010/main" val="4154571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0" indent="-298450" algn="l" rtl="0">
              <a:spcBef>
                <a:spcPts val="0"/>
              </a:spcBef>
              <a:spcAft>
                <a:spcPts val="0"/>
              </a:spcAft>
              <a:buSzPts val="1100"/>
              <a:buAutoNum type="arabicPeriod"/>
            </a:pPr>
            <a:r>
              <a:rPr lang="en-US"/>
              <a:t>Sightings rise in warmer months and fall in winter.</a:t>
            </a:r>
          </a:p>
          <a:p>
            <a:pPr marL="457200" lvl="0" indent="-298450" algn="l" rtl="0">
              <a:spcBef>
                <a:spcPts val="0"/>
              </a:spcBef>
              <a:spcAft>
                <a:spcPts val="0"/>
              </a:spcAft>
              <a:buSzPts val="1100"/>
              <a:buAutoNum type="arabicPeriod"/>
            </a:pPr>
            <a:r>
              <a:rPr lang="en-US"/>
              <a:t>Temperature lines up with daily sighting counts.</a:t>
            </a:r>
          </a:p>
          <a:p>
            <a:pPr marL="457200" lvl="0" indent="-298450" algn="l" rtl="0">
              <a:spcBef>
                <a:spcPts val="0"/>
              </a:spcBef>
              <a:spcAft>
                <a:spcPts val="0"/>
              </a:spcAft>
              <a:buSzPts val="1100"/>
              <a:buAutoNum type="arabicPeriod"/>
            </a:pPr>
            <a:r>
              <a:rPr lang="en-US"/>
              <a:t>The series is noisy, but not random.</a:t>
            </a:r>
          </a:p>
          <a:p>
            <a:pPr marL="457200" lvl="0" indent="0" algn="l" rtl="0">
              <a:spcBef>
                <a:spcPts val="0"/>
              </a:spcBef>
              <a:spcAft>
                <a:spcPts val="0"/>
              </a:spcAft>
              <a:buNone/>
            </a:pPr>
            <a:r>
              <a:rPr lang="en-US"/>
              <a:t>That gave us a reason to try models that can learn seasonality and weather effects.</a:t>
            </a:r>
          </a:p>
          <a:p>
            <a:pPr marL="0" lvl="0" indent="0" algn="l" rtl="0">
              <a:spcBef>
                <a:spcPts val="0"/>
              </a:spcBef>
              <a:spcAft>
                <a:spcPts val="0"/>
              </a:spcAft>
              <a:buNone/>
            </a:pPr>
            <a:r>
              <a:rPr lang="en-US"/>
              <a:t>Either include in slide or just keep as speaker note. </a:t>
            </a:r>
          </a:p>
          <a:p>
            <a:endParaRPr lang="en-US"/>
          </a:p>
        </p:txBody>
      </p:sp>
      <p:sp>
        <p:nvSpPr>
          <p:cNvPr id="4" name="Slide Number Placeholder 3"/>
          <p:cNvSpPr>
            <a:spLocks noGrp="1"/>
          </p:cNvSpPr>
          <p:nvPr>
            <p:ph type="sldNum" sz="quarter" idx="5"/>
          </p:nvPr>
        </p:nvSpPr>
        <p:spPr/>
        <p:txBody>
          <a:bodyPr/>
          <a:lstStyle/>
          <a:p>
            <a:fld id="{933CE1D9-36F2-B84D-A38F-999A8359DF7B}" type="slidenum">
              <a:rPr lang="en-US" smtClean="0"/>
              <a:t>6</a:t>
            </a:fld>
            <a:endParaRPr lang="en-US"/>
          </a:p>
        </p:txBody>
      </p:sp>
    </p:spTree>
    <p:extLst>
      <p:ext uri="{BB962C8B-B14F-4D97-AF65-F5344CB8AC3E}">
        <p14:creationId xmlns:p14="http://schemas.microsoft.com/office/powerpoint/2010/main" val="547850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239306A5-0356-8DC1-66FD-9DADBD6D7E00}"/>
            </a:ext>
          </a:extLst>
        </p:cNvPr>
        <p:cNvGrpSpPr/>
        <p:nvPr/>
      </p:nvGrpSpPr>
      <p:grpSpPr>
        <a:xfrm>
          <a:off x="0" y="0"/>
          <a:ext cx="0" cy="0"/>
          <a:chOff x="0" y="0"/>
          <a:chExt cx="0" cy="0"/>
        </a:xfrm>
      </p:grpSpPr>
      <p:sp>
        <p:nvSpPr>
          <p:cNvPr id="176" name="Google Shape;176;g3c5d22b684b_1_2410:notes">
            <a:extLst>
              <a:ext uri="{FF2B5EF4-FFF2-40B4-BE49-F238E27FC236}">
                <a16:creationId xmlns:a16="http://schemas.microsoft.com/office/drawing/2014/main" id="{018A48F9-129D-AFBC-5112-3382B52C879F}"/>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c5d22b684b_1_2410:notes">
            <a:extLst>
              <a:ext uri="{FF2B5EF4-FFF2-40B4-BE49-F238E27FC236}">
                <a16:creationId xmlns:a16="http://schemas.microsoft.com/office/drawing/2014/main" id="{C8209529-7E97-8842-F33B-FB23AD1A26E7}"/>
              </a:ext>
            </a:extLst>
          </p:cNvPr>
          <p:cNvSpPr txBox="1">
            <a:spLocks noGrp="1"/>
          </p:cNvSpPr>
          <p:nvPr>
            <p:ph type="body" idx="1"/>
          </p:nvPr>
        </p:nvSpPr>
        <p:spPr>
          <a:xfrm>
            <a:off x="685800" y="3300500"/>
            <a:ext cx="5486400" cy="270060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None/>
            </a:pPr>
            <a:r>
              <a:rPr lang="en-US" sz="1200">
                <a:solidFill>
                  <a:schemeClr val="dk1"/>
                </a:solidFill>
                <a:latin typeface="Times New Roman"/>
                <a:ea typeface="Times New Roman"/>
                <a:cs typeface="Times New Roman"/>
                <a:sym typeface="Times New Roman"/>
              </a:rPr>
              <a:t>(Kevin) Methodology / Justify our Cross validation choices and choice of holding out 1 year. Quick overview of Brooklyn.</a:t>
            </a:r>
          </a:p>
          <a:p>
            <a:pPr marL="0" lvl="0" indent="0" algn="l" rtl="0">
              <a:spcBef>
                <a:spcPts val="1200"/>
              </a:spcBef>
              <a:spcAft>
                <a:spcPts val="0"/>
              </a:spcAft>
              <a:buNone/>
            </a:pPr>
            <a:r>
              <a:rPr lang="en-US" sz="1200" b="1">
                <a:solidFill>
                  <a:schemeClr val="dk1"/>
                </a:solidFill>
                <a:latin typeface="Times New Roman"/>
                <a:ea typeface="Times New Roman"/>
                <a:cs typeface="Times New Roman"/>
                <a:sym typeface="Times New Roman"/>
              </a:rPr>
              <a:t>What I will do: show the modeling workflow diagram briefly and do a (very) quick overview of how that looks with Brooklyn.</a:t>
            </a:r>
            <a:endParaRPr lang="en-US" sz="1200">
              <a:solidFill>
                <a:schemeClr val="dk1"/>
              </a:solidFill>
              <a:latin typeface="Times New Roman"/>
              <a:ea typeface="Times New Roman"/>
              <a:cs typeface="Times New Roman"/>
              <a:sym typeface="Times New Roman"/>
            </a:endParaRPr>
          </a:p>
          <a:p>
            <a:pPr marL="1371600" lvl="3" indent="-304800" algn="l" rtl="0">
              <a:spcBef>
                <a:spcPts val="120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For our modeling workflow, we took the following approach.</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First, we load the data, process it for relevant features for our forecasts, and then use walk-forward cross validation to evaluate the model.</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chose to hold out 1 year’s worth of data for finale valuations due to yearly seasonality.</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use 14 day test windows and 26 folds for this.</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compared many models such as Seasonal Average Forecast, Holt-Winters, SARIMAX, </a:t>
            </a:r>
            <a:r>
              <a:rPr lang="en-US" sz="1200" err="1">
                <a:solidFill>
                  <a:schemeClr val="dk1"/>
                </a:solidFill>
                <a:latin typeface="Times New Roman"/>
                <a:ea typeface="Times New Roman"/>
                <a:cs typeface="Times New Roman"/>
                <a:sym typeface="Times New Roman"/>
              </a:rPr>
              <a:t>XGBoost</a:t>
            </a:r>
            <a:r>
              <a:rPr lang="en-US" sz="1200">
                <a:solidFill>
                  <a:schemeClr val="dk1"/>
                </a:solidFill>
                <a:latin typeface="Times New Roman"/>
                <a:ea typeface="Times New Roman"/>
                <a:cs typeface="Times New Roman"/>
                <a:sym typeface="Times New Roman"/>
              </a:rPr>
              <a:t>, and Prophet.</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Once we found a good model, we considered derivative models such as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or Prophet + </a:t>
            </a:r>
            <a:r>
              <a:rPr lang="en-US" sz="1200" err="1">
                <a:solidFill>
                  <a:schemeClr val="dk1"/>
                </a:solidFill>
                <a:latin typeface="Times New Roman"/>
                <a:ea typeface="Times New Roman"/>
                <a:cs typeface="Times New Roman"/>
                <a:sym typeface="Times New Roman"/>
              </a:rPr>
              <a:t>XGBoost</a:t>
            </a:r>
            <a:r>
              <a:rPr lang="en-US" sz="1200">
                <a:solidFill>
                  <a:schemeClr val="dk1"/>
                </a:solidFill>
                <a:latin typeface="Times New Roman"/>
                <a:ea typeface="Times New Roman"/>
                <a:cs typeface="Times New Roman"/>
                <a:sym typeface="Times New Roman"/>
              </a:rPr>
              <a:t>. We tuned parameters and selected features and for our final model, we picked the best performer.</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Quick example with Brooklyn – load our saved data grouped by dates.</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Ensure all dates are there. </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Add the features and do a first comparison of models.</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We see Prophet performed the best and beat the baseline with a nearly 20% reduction in mean RMSE.</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Tune parameters and consider derivative models like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We use </a:t>
            </a:r>
            <a:r>
              <a:rPr lang="en-US" sz="1200" err="1">
                <a:solidFill>
                  <a:schemeClr val="dk1"/>
                </a:solidFill>
                <a:latin typeface="Times New Roman"/>
                <a:ea typeface="Times New Roman"/>
                <a:cs typeface="Times New Roman"/>
                <a:sym typeface="Times New Roman"/>
              </a:rPr>
              <a:t>Gridsearch</a:t>
            </a:r>
            <a:r>
              <a:rPr lang="en-US" sz="1200">
                <a:solidFill>
                  <a:schemeClr val="dk1"/>
                </a:solidFill>
                <a:latin typeface="Times New Roman"/>
                <a:ea typeface="Times New Roman"/>
                <a:cs typeface="Times New Roman"/>
                <a:sym typeface="Times New Roman"/>
              </a:rPr>
              <a:t> and </a:t>
            </a:r>
            <a:r>
              <a:rPr lang="en-US" sz="1200" err="1">
                <a:solidFill>
                  <a:schemeClr val="dk1"/>
                </a:solidFill>
                <a:latin typeface="Times New Roman"/>
                <a:ea typeface="Times New Roman"/>
                <a:cs typeface="Times New Roman"/>
                <a:sym typeface="Times New Roman"/>
              </a:rPr>
              <a:t>Optuna</a:t>
            </a:r>
            <a:r>
              <a:rPr lang="en-US" sz="1200">
                <a:solidFill>
                  <a:schemeClr val="dk1"/>
                </a:solidFill>
                <a:latin typeface="Times New Roman"/>
                <a:ea typeface="Times New Roman"/>
                <a:cs typeface="Times New Roman"/>
                <a:sym typeface="Times New Roman"/>
              </a:rPr>
              <a:t> based on need. </a:t>
            </a:r>
          </a:p>
          <a:p>
            <a:pPr marL="1828800" lvl="4" indent="-304800" algn="l" rtl="0">
              <a:spcBef>
                <a:spcPts val="0"/>
              </a:spcBef>
              <a:spcAft>
                <a:spcPts val="0"/>
              </a:spcAft>
              <a:buClr>
                <a:schemeClr val="dk1"/>
              </a:buClr>
              <a:buSzPts val="1200"/>
              <a:buFont typeface="Times New Roman"/>
              <a:buAutoNum type="alphaLcPeriod"/>
            </a:pP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model has a mean RMSE of 7.116736.</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We choose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as our final model and the holdout set. It gives a mean RMSE of 6.237 which is a good sign!</a:t>
            </a:r>
          </a:p>
        </p:txBody>
      </p:sp>
      <p:sp>
        <p:nvSpPr>
          <p:cNvPr id="178" name="Google Shape;178;g3c5d22b684b_1_2410:notes">
            <a:extLst>
              <a:ext uri="{FF2B5EF4-FFF2-40B4-BE49-F238E27FC236}">
                <a16:creationId xmlns:a16="http://schemas.microsoft.com/office/drawing/2014/main" id="{34BD18B4-74B7-0C7B-83ED-AC7C5EB52522}"/>
              </a:ext>
            </a:extLst>
          </p:cNvPr>
          <p:cNvSpPr txBox="1">
            <a:spLocks noGrp="1"/>
          </p:cNvSpPr>
          <p:nvPr>
            <p:ph type="sldNum" idx="12"/>
          </p:nvPr>
        </p:nvSpPr>
        <p:spPr>
          <a:xfrm>
            <a:off x="3884613" y="6514083"/>
            <a:ext cx="2971800" cy="344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7</a:t>
            </a:fld>
            <a:endParaRPr/>
          </a:p>
        </p:txBody>
      </p:sp>
    </p:spTree>
    <p:extLst>
      <p:ext uri="{BB962C8B-B14F-4D97-AF65-F5344CB8AC3E}">
        <p14:creationId xmlns:p14="http://schemas.microsoft.com/office/powerpoint/2010/main" val="2935548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3CE1D9-36F2-B84D-A38F-999A8359DF7B}" type="slidenum">
              <a:rPr lang="en-US" smtClean="0"/>
              <a:t>8</a:t>
            </a:fld>
            <a:endParaRPr lang="en-US"/>
          </a:p>
        </p:txBody>
      </p:sp>
    </p:spTree>
    <p:extLst>
      <p:ext uri="{BB962C8B-B14F-4D97-AF65-F5344CB8AC3E}">
        <p14:creationId xmlns:p14="http://schemas.microsoft.com/office/powerpoint/2010/main" val="443286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DF7E8-1715-7BDB-C1B6-1B3B00D8A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1A082-58E0-79FF-0F90-E8F9B7238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B8F6E7-AD7D-A198-1B33-6E8EFDFCBD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F19D56-551B-4DA2-D2AF-0F6A53B67EBF}"/>
              </a:ext>
            </a:extLst>
          </p:cNvPr>
          <p:cNvSpPr>
            <a:spLocks noGrp="1"/>
          </p:cNvSpPr>
          <p:nvPr>
            <p:ph type="sldNum" sz="quarter" idx="5"/>
          </p:nvPr>
        </p:nvSpPr>
        <p:spPr/>
        <p:txBody>
          <a:bodyPr/>
          <a:lstStyle/>
          <a:p>
            <a:fld id="{933CE1D9-36F2-B84D-A38F-999A8359DF7B}" type="slidenum">
              <a:rPr lang="en-US" smtClean="0"/>
              <a:t>9</a:t>
            </a:fld>
            <a:endParaRPr lang="en-US"/>
          </a:p>
        </p:txBody>
      </p:sp>
    </p:spTree>
    <p:extLst>
      <p:ext uri="{BB962C8B-B14F-4D97-AF65-F5344CB8AC3E}">
        <p14:creationId xmlns:p14="http://schemas.microsoft.com/office/powerpoint/2010/main" val="185136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(Kevin) Methodology / Justify our Cross validation choices and choice of holding out 1 year. Quick overview of Brooklyn.</a:t>
            </a:r>
          </a:p>
          <a:p>
            <a:pPr marL="0" lvl="0" indent="0" algn="l" rtl="0">
              <a:spcBef>
                <a:spcPts val="1200"/>
              </a:spcBef>
              <a:spcAft>
                <a:spcPts val="0"/>
              </a:spcAft>
              <a:buClr>
                <a:schemeClr val="dk1"/>
              </a:buClr>
              <a:buSzPts val="1100"/>
              <a:buFont typeface="Arial"/>
              <a:buNone/>
            </a:pPr>
            <a:r>
              <a:rPr lang="en-US" sz="1200" b="1">
                <a:solidFill>
                  <a:schemeClr val="dk1"/>
                </a:solidFill>
                <a:latin typeface="Times New Roman"/>
                <a:ea typeface="Times New Roman"/>
                <a:cs typeface="Times New Roman"/>
                <a:sym typeface="Times New Roman"/>
              </a:rPr>
              <a:t>What I will do: show the modeling workflow diagram briefly and do a (very) quick overview of how that looks with Brooklyn.</a:t>
            </a:r>
            <a:endParaRPr lang="en-US" sz="1200">
              <a:solidFill>
                <a:schemeClr val="dk1"/>
              </a:solidFill>
              <a:latin typeface="Times New Roman"/>
              <a:ea typeface="Times New Roman"/>
              <a:cs typeface="Times New Roman"/>
              <a:sym typeface="Times New Roman"/>
            </a:endParaRPr>
          </a:p>
          <a:p>
            <a:pPr marL="1371600" lvl="3" indent="-304800" algn="l" rtl="0">
              <a:spcBef>
                <a:spcPts val="120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For our modeling workflow, we took the following approach.</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First, we load the data, process it for relevant features for our forecasts, and then use walk-forward cross validation to evaluate the model.</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chose to hold out 1 year’s worth of data for finale valuations due to yearly seasonality.</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use 14 day test windows and 26 folds for this.</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compared many models such as Seasonal Average Forecast, Holt-Winters, SARIMAX, </a:t>
            </a:r>
            <a:r>
              <a:rPr lang="en-US" sz="1200" err="1">
                <a:solidFill>
                  <a:schemeClr val="dk1"/>
                </a:solidFill>
                <a:latin typeface="Times New Roman"/>
                <a:ea typeface="Times New Roman"/>
                <a:cs typeface="Times New Roman"/>
                <a:sym typeface="Times New Roman"/>
              </a:rPr>
              <a:t>XGBoost</a:t>
            </a:r>
            <a:r>
              <a:rPr lang="en-US" sz="1200">
                <a:solidFill>
                  <a:schemeClr val="dk1"/>
                </a:solidFill>
                <a:latin typeface="Times New Roman"/>
                <a:ea typeface="Times New Roman"/>
                <a:cs typeface="Times New Roman"/>
                <a:sym typeface="Times New Roman"/>
              </a:rPr>
              <a:t>, and Prophet.</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Once we found a good model, we considered derivative models such as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or Prophet + </a:t>
            </a:r>
            <a:r>
              <a:rPr lang="en-US" sz="1200" err="1">
                <a:solidFill>
                  <a:schemeClr val="dk1"/>
                </a:solidFill>
                <a:latin typeface="Times New Roman"/>
                <a:ea typeface="Times New Roman"/>
                <a:cs typeface="Times New Roman"/>
                <a:sym typeface="Times New Roman"/>
              </a:rPr>
              <a:t>XGBoost</a:t>
            </a:r>
            <a:r>
              <a:rPr lang="en-US" sz="1200">
                <a:solidFill>
                  <a:schemeClr val="dk1"/>
                </a:solidFill>
                <a:latin typeface="Times New Roman"/>
                <a:ea typeface="Times New Roman"/>
                <a:cs typeface="Times New Roman"/>
                <a:sym typeface="Times New Roman"/>
              </a:rPr>
              <a:t>. We tuned parameters and selected features and for our final model, we picked the best performer.</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Quick example with Brooklyn – load our saved data grouped by dates.</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Ensure all dates are there. </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Add the features and do a first comparison of models.</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We see Prophet performed the best and beat the baseline with a nearly 20% reduction in mean RMSE.</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Tune parameters and consider derivative models like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We use </a:t>
            </a:r>
            <a:r>
              <a:rPr lang="en-US" sz="1200" err="1">
                <a:solidFill>
                  <a:schemeClr val="dk1"/>
                </a:solidFill>
                <a:latin typeface="Times New Roman"/>
                <a:ea typeface="Times New Roman"/>
                <a:cs typeface="Times New Roman"/>
                <a:sym typeface="Times New Roman"/>
              </a:rPr>
              <a:t>Gridsearch</a:t>
            </a:r>
            <a:r>
              <a:rPr lang="en-US" sz="1200">
                <a:solidFill>
                  <a:schemeClr val="dk1"/>
                </a:solidFill>
                <a:latin typeface="Times New Roman"/>
                <a:ea typeface="Times New Roman"/>
                <a:cs typeface="Times New Roman"/>
                <a:sym typeface="Times New Roman"/>
              </a:rPr>
              <a:t> and </a:t>
            </a:r>
            <a:r>
              <a:rPr lang="en-US" sz="1200" err="1">
                <a:solidFill>
                  <a:schemeClr val="dk1"/>
                </a:solidFill>
                <a:latin typeface="Times New Roman"/>
                <a:ea typeface="Times New Roman"/>
                <a:cs typeface="Times New Roman"/>
                <a:sym typeface="Times New Roman"/>
              </a:rPr>
              <a:t>Optuna</a:t>
            </a:r>
            <a:r>
              <a:rPr lang="en-US" sz="1200">
                <a:solidFill>
                  <a:schemeClr val="dk1"/>
                </a:solidFill>
                <a:latin typeface="Times New Roman"/>
                <a:ea typeface="Times New Roman"/>
                <a:cs typeface="Times New Roman"/>
                <a:sym typeface="Times New Roman"/>
              </a:rPr>
              <a:t> based on need. </a:t>
            </a:r>
          </a:p>
          <a:p>
            <a:pPr marL="1828800" lvl="4" indent="-304800" algn="l" rtl="0">
              <a:spcBef>
                <a:spcPts val="0"/>
              </a:spcBef>
              <a:spcAft>
                <a:spcPts val="0"/>
              </a:spcAft>
              <a:buClr>
                <a:schemeClr val="dk1"/>
              </a:buClr>
              <a:buSzPts val="1200"/>
              <a:buFont typeface="Times New Roman"/>
              <a:buAutoNum type="alphaLcPeriod"/>
            </a:pP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model has a mean RMSE of 7.116736.</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We choose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as our final model and the holdout set. It gives a mean RMSE of 6.237 which is a good sign!</a:t>
            </a:r>
          </a:p>
          <a:p>
            <a:pPr marL="0" lvl="0" indent="0" algn="l" rtl="0">
              <a:spcBef>
                <a:spcPts val="1200"/>
              </a:spcBef>
              <a:spcAft>
                <a:spcPts val="0"/>
              </a:spcAft>
              <a:buClr>
                <a:schemeClr val="dk1"/>
              </a:buClr>
              <a:buFont typeface="Arial"/>
              <a:buNone/>
            </a:pPr>
            <a:endParaRPr lang="en-US">
              <a:solidFill>
                <a:schemeClr val="dk1"/>
              </a:solidFill>
            </a:endParaRPr>
          </a:p>
          <a:p>
            <a:endParaRPr lang="en-US"/>
          </a:p>
        </p:txBody>
      </p:sp>
      <p:sp>
        <p:nvSpPr>
          <p:cNvPr id="4" name="Slide Number Placeholder 3"/>
          <p:cNvSpPr>
            <a:spLocks noGrp="1"/>
          </p:cNvSpPr>
          <p:nvPr>
            <p:ph type="sldNum" sz="quarter" idx="5"/>
          </p:nvPr>
        </p:nvSpPr>
        <p:spPr/>
        <p:txBody>
          <a:bodyPr/>
          <a:lstStyle/>
          <a:p>
            <a:fld id="{933CE1D9-36F2-B84D-A38F-999A8359DF7B}" type="slidenum">
              <a:rPr lang="en-US" smtClean="0"/>
              <a:t>10</a:t>
            </a:fld>
            <a:endParaRPr lang="en-US"/>
          </a:p>
        </p:txBody>
      </p:sp>
    </p:spTree>
    <p:extLst>
      <p:ext uri="{BB962C8B-B14F-4D97-AF65-F5344CB8AC3E}">
        <p14:creationId xmlns:p14="http://schemas.microsoft.com/office/powerpoint/2010/main" val="2321819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(Kevin) Methodology / Justify our Cross validation choices and choice of holding out 1 year. Quick overview of Brooklyn.</a:t>
            </a:r>
          </a:p>
          <a:p>
            <a:pPr marL="0" lvl="0" indent="0" algn="l" rtl="0">
              <a:spcBef>
                <a:spcPts val="1200"/>
              </a:spcBef>
              <a:spcAft>
                <a:spcPts val="0"/>
              </a:spcAft>
              <a:buClr>
                <a:schemeClr val="dk1"/>
              </a:buClr>
              <a:buSzPts val="1100"/>
              <a:buFont typeface="Arial"/>
              <a:buNone/>
            </a:pPr>
            <a:r>
              <a:rPr lang="en-US" sz="1200" b="1">
                <a:solidFill>
                  <a:schemeClr val="dk1"/>
                </a:solidFill>
                <a:latin typeface="Times New Roman"/>
                <a:ea typeface="Times New Roman"/>
                <a:cs typeface="Times New Roman"/>
                <a:sym typeface="Times New Roman"/>
              </a:rPr>
              <a:t>What I will do: show the modeling workflow diagram briefly and do a (very) quick overview of how that looks with Brooklyn.</a:t>
            </a:r>
            <a:endParaRPr lang="en-US" sz="1200">
              <a:solidFill>
                <a:schemeClr val="dk1"/>
              </a:solidFill>
              <a:latin typeface="Times New Roman"/>
              <a:ea typeface="Times New Roman"/>
              <a:cs typeface="Times New Roman"/>
              <a:sym typeface="Times New Roman"/>
            </a:endParaRPr>
          </a:p>
          <a:p>
            <a:pPr marL="1371600" lvl="3" indent="-304800" algn="l" rtl="0">
              <a:spcBef>
                <a:spcPts val="120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For our modeling workflow, we took the following approach.</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First, we load the data, process it for relevant features for our forecasts, and then use walk-forward cross validation to evaluate the model.</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chose to hold out 1 year’s worth of data for finale valuations due to yearly seasonality.</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use 14 day test windows and 26 folds for this.</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compared many models such as Seasonal Average Forecast, Holt-Winters, SARIMAX, </a:t>
            </a:r>
            <a:r>
              <a:rPr lang="en-US" sz="1200" err="1">
                <a:solidFill>
                  <a:schemeClr val="dk1"/>
                </a:solidFill>
                <a:latin typeface="Times New Roman"/>
                <a:ea typeface="Times New Roman"/>
                <a:cs typeface="Times New Roman"/>
                <a:sym typeface="Times New Roman"/>
              </a:rPr>
              <a:t>XGBoost</a:t>
            </a:r>
            <a:r>
              <a:rPr lang="en-US" sz="1200">
                <a:solidFill>
                  <a:schemeClr val="dk1"/>
                </a:solidFill>
                <a:latin typeface="Times New Roman"/>
                <a:ea typeface="Times New Roman"/>
                <a:cs typeface="Times New Roman"/>
                <a:sym typeface="Times New Roman"/>
              </a:rPr>
              <a:t>, and Prophet.</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Once we found a good model, we considered derivative models such as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or Prophet + </a:t>
            </a:r>
            <a:r>
              <a:rPr lang="en-US" sz="1200" err="1">
                <a:solidFill>
                  <a:schemeClr val="dk1"/>
                </a:solidFill>
                <a:latin typeface="Times New Roman"/>
                <a:ea typeface="Times New Roman"/>
                <a:cs typeface="Times New Roman"/>
                <a:sym typeface="Times New Roman"/>
              </a:rPr>
              <a:t>XGBoost</a:t>
            </a:r>
            <a:r>
              <a:rPr lang="en-US" sz="1200">
                <a:solidFill>
                  <a:schemeClr val="dk1"/>
                </a:solidFill>
                <a:latin typeface="Times New Roman"/>
                <a:ea typeface="Times New Roman"/>
                <a:cs typeface="Times New Roman"/>
                <a:sym typeface="Times New Roman"/>
              </a:rPr>
              <a:t>. We tuned parameters and selected features and for our final model, we picked the best performer.</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Quick example with Brooklyn – load our saved data grouped by dates.</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Ensure all dates are there. </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Add the features and do a first comparison of models.</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We see Prophet performed the best and beat the baseline with a nearly 20% reduction in mean RMSE.</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Tune parameters and consider derivative models like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We use </a:t>
            </a:r>
            <a:r>
              <a:rPr lang="en-US" sz="1200" err="1">
                <a:solidFill>
                  <a:schemeClr val="dk1"/>
                </a:solidFill>
                <a:latin typeface="Times New Roman"/>
                <a:ea typeface="Times New Roman"/>
                <a:cs typeface="Times New Roman"/>
                <a:sym typeface="Times New Roman"/>
              </a:rPr>
              <a:t>Gridsearch</a:t>
            </a:r>
            <a:r>
              <a:rPr lang="en-US" sz="1200">
                <a:solidFill>
                  <a:schemeClr val="dk1"/>
                </a:solidFill>
                <a:latin typeface="Times New Roman"/>
                <a:ea typeface="Times New Roman"/>
                <a:cs typeface="Times New Roman"/>
                <a:sym typeface="Times New Roman"/>
              </a:rPr>
              <a:t> and </a:t>
            </a:r>
            <a:r>
              <a:rPr lang="en-US" sz="1200" err="1">
                <a:solidFill>
                  <a:schemeClr val="dk1"/>
                </a:solidFill>
                <a:latin typeface="Times New Roman"/>
                <a:ea typeface="Times New Roman"/>
                <a:cs typeface="Times New Roman"/>
                <a:sym typeface="Times New Roman"/>
              </a:rPr>
              <a:t>Optuna</a:t>
            </a:r>
            <a:r>
              <a:rPr lang="en-US" sz="1200">
                <a:solidFill>
                  <a:schemeClr val="dk1"/>
                </a:solidFill>
                <a:latin typeface="Times New Roman"/>
                <a:ea typeface="Times New Roman"/>
                <a:cs typeface="Times New Roman"/>
                <a:sym typeface="Times New Roman"/>
              </a:rPr>
              <a:t> based on need. </a:t>
            </a:r>
          </a:p>
          <a:p>
            <a:pPr marL="1828800" lvl="4" indent="-304800" algn="l" rtl="0">
              <a:spcBef>
                <a:spcPts val="0"/>
              </a:spcBef>
              <a:spcAft>
                <a:spcPts val="0"/>
              </a:spcAft>
              <a:buClr>
                <a:schemeClr val="dk1"/>
              </a:buClr>
              <a:buSzPts val="1200"/>
              <a:buFont typeface="Times New Roman"/>
              <a:buAutoNum type="alphaLcPeriod"/>
            </a:pP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model has a mean RMSE of 7.116736.</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We choose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as our final model and the holdout set. It gives a mean RMSE of 6.237 which is a good sign!</a:t>
            </a:r>
          </a:p>
          <a:p>
            <a:pPr marL="0" lvl="0" indent="0" algn="l" rtl="0">
              <a:spcBef>
                <a:spcPts val="1200"/>
              </a:spcBef>
              <a:spcAft>
                <a:spcPts val="0"/>
              </a:spcAft>
              <a:buClr>
                <a:schemeClr val="dk1"/>
              </a:buClr>
              <a:buFont typeface="Arial"/>
              <a:buNone/>
            </a:pPr>
            <a:endParaRPr lang="en-US">
              <a:solidFill>
                <a:schemeClr val="dk1"/>
              </a:solidFill>
            </a:endParaRPr>
          </a:p>
          <a:p>
            <a:endParaRPr lang="en-US"/>
          </a:p>
        </p:txBody>
      </p:sp>
      <p:sp>
        <p:nvSpPr>
          <p:cNvPr id="4" name="Slide Number Placeholder 3"/>
          <p:cNvSpPr>
            <a:spLocks noGrp="1"/>
          </p:cNvSpPr>
          <p:nvPr>
            <p:ph type="sldNum" sz="quarter" idx="5"/>
          </p:nvPr>
        </p:nvSpPr>
        <p:spPr/>
        <p:txBody>
          <a:bodyPr/>
          <a:lstStyle/>
          <a:p>
            <a:fld id="{933CE1D9-36F2-B84D-A38F-999A8359DF7B}" type="slidenum">
              <a:rPr lang="en-US" smtClean="0"/>
              <a:t>11</a:t>
            </a:fld>
            <a:endParaRPr lang="en-US"/>
          </a:p>
        </p:txBody>
      </p:sp>
    </p:spTree>
    <p:extLst>
      <p:ext uri="{BB962C8B-B14F-4D97-AF65-F5344CB8AC3E}">
        <p14:creationId xmlns:p14="http://schemas.microsoft.com/office/powerpoint/2010/main" val="41669282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(Kevin) Methodology / Justify our Cross validation choices and choice of holding out 1 year. Quick overview of Brooklyn.</a:t>
            </a:r>
          </a:p>
          <a:p>
            <a:pPr marL="0" lvl="0" indent="0" algn="l" rtl="0">
              <a:spcBef>
                <a:spcPts val="1200"/>
              </a:spcBef>
              <a:spcAft>
                <a:spcPts val="0"/>
              </a:spcAft>
              <a:buClr>
                <a:schemeClr val="dk1"/>
              </a:buClr>
              <a:buSzPts val="1100"/>
              <a:buFont typeface="Arial"/>
              <a:buNone/>
            </a:pPr>
            <a:r>
              <a:rPr lang="en-US" sz="1200" b="1">
                <a:solidFill>
                  <a:schemeClr val="dk1"/>
                </a:solidFill>
                <a:latin typeface="Times New Roman"/>
                <a:ea typeface="Times New Roman"/>
                <a:cs typeface="Times New Roman"/>
                <a:sym typeface="Times New Roman"/>
              </a:rPr>
              <a:t>What I will do: show the modeling workflow diagram briefly and do a (very) quick overview of how that looks with Brooklyn.</a:t>
            </a:r>
            <a:endParaRPr lang="en-US" sz="1200">
              <a:solidFill>
                <a:schemeClr val="dk1"/>
              </a:solidFill>
              <a:latin typeface="Times New Roman"/>
              <a:ea typeface="Times New Roman"/>
              <a:cs typeface="Times New Roman"/>
              <a:sym typeface="Times New Roman"/>
            </a:endParaRPr>
          </a:p>
          <a:p>
            <a:pPr marL="1371600" lvl="3" indent="-304800" algn="l" rtl="0">
              <a:spcBef>
                <a:spcPts val="120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For our modeling workflow, we took the following approach.</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First, we load the data, process it for relevant features for our forecasts, and then use walk-forward cross validation to evaluate the model.</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chose to hold out 1 year’s worth of data for finale valuations due to yearly seasonality.</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use 14 day test windows and 26 folds for this.</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We compared many models such as Seasonal Average Forecast, Holt-Winters, SARIMAX, </a:t>
            </a:r>
            <a:r>
              <a:rPr lang="en-US" sz="1200" err="1">
                <a:solidFill>
                  <a:schemeClr val="dk1"/>
                </a:solidFill>
                <a:latin typeface="Times New Roman"/>
                <a:ea typeface="Times New Roman"/>
                <a:cs typeface="Times New Roman"/>
                <a:sym typeface="Times New Roman"/>
              </a:rPr>
              <a:t>XGBoost</a:t>
            </a:r>
            <a:r>
              <a:rPr lang="en-US" sz="1200">
                <a:solidFill>
                  <a:schemeClr val="dk1"/>
                </a:solidFill>
                <a:latin typeface="Times New Roman"/>
                <a:ea typeface="Times New Roman"/>
                <a:cs typeface="Times New Roman"/>
                <a:sym typeface="Times New Roman"/>
              </a:rPr>
              <a:t>, and Prophet.</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Once we found a good model, we considered derivative models such as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or Prophet + </a:t>
            </a:r>
            <a:r>
              <a:rPr lang="en-US" sz="1200" err="1">
                <a:solidFill>
                  <a:schemeClr val="dk1"/>
                </a:solidFill>
                <a:latin typeface="Times New Roman"/>
                <a:ea typeface="Times New Roman"/>
                <a:cs typeface="Times New Roman"/>
                <a:sym typeface="Times New Roman"/>
              </a:rPr>
              <a:t>XGBoost</a:t>
            </a:r>
            <a:r>
              <a:rPr lang="en-US" sz="1200">
                <a:solidFill>
                  <a:schemeClr val="dk1"/>
                </a:solidFill>
                <a:latin typeface="Times New Roman"/>
                <a:ea typeface="Times New Roman"/>
                <a:cs typeface="Times New Roman"/>
                <a:sym typeface="Times New Roman"/>
              </a:rPr>
              <a:t>. We tuned parameters and selected features and for our final model, we picked the best performer.</a:t>
            </a:r>
          </a:p>
          <a:p>
            <a:pPr marL="1371600" lvl="3" indent="-304800" algn="l" rtl="0">
              <a:spcBef>
                <a:spcPts val="0"/>
              </a:spcBef>
              <a:spcAft>
                <a:spcPts val="0"/>
              </a:spcAft>
              <a:buClr>
                <a:schemeClr val="dk1"/>
              </a:buClr>
              <a:buSzPts val="1200"/>
              <a:buFont typeface="Times New Roman"/>
              <a:buAutoNum type="arabicPeriod"/>
            </a:pPr>
            <a:r>
              <a:rPr lang="en-US" sz="1200">
                <a:solidFill>
                  <a:schemeClr val="dk1"/>
                </a:solidFill>
                <a:latin typeface="Times New Roman"/>
                <a:ea typeface="Times New Roman"/>
                <a:cs typeface="Times New Roman"/>
                <a:sym typeface="Times New Roman"/>
              </a:rPr>
              <a:t>Quick example with Brooklyn – load our saved data grouped by dates.</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Ensure all dates are there. </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Add the features and do a first comparison of models.</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We see Prophet performed the best and beat the baseline with a nearly 20% reduction in mean RMSE.</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Tune parameters and consider derivative models like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We use </a:t>
            </a:r>
            <a:r>
              <a:rPr lang="en-US" sz="1200" err="1">
                <a:solidFill>
                  <a:schemeClr val="dk1"/>
                </a:solidFill>
                <a:latin typeface="Times New Roman"/>
                <a:ea typeface="Times New Roman"/>
                <a:cs typeface="Times New Roman"/>
                <a:sym typeface="Times New Roman"/>
              </a:rPr>
              <a:t>Gridsearch</a:t>
            </a:r>
            <a:r>
              <a:rPr lang="en-US" sz="1200">
                <a:solidFill>
                  <a:schemeClr val="dk1"/>
                </a:solidFill>
                <a:latin typeface="Times New Roman"/>
                <a:ea typeface="Times New Roman"/>
                <a:cs typeface="Times New Roman"/>
                <a:sym typeface="Times New Roman"/>
              </a:rPr>
              <a:t> and </a:t>
            </a:r>
            <a:r>
              <a:rPr lang="en-US" sz="1200" err="1">
                <a:solidFill>
                  <a:schemeClr val="dk1"/>
                </a:solidFill>
                <a:latin typeface="Times New Roman"/>
                <a:ea typeface="Times New Roman"/>
                <a:cs typeface="Times New Roman"/>
                <a:sym typeface="Times New Roman"/>
              </a:rPr>
              <a:t>Optuna</a:t>
            </a:r>
            <a:r>
              <a:rPr lang="en-US" sz="1200">
                <a:solidFill>
                  <a:schemeClr val="dk1"/>
                </a:solidFill>
                <a:latin typeface="Times New Roman"/>
                <a:ea typeface="Times New Roman"/>
                <a:cs typeface="Times New Roman"/>
                <a:sym typeface="Times New Roman"/>
              </a:rPr>
              <a:t> based on need. </a:t>
            </a:r>
          </a:p>
          <a:p>
            <a:pPr marL="1828800" lvl="4" indent="-304800" algn="l" rtl="0">
              <a:spcBef>
                <a:spcPts val="0"/>
              </a:spcBef>
              <a:spcAft>
                <a:spcPts val="0"/>
              </a:spcAft>
              <a:buClr>
                <a:schemeClr val="dk1"/>
              </a:buClr>
              <a:buSzPts val="1200"/>
              <a:buFont typeface="Times New Roman"/>
              <a:buAutoNum type="alphaLcPeriod"/>
            </a:pP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model has a mean RMSE of 7.116736.</a:t>
            </a:r>
          </a:p>
          <a:p>
            <a:pPr marL="1828800" lvl="4" indent="-304800" algn="l" rtl="0">
              <a:spcBef>
                <a:spcPts val="0"/>
              </a:spcBef>
              <a:spcAft>
                <a:spcPts val="0"/>
              </a:spcAft>
              <a:buClr>
                <a:schemeClr val="dk1"/>
              </a:buClr>
              <a:buSzPts val="1200"/>
              <a:buFont typeface="Times New Roman"/>
              <a:buAutoNum type="alphaLcPeriod"/>
            </a:pPr>
            <a:r>
              <a:rPr lang="en-US" sz="1200">
                <a:solidFill>
                  <a:schemeClr val="dk1"/>
                </a:solidFill>
                <a:latin typeface="Times New Roman"/>
                <a:ea typeface="Times New Roman"/>
                <a:cs typeface="Times New Roman"/>
                <a:sym typeface="Times New Roman"/>
              </a:rPr>
              <a:t>We choose </a:t>
            </a:r>
            <a:r>
              <a:rPr lang="en-US" sz="1200" err="1">
                <a:solidFill>
                  <a:schemeClr val="dk1"/>
                </a:solidFill>
                <a:latin typeface="Times New Roman"/>
                <a:ea typeface="Times New Roman"/>
                <a:cs typeface="Times New Roman"/>
                <a:sym typeface="Times New Roman"/>
              </a:rPr>
              <a:t>NeuralProphet</a:t>
            </a:r>
            <a:r>
              <a:rPr lang="en-US" sz="1200">
                <a:solidFill>
                  <a:schemeClr val="dk1"/>
                </a:solidFill>
                <a:latin typeface="Times New Roman"/>
                <a:ea typeface="Times New Roman"/>
                <a:cs typeface="Times New Roman"/>
                <a:sym typeface="Times New Roman"/>
              </a:rPr>
              <a:t> as our final model and the holdout set. It gives a mean RMSE of 6.237 which is a good sign!</a:t>
            </a:r>
          </a:p>
          <a:p>
            <a:pPr marL="0" lvl="0" indent="0" algn="l" rtl="0">
              <a:spcBef>
                <a:spcPts val="1200"/>
              </a:spcBef>
              <a:spcAft>
                <a:spcPts val="0"/>
              </a:spcAft>
              <a:buClr>
                <a:schemeClr val="dk1"/>
              </a:buClr>
              <a:buFont typeface="Arial"/>
              <a:buNone/>
            </a:pPr>
            <a:endParaRPr lang="en-US">
              <a:solidFill>
                <a:schemeClr val="dk1"/>
              </a:solidFill>
            </a:endParaRPr>
          </a:p>
          <a:p>
            <a:endParaRPr lang="en-US"/>
          </a:p>
        </p:txBody>
      </p:sp>
      <p:sp>
        <p:nvSpPr>
          <p:cNvPr id="4" name="Slide Number Placeholder 3"/>
          <p:cNvSpPr>
            <a:spLocks noGrp="1"/>
          </p:cNvSpPr>
          <p:nvPr>
            <p:ph type="sldNum" sz="quarter" idx="5"/>
          </p:nvPr>
        </p:nvSpPr>
        <p:spPr/>
        <p:txBody>
          <a:bodyPr/>
          <a:lstStyle/>
          <a:p>
            <a:fld id="{933CE1D9-36F2-B84D-A38F-999A8359DF7B}" type="slidenum">
              <a:rPr lang="en-US" smtClean="0"/>
              <a:t>12</a:t>
            </a:fld>
            <a:endParaRPr lang="en-US"/>
          </a:p>
        </p:txBody>
      </p:sp>
    </p:spTree>
    <p:extLst>
      <p:ext uri="{BB962C8B-B14F-4D97-AF65-F5344CB8AC3E}">
        <p14:creationId xmlns:p14="http://schemas.microsoft.com/office/powerpoint/2010/main" val="1090486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shows the citywide results. Here you can see the RMSE and MAPE results for the seven models across all five Boroughs over 26 folds. Prophet (green line) consistently performed the best as a solo model, with a mean RMSE of 13.08. The model we chose was a hybrid of prophet and </a:t>
            </a:r>
            <a:r>
              <a:rPr lang="en-US" err="1"/>
              <a:t>XGBoost</a:t>
            </a:r>
            <a:r>
              <a:rPr lang="en-US"/>
              <a:t> which has a mean RMSE of 12.14, so incorporating complexity improved the model over Prophet’s mean RMSE. Notice that the mean RMSE of this hybrid model on the holdout (which is not shown on the plot) is 10.75, which indicates that the model is generalizing well to new data it hasn’t yet encountered.</a:t>
            </a:r>
          </a:p>
        </p:txBody>
      </p:sp>
      <p:sp>
        <p:nvSpPr>
          <p:cNvPr id="4" name="Slide Number Placeholder 3"/>
          <p:cNvSpPr>
            <a:spLocks noGrp="1"/>
          </p:cNvSpPr>
          <p:nvPr>
            <p:ph type="sldNum" sz="quarter" idx="5"/>
          </p:nvPr>
        </p:nvSpPr>
        <p:spPr/>
        <p:txBody>
          <a:bodyPr/>
          <a:lstStyle/>
          <a:p>
            <a:fld id="{933CE1D9-36F2-B84D-A38F-999A8359DF7B}" type="slidenum">
              <a:rPr lang="en-US" smtClean="0"/>
              <a:t>13</a:t>
            </a:fld>
            <a:endParaRPr lang="en-US"/>
          </a:p>
        </p:txBody>
      </p:sp>
    </p:spTree>
    <p:extLst>
      <p:ext uri="{BB962C8B-B14F-4D97-AF65-F5344CB8AC3E}">
        <p14:creationId xmlns:p14="http://schemas.microsoft.com/office/powerpoint/2010/main" val="3699458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7A7ED-4803-38C7-34DF-0B8183895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93A5F-6D75-54D3-7F74-EC258743B3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A4F1A5-859E-2729-FFE9-55F0264E07B4}"/>
              </a:ext>
            </a:extLst>
          </p:cNvPr>
          <p:cNvSpPr>
            <a:spLocks noGrp="1"/>
          </p:cNvSpPr>
          <p:nvPr>
            <p:ph type="body" idx="1"/>
          </p:nvPr>
        </p:nvSpPr>
        <p:spPr/>
        <p:txBody>
          <a:bodyPr/>
          <a:lstStyle/>
          <a:p>
            <a:r>
              <a:rPr lang="en-US"/>
              <a:t>This slide shows the results for Brooklyn, the borough with the majority of rat sighting 311 reports. Our best performing models are Sarima, Prophet, and Neural Prophet, of which the mean RMSE of Neural Prophet is the lowest, by a slight margin. However, given that Brooklyn has the largest population, these improvements can be valuable. Additionally, the disparity in general features for each borough suggests that rat activity should be studied on a localized scale. </a:t>
            </a:r>
          </a:p>
        </p:txBody>
      </p:sp>
      <p:sp>
        <p:nvSpPr>
          <p:cNvPr id="4" name="Slide Number Placeholder 3">
            <a:extLst>
              <a:ext uri="{FF2B5EF4-FFF2-40B4-BE49-F238E27FC236}">
                <a16:creationId xmlns:a16="http://schemas.microsoft.com/office/drawing/2014/main" id="{749154D1-7B4A-2C38-B997-C3F042CC4A2D}"/>
              </a:ext>
            </a:extLst>
          </p:cNvPr>
          <p:cNvSpPr>
            <a:spLocks noGrp="1"/>
          </p:cNvSpPr>
          <p:nvPr>
            <p:ph type="sldNum" sz="quarter" idx="5"/>
          </p:nvPr>
        </p:nvSpPr>
        <p:spPr/>
        <p:txBody>
          <a:bodyPr/>
          <a:lstStyle/>
          <a:p>
            <a:fld id="{933CE1D9-36F2-B84D-A38F-999A8359DF7B}" type="slidenum">
              <a:rPr lang="en-US" smtClean="0"/>
              <a:t>14</a:t>
            </a:fld>
            <a:endParaRPr lang="en-US"/>
          </a:p>
        </p:txBody>
      </p:sp>
    </p:spTree>
    <p:extLst>
      <p:ext uri="{BB962C8B-B14F-4D97-AF65-F5344CB8AC3E}">
        <p14:creationId xmlns:p14="http://schemas.microsoft.com/office/powerpoint/2010/main" val="1789970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3CE1D9-36F2-B84D-A38F-999A8359DF7B}" type="slidenum">
              <a:rPr lang="en-US" smtClean="0"/>
              <a:t>16</a:t>
            </a:fld>
            <a:endParaRPr lang="en-US"/>
          </a:p>
        </p:txBody>
      </p:sp>
    </p:spTree>
    <p:extLst>
      <p:ext uri="{BB962C8B-B14F-4D97-AF65-F5344CB8AC3E}">
        <p14:creationId xmlns:p14="http://schemas.microsoft.com/office/powerpoint/2010/main" val="880601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3CE1D9-36F2-B84D-A38F-999A8359DF7B}" type="slidenum">
              <a:rPr lang="en-US" smtClean="0"/>
              <a:t>18</a:t>
            </a:fld>
            <a:endParaRPr lang="en-US"/>
          </a:p>
        </p:txBody>
      </p:sp>
    </p:spTree>
    <p:extLst>
      <p:ext uri="{BB962C8B-B14F-4D97-AF65-F5344CB8AC3E}">
        <p14:creationId xmlns:p14="http://schemas.microsoft.com/office/powerpoint/2010/main" val="2715875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26495-5980-C6EA-72DA-B6E0890D8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3F5B8-B09B-4512-28B7-E861160E0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64D21-CEBD-9B34-ADA2-3940E2CD6D6E}"/>
              </a:ext>
            </a:extLst>
          </p:cNvPr>
          <p:cNvSpPr>
            <a:spLocks noGrp="1"/>
          </p:cNvSpPr>
          <p:nvPr>
            <p:ph type="body" idx="1"/>
          </p:nvPr>
        </p:nvSpPr>
        <p:spPr/>
        <p:txBody>
          <a:bodyPr/>
          <a:lstStyle/>
          <a:p>
            <a:r>
              <a:rPr lang="en-US"/>
              <a:t>Finally, I want to end with three future directions for this project.</a:t>
            </a:r>
          </a:p>
          <a:p>
            <a:r>
              <a:rPr lang="en-US"/>
              <a:t>First, we can improve the model by improving the inputs. </a:t>
            </a:r>
          </a:p>
          <a:p>
            <a:r>
              <a:rPr lang="en-US"/>
              <a:t>That means doing more feature engineering and feature selection, </a:t>
            </a:r>
          </a:p>
          <a:p>
            <a:r>
              <a:rPr lang="en-US"/>
              <a:t>exploring borough-level patterns, and adding richer external data </a:t>
            </a:r>
          </a:p>
          <a:p>
            <a:r>
              <a:rPr lang="en-US"/>
              <a:t>such as IRS income, inspections, DSNY, and catch basin information. </a:t>
            </a:r>
          </a:p>
          <a:p>
            <a:r>
              <a:rPr lang="en-US"/>
              <a:t>The goal is to make the model not only more accurate, but also easier to interpret.</a:t>
            </a:r>
          </a:p>
          <a:p>
            <a:endParaRPr lang="en-US"/>
          </a:p>
        </p:txBody>
      </p:sp>
      <p:sp>
        <p:nvSpPr>
          <p:cNvPr id="4" name="Slide Number Placeholder 3">
            <a:extLst>
              <a:ext uri="{FF2B5EF4-FFF2-40B4-BE49-F238E27FC236}">
                <a16:creationId xmlns:a16="http://schemas.microsoft.com/office/drawing/2014/main" id="{48FC2938-E543-C3C4-1E73-B8375CD13049}"/>
              </a:ext>
            </a:extLst>
          </p:cNvPr>
          <p:cNvSpPr>
            <a:spLocks noGrp="1"/>
          </p:cNvSpPr>
          <p:nvPr>
            <p:ph type="sldNum" sz="quarter" idx="5"/>
          </p:nvPr>
        </p:nvSpPr>
        <p:spPr/>
        <p:txBody>
          <a:bodyPr/>
          <a:lstStyle/>
          <a:p>
            <a:fld id="{933CE1D9-36F2-B84D-A38F-999A8359DF7B}" type="slidenum">
              <a:rPr lang="en-US" smtClean="0"/>
              <a:t>19</a:t>
            </a:fld>
            <a:endParaRPr lang="en-US"/>
          </a:p>
        </p:txBody>
      </p:sp>
    </p:spTree>
    <p:extLst>
      <p:ext uri="{BB962C8B-B14F-4D97-AF65-F5344CB8AC3E}">
        <p14:creationId xmlns:p14="http://schemas.microsoft.com/office/powerpoint/2010/main" val="823554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Second, we can move from daily forecasting to weekly-level forecasting. </a:t>
            </a:r>
          </a:p>
          <a:p>
            <a:r>
              <a:rPr lang="en-US"/>
              <a:t>Daily data gives detail, but it is also noisy. </a:t>
            </a:r>
          </a:p>
          <a:p>
            <a:r>
              <a:rPr lang="en-US"/>
              <a:t>Weekly forecasting may smooth short-term fluctuations, reveal more</a:t>
            </a:r>
          </a:p>
          <a:p>
            <a:r>
              <a:rPr lang="en-US"/>
              <a:t> stable patterns, and be more useful for planning inspections and resource allocation.</a:t>
            </a:r>
          </a:p>
          <a:p>
            <a:endParaRPr lang="en-US"/>
          </a:p>
        </p:txBody>
      </p:sp>
      <p:sp>
        <p:nvSpPr>
          <p:cNvPr id="4" name="Slide Number Placeholder 3"/>
          <p:cNvSpPr>
            <a:spLocks noGrp="1"/>
          </p:cNvSpPr>
          <p:nvPr>
            <p:ph type="sldNum" sz="quarter" idx="5"/>
          </p:nvPr>
        </p:nvSpPr>
        <p:spPr/>
        <p:txBody>
          <a:bodyPr/>
          <a:lstStyle/>
          <a:p>
            <a:fld id="{933CE1D9-36F2-B84D-A38F-999A8359DF7B}" type="slidenum">
              <a:rPr lang="en-US" smtClean="0"/>
              <a:t>20</a:t>
            </a:fld>
            <a:endParaRPr lang="en-US"/>
          </a:p>
        </p:txBody>
      </p:sp>
    </p:spTree>
    <p:extLst>
      <p:ext uri="{BB962C8B-B14F-4D97-AF65-F5344CB8AC3E}">
        <p14:creationId xmlns:p14="http://schemas.microsoft.com/office/powerpoint/2010/main" val="2425583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757E5-4C30-84A8-6569-1A3D52815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FE901-DDED-DE02-8C21-AF21242F9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7B112-078A-39B5-8423-34A47041C96E}"/>
              </a:ext>
            </a:extLst>
          </p:cNvPr>
          <p:cNvSpPr>
            <a:spLocks noGrp="1"/>
          </p:cNvSpPr>
          <p:nvPr>
            <p:ph type="body" idx="1"/>
          </p:nvPr>
        </p:nvSpPr>
        <p:spPr/>
        <p:txBody>
          <a:bodyPr/>
          <a:lstStyle/>
          <a:p>
            <a:r>
              <a:rPr lang="en-US"/>
              <a:t>Third, we can extend the model to other spatial levels and new methods. </a:t>
            </a:r>
          </a:p>
          <a:p>
            <a:r>
              <a:rPr lang="en-US"/>
              <a:t>For example, we can build borough-level or ZIP-code-level models, </a:t>
            </a:r>
          </a:p>
          <a:p>
            <a:r>
              <a:rPr lang="en-US"/>
              <a:t>do more modeling for the Bronx and Queens, and explore </a:t>
            </a:r>
          </a:p>
          <a:p>
            <a:r>
              <a:rPr lang="en-US"/>
              <a:t>graph-based or multivariate forecasting approaches. So overall, the next step is not just making the model more complex, </a:t>
            </a:r>
          </a:p>
          <a:p>
            <a:r>
              <a:rPr lang="en-US"/>
              <a:t>but making it more informative, more stable, and more useful in practice.</a:t>
            </a:r>
          </a:p>
        </p:txBody>
      </p:sp>
      <p:sp>
        <p:nvSpPr>
          <p:cNvPr id="4" name="Slide Number Placeholder 3">
            <a:extLst>
              <a:ext uri="{FF2B5EF4-FFF2-40B4-BE49-F238E27FC236}">
                <a16:creationId xmlns:a16="http://schemas.microsoft.com/office/drawing/2014/main" id="{0FA5CAE1-9BA0-F318-2E1A-4F7F40D0A2F5}"/>
              </a:ext>
            </a:extLst>
          </p:cNvPr>
          <p:cNvSpPr>
            <a:spLocks noGrp="1"/>
          </p:cNvSpPr>
          <p:nvPr>
            <p:ph type="sldNum" sz="quarter" idx="5"/>
          </p:nvPr>
        </p:nvSpPr>
        <p:spPr/>
        <p:txBody>
          <a:bodyPr/>
          <a:lstStyle/>
          <a:p>
            <a:fld id="{933CE1D9-36F2-B84D-A38F-999A8359DF7B}" type="slidenum">
              <a:rPr lang="en-US" smtClean="0"/>
              <a:t>21</a:t>
            </a:fld>
            <a:endParaRPr lang="en-US"/>
          </a:p>
        </p:txBody>
      </p:sp>
    </p:spTree>
    <p:extLst>
      <p:ext uri="{BB962C8B-B14F-4D97-AF65-F5344CB8AC3E}">
        <p14:creationId xmlns:p14="http://schemas.microsoft.com/office/powerpoint/2010/main" val="1526797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B35D3-B251-DCF5-AD07-E8DE64E0F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A1D14-1754-AB03-CC01-6A4076DA03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F68EE-CD7E-B3DB-A113-8903B78B46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80AF69-5F4C-218A-061E-EFA37A58FBC7}"/>
              </a:ext>
            </a:extLst>
          </p:cNvPr>
          <p:cNvSpPr>
            <a:spLocks noGrp="1"/>
          </p:cNvSpPr>
          <p:nvPr>
            <p:ph type="sldNum" sz="quarter" idx="5"/>
          </p:nvPr>
        </p:nvSpPr>
        <p:spPr/>
        <p:txBody>
          <a:bodyPr/>
          <a:lstStyle/>
          <a:p>
            <a:fld id="{933CE1D9-36F2-B84D-A38F-999A8359DF7B}" type="slidenum">
              <a:rPr lang="en-US" smtClean="0"/>
              <a:t>22</a:t>
            </a:fld>
            <a:endParaRPr lang="en-US"/>
          </a:p>
        </p:txBody>
      </p:sp>
    </p:spTree>
    <p:extLst>
      <p:ext uri="{BB962C8B-B14F-4D97-AF65-F5344CB8AC3E}">
        <p14:creationId xmlns:p14="http://schemas.microsoft.com/office/powerpoint/2010/main" val="2933908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38209-6E32-AC41-3CD3-33029B2333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06F937-1A98-9798-FECF-71C56B7DC7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A8B4AF-6D7B-BAEF-539C-0B20810BE053}"/>
              </a:ext>
            </a:extLst>
          </p:cNvPr>
          <p:cNvSpPr>
            <a:spLocks noGrp="1"/>
          </p:cNvSpPr>
          <p:nvPr>
            <p:ph type="dt" sz="half" idx="10"/>
          </p:nvPr>
        </p:nvSpPr>
        <p:spPr>
          <a:xfrm>
            <a:off x="838200" y="6356350"/>
            <a:ext cx="2743200" cy="365125"/>
          </a:xfrm>
          <a:prstGeom prst="rect">
            <a:avLst/>
          </a:prstGeom>
        </p:spPr>
        <p:txBody>
          <a:bodyPr/>
          <a:lstStyle>
            <a:lvl1pPr>
              <a:defRPr b="1">
                <a:solidFill>
                  <a:schemeClr val="accent1"/>
                </a:solidFill>
              </a:defRPr>
            </a:lvl1pPr>
          </a:lstStyle>
          <a:p>
            <a:endParaRPr lang="en-US" b="1"/>
          </a:p>
        </p:txBody>
      </p:sp>
      <p:sp>
        <p:nvSpPr>
          <p:cNvPr id="5" name="Footer Placeholder 4">
            <a:extLst>
              <a:ext uri="{FF2B5EF4-FFF2-40B4-BE49-F238E27FC236}">
                <a16:creationId xmlns:a16="http://schemas.microsoft.com/office/drawing/2014/main" id="{A3C23AD5-C007-049D-7880-707BF65BB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244C3D-2D3E-3F04-4F3C-FDB4BBD6FAF6}"/>
              </a:ext>
            </a:extLst>
          </p:cNvPr>
          <p:cNvSpPr>
            <a:spLocks noGrp="1"/>
          </p:cNvSpPr>
          <p:nvPr>
            <p:ph type="sldNum" sz="quarter" idx="12"/>
          </p:nvPr>
        </p:nvSpPr>
        <p:spPr>
          <a:xfrm>
            <a:off x="9387401" y="6356349"/>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587986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9EA79-A36F-59AA-2229-B69EB67BEA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9BE62E-6178-CD6B-2E9F-C5399E9C23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017ACA-6F7E-A29F-9F95-C66F33D79A34}"/>
              </a:ext>
            </a:extLst>
          </p:cNvPr>
          <p:cNvSpPr>
            <a:spLocks noGrp="1"/>
          </p:cNvSpPr>
          <p:nvPr>
            <p:ph type="dt" sz="half" idx="10"/>
          </p:nvPr>
        </p:nvSpPr>
        <p:spPr>
          <a:xfrm>
            <a:off x="838200" y="6356350"/>
            <a:ext cx="2743200" cy="365125"/>
          </a:xfrm>
          <a:prstGeom prst="rect">
            <a:avLst/>
          </a:prstGeom>
        </p:spPr>
        <p:txBody>
          <a:bodyPr/>
          <a:lstStyle>
            <a:lvl1pPr>
              <a:defRPr b="1">
                <a:solidFill>
                  <a:schemeClr val="accent1"/>
                </a:solidFill>
              </a:defRPr>
            </a:lvl1pPr>
          </a:lstStyle>
          <a:p>
            <a:endParaRPr lang="en-US"/>
          </a:p>
        </p:txBody>
      </p:sp>
      <p:sp>
        <p:nvSpPr>
          <p:cNvPr id="5" name="Footer Placeholder 4">
            <a:extLst>
              <a:ext uri="{FF2B5EF4-FFF2-40B4-BE49-F238E27FC236}">
                <a16:creationId xmlns:a16="http://schemas.microsoft.com/office/drawing/2014/main" id="{29B3EAD4-FC09-B249-1C09-C361E54125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673FD-5A52-00BB-B3FB-78E6FFDE02D1}"/>
              </a:ext>
            </a:extLst>
          </p:cNvPr>
          <p:cNvSpPr>
            <a:spLocks noGrp="1"/>
          </p:cNvSpPr>
          <p:nvPr>
            <p:ph type="sldNum" sz="quarter" idx="12"/>
          </p:nvPr>
        </p:nvSpPr>
        <p:spPr>
          <a:xfrm>
            <a:off x="9387401" y="6356349"/>
            <a:ext cx="2743200" cy="365125"/>
          </a:xfrm>
          <a:prstGeom prst="rect">
            <a:avLst/>
          </a:prstGeom>
        </p:spPr>
        <p:txBody>
          <a:bodyPr/>
          <a:lstStyle>
            <a:lvl1pPr>
              <a:defRPr b="1"/>
            </a:lvl1pPr>
          </a:lstStyle>
          <a:p>
            <a:fld id="{6D22F896-40B5-4ADD-8801-0D06FADFA095}" type="slidenum">
              <a:rPr lang="en-US" smtClean="0"/>
              <a:pPr/>
              <a:t>‹#›</a:t>
            </a:fld>
            <a:endParaRPr lang="en-US" b="1"/>
          </a:p>
        </p:txBody>
      </p:sp>
    </p:spTree>
    <p:extLst>
      <p:ext uri="{BB962C8B-B14F-4D97-AF65-F5344CB8AC3E}">
        <p14:creationId xmlns:p14="http://schemas.microsoft.com/office/powerpoint/2010/main" val="1951388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E63A3-F62E-5B4B-8422-7B9ED83BFA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A9446E-148E-EA3B-3A87-DA43E98DDD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F075EA-6FAA-0273-79C2-32FDBA436CF4}"/>
              </a:ext>
            </a:extLst>
          </p:cNvPr>
          <p:cNvSpPr>
            <a:spLocks noGrp="1"/>
          </p:cNvSpPr>
          <p:nvPr>
            <p:ph type="dt" sz="half" idx="10"/>
          </p:nvPr>
        </p:nvSpPr>
        <p:spPr>
          <a:xfrm>
            <a:off x="838200" y="6356350"/>
            <a:ext cx="2743200" cy="365125"/>
          </a:xfrm>
          <a:prstGeom prst="rect">
            <a:avLst/>
          </a:prstGeom>
        </p:spPr>
        <p:txBody>
          <a:bodyPr/>
          <a:lstStyle>
            <a:lvl1pPr>
              <a:defRPr b="1">
                <a:solidFill>
                  <a:schemeClr val="accent1"/>
                </a:solidFill>
              </a:defRPr>
            </a:lvl1pPr>
          </a:lstStyle>
          <a:p>
            <a:endParaRPr lang="en-US"/>
          </a:p>
        </p:txBody>
      </p:sp>
      <p:sp>
        <p:nvSpPr>
          <p:cNvPr id="5" name="Footer Placeholder 4">
            <a:extLst>
              <a:ext uri="{FF2B5EF4-FFF2-40B4-BE49-F238E27FC236}">
                <a16:creationId xmlns:a16="http://schemas.microsoft.com/office/drawing/2014/main" id="{A9CF8639-9EDA-7D4C-E6A2-69543F9DBF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5009BF-06E4-D908-9E4C-DA2E0312719E}"/>
              </a:ext>
            </a:extLst>
          </p:cNvPr>
          <p:cNvSpPr>
            <a:spLocks noGrp="1"/>
          </p:cNvSpPr>
          <p:nvPr>
            <p:ph type="sldNum" sz="quarter" idx="12"/>
          </p:nvPr>
        </p:nvSpPr>
        <p:spPr>
          <a:xfrm>
            <a:off x="9387401" y="6356349"/>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106147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16F03-C84D-5B65-08E6-D09CCE3165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89C439-D1D9-C74F-ABFA-7EDBD3E885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E70A28-DD69-3A2F-4E8C-B3BBA7C09B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0F83DDF-38E9-6AE2-BB08-7B949ED367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5E7B63-9C43-BE62-9EF7-84DA43865F52}"/>
              </a:ext>
            </a:extLst>
          </p:cNvPr>
          <p:cNvSpPr>
            <a:spLocks noGrp="1"/>
          </p:cNvSpPr>
          <p:nvPr>
            <p:ph type="sldNum" sz="quarter" idx="12"/>
          </p:nvPr>
        </p:nvSpPr>
        <p:spPr>
          <a:xfrm>
            <a:off x="11694017" y="6356349"/>
            <a:ext cx="436584" cy="365125"/>
          </a:xfrm>
          <a:prstGeom prst="rect">
            <a:avLst/>
          </a:prstGeom>
        </p:spPr>
        <p:txBody>
          <a:bodyPr/>
          <a:lstStyle>
            <a:lvl1pPr>
              <a:defRPr sz="1800">
                <a:solidFill>
                  <a:schemeClr val="accent1"/>
                </a:solidFill>
              </a:defRPr>
            </a:lvl1pPr>
          </a:lstStyle>
          <a:p>
            <a:fld id="{6D22F896-40B5-4ADD-8801-0D06FADFA095}" type="slidenum">
              <a:rPr lang="en-US" smtClean="0"/>
              <a:pPr/>
              <a:t>‹#›</a:t>
            </a:fld>
            <a:endParaRPr lang="en-US"/>
          </a:p>
        </p:txBody>
      </p:sp>
      <p:pic>
        <p:nvPicPr>
          <p:cNvPr id="8" name="Picture 7">
            <a:extLst>
              <a:ext uri="{FF2B5EF4-FFF2-40B4-BE49-F238E27FC236}">
                <a16:creationId xmlns:a16="http://schemas.microsoft.com/office/drawing/2014/main" id="{090E0A56-7724-6BB4-3B0C-04B032DB1E01}"/>
              </a:ext>
            </a:extLst>
          </p:cNvPr>
          <p:cNvPicPr>
            <a:picLocks noChangeAspect="1"/>
          </p:cNvPicPr>
          <p:nvPr userDrawn="1"/>
        </p:nvPicPr>
        <p:blipFill>
          <a:blip r:embed="rId2"/>
          <a:stretch>
            <a:fillRect/>
          </a:stretch>
        </p:blipFill>
        <p:spPr>
          <a:xfrm>
            <a:off x="0" y="0"/>
            <a:ext cx="695458" cy="695458"/>
          </a:xfrm>
          <a:prstGeom prst="rect">
            <a:avLst/>
          </a:prstGeom>
        </p:spPr>
      </p:pic>
      <p:sp>
        <p:nvSpPr>
          <p:cNvPr id="9" name="Date Placeholder 3">
            <a:extLst>
              <a:ext uri="{FF2B5EF4-FFF2-40B4-BE49-F238E27FC236}">
                <a16:creationId xmlns:a16="http://schemas.microsoft.com/office/drawing/2014/main" id="{15D28ED1-D9EF-901B-4B10-00730CC0838C}"/>
              </a:ext>
            </a:extLst>
          </p:cNvPr>
          <p:cNvSpPr>
            <a:spLocks noGrp="1"/>
          </p:cNvSpPr>
          <p:nvPr>
            <p:ph type="dt" sz="half" idx="10"/>
          </p:nvPr>
        </p:nvSpPr>
        <p:spPr>
          <a:xfrm>
            <a:off x="838200" y="6356350"/>
            <a:ext cx="2743200" cy="365125"/>
          </a:xfrm>
          <a:prstGeom prst="rect">
            <a:avLst/>
          </a:prstGeom>
        </p:spPr>
        <p:txBody>
          <a:bodyPr/>
          <a:lstStyle>
            <a:lvl1pPr>
              <a:defRPr b="1">
                <a:solidFill>
                  <a:schemeClr val="accent1"/>
                </a:solidFill>
              </a:defRPr>
            </a:lvl1pPr>
          </a:lstStyle>
          <a:p>
            <a:endParaRPr lang="en-US"/>
          </a:p>
        </p:txBody>
      </p:sp>
    </p:spTree>
    <p:extLst>
      <p:ext uri="{BB962C8B-B14F-4D97-AF65-F5344CB8AC3E}">
        <p14:creationId xmlns:p14="http://schemas.microsoft.com/office/powerpoint/2010/main" val="211695877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068F-6ACC-A4BD-1998-C3BC7DEED9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EB2723-B67D-265F-FB40-61E35CB6C8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72263E-88EE-313B-D114-24FFAEE13B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40AFA2-4C1C-C432-3AFD-206C521AA5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47396D-05F7-9FCA-B501-2DEAFB54DA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A1C727DF-6B46-510D-53B5-EB7657ECA0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3A7152-277B-0720-934A-8EFCE2554555}"/>
              </a:ext>
            </a:extLst>
          </p:cNvPr>
          <p:cNvSpPr>
            <a:spLocks noGrp="1"/>
          </p:cNvSpPr>
          <p:nvPr>
            <p:ph type="sldNum" sz="quarter" idx="12"/>
          </p:nvPr>
        </p:nvSpPr>
        <p:spPr>
          <a:xfrm>
            <a:off x="11771289" y="6356349"/>
            <a:ext cx="359311" cy="365125"/>
          </a:xfrm>
          <a:prstGeom prst="rect">
            <a:avLst/>
          </a:prstGeom>
        </p:spPr>
        <p:txBody>
          <a:bodyPr/>
          <a:lstStyle>
            <a:lvl1pPr>
              <a:defRPr>
                <a:solidFill>
                  <a:schemeClr val="accent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004057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AADBC-86A8-BA69-EFFB-3256DFD837A7}"/>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B2C5AE72-E970-9CE3-557B-F80C5633C9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11CFF4-71A9-DBF1-EE91-EF73829DC121}"/>
              </a:ext>
            </a:extLst>
          </p:cNvPr>
          <p:cNvSpPr>
            <a:spLocks noGrp="1"/>
          </p:cNvSpPr>
          <p:nvPr>
            <p:ph type="sldNum" sz="quarter" idx="12"/>
          </p:nvPr>
        </p:nvSpPr>
        <p:spPr>
          <a:xfrm>
            <a:off x="11777729" y="6356349"/>
            <a:ext cx="352871"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898815500"/>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B7E256B-1435-7E67-7DEF-25487F3FFE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342E13-B5BA-8E00-A4A4-E8B36A650D01}"/>
              </a:ext>
            </a:extLst>
          </p:cNvPr>
          <p:cNvSpPr>
            <a:spLocks noGrp="1"/>
          </p:cNvSpPr>
          <p:nvPr>
            <p:ph type="sldNum" sz="quarter" idx="12"/>
          </p:nvPr>
        </p:nvSpPr>
        <p:spPr>
          <a:xfrm>
            <a:off x="11758411" y="6356349"/>
            <a:ext cx="37219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745573590"/>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E0DAA-88F4-76DA-D039-0922772ED2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F30A25-F455-0EBA-3039-331B78537C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4DDFFD-E831-29CA-B036-E369442BB5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40E7930E-8FD3-1E2D-DCAA-4949813E0B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0DB864-1017-1842-1DF3-C2FA96F4A6D0}"/>
              </a:ext>
            </a:extLst>
          </p:cNvPr>
          <p:cNvSpPr>
            <a:spLocks noGrp="1"/>
          </p:cNvSpPr>
          <p:nvPr>
            <p:ph type="sldNum" sz="quarter" idx="12"/>
          </p:nvPr>
        </p:nvSpPr>
        <p:spPr>
          <a:xfrm>
            <a:off x="11700455" y="6356349"/>
            <a:ext cx="430145"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656464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DA0E3-2525-E58F-45F6-3A951907DA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89E2D1-C05F-B57C-DA05-518AC687DD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043445-957C-2ABE-566D-650B62FF9D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195EC89A-57B8-7D68-61E9-4C2D3D6389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2CD186-518F-03B0-2F53-6CE889AE6221}"/>
              </a:ext>
            </a:extLst>
          </p:cNvPr>
          <p:cNvSpPr>
            <a:spLocks noGrp="1"/>
          </p:cNvSpPr>
          <p:nvPr>
            <p:ph type="sldNum" sz="quarter" idx="12"/>
          </p:nvPr>
        </p:nvSpPr>
        <p:spPr>
          <a:xfrm>
            <a:off x="11777729" y="6356349"/>
            <a:ext cx="352871"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796696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2547F-3446-38AB-8CB9-C3D687B740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0D3A33-C09F-A6D8-6B63-02082F4696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2CE92E-81A8-07F1-730C-81558D9BC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D56C8-1B97-48EF-38DB-29E5E336B78E}"/>
              </a:ext>
            </a:extLst>
          </p:cNvPr>
          <p:cNvSpPr>
            <a:spLocks noGrp="1"/>
          </p:cNvSpPr>
          <p:nvPr>
            <p:ph type="sldNum" sz="quarter" idx="12"/>
          </p:nvPr>
        </p:nvSpPr>
        <p:spPr>
          <a:xfrm>
            <a:off x="11784169" y="6356349"/>
            <a:ext cx="346432"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4429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BBC693-8F79-3FBB-66E8-495D7E8D9F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DE8710-F0C9-7863-2B7D-9A0A316740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0060B34-2204-2426-1B54-30A6E967B5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27A91E-6E16-A894-AA23-2A4C6059E166}"/>
              </a:ext>
            </a:extLst>
          </p:cNvPr>
          <p:cNvSpPr>
            <a:spLocks noGrp="1"/>
          </p:cNvSpPr>
          <p:nvPr>
            <p:ph type="sldNum" sz="quarter" idx="12"/>
          </p:nvPr>
        </p:nvSpPr>
        <p:spPr>
          <a:xfrm>
            <a:off x="11764851" y="6356349"/>
            <a:ext cx="36575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811035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Two">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04AFC1-E873-E148-847B-FFF4DD6EBA4F}"/>
              </a:ext>
            </a:extLst>
          </p:cNvPr>
          <p:cNvSpPr/>
          <p:nvPr userDrawn="1"/>
        </p:nvSpPr>
        <p:spPr>
          <a:xfrm>
            <a:off x="0" y="-125896"/>
            <a:ext cx="12192000" cy="6911009"/>
          </a:xfrm>
          <a:prstGeom prst="rect">
            <a:avLst/>
          </a:prstGeom>
          <a:solidFill>
            <a:srgbClr val="0037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FBD5E85-9BBB-404D-BCF8-F4DA489224BF}"/>
              </a:ext>
            </a:extLst>
          </p:cNvPr>
          <p:cNvSpPr/>
          <p:nvPr userDrawn="1"/>
        </p:nvSpPr>
        <p:spPr>
          <a:xfrm>
            <a:off x="-1" y="6782348"/>
            <a:ext cx="12192001" cy="8581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8DF2B368-F406-6242-8DCD-AD945C42F255}"/>
              </a:ext>
            </a:extLst>
          </p:cNvPr>
          <p:cNvSpPr>
            <a:spLocks noGrp="1"/>
          </p:cNvSpPr>
          <p:nvPr>
            <p:ph type="ctrTitle"/>
          </p:nvPr>
        </p:nvSpPr>
        <p:spPr>
          <a:xfrm>
            <a:off x="1524000" y="1122363"/>
            <a:ext cx="9144000" cy="2387600"/>
          </a:xfrm>
        </p:spPr>
        <p:txBody>
          <a:bodyPr anchor="b">
            <a:normAutofit/>
          </a:bodyPr>
          <a:lstStyle>
            <a:lvl1pPr algn="ctr">
              <a:defRPr sz="4400" b="1" baseline="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16" name="Subtitle 2">
            <a:extLst>
              <a:ext uri="{FF2B5EF4-FFF2-40B4-BE49-F238E27FC236}">
                <a16:creationId xmlns:a16="http://schemas.microsoft.com/office/drawing/2014/main" id="{1586C1A8-BA03-394A-BFB7-5225359AA275}"/>
              </a:ext>
            </a:extLst>
          </p:cNvPr>
          <p:cNvSpPr>
            <a:spLocks noGrp="1"/>
          </p:cNvSpPr>
          <p:nvPr>
            <p:ph type="subTitle" idx="1"/>
          </p:nvPr>
        </p:nvSpPr>
        <p:spPr>
          <a:xfrm>
            <a:off x="1524000" y="3602038"/>
            <a:ext cx="9144000" cy="1655762"/>
          </a:xfrm>
        </p:spPr>
        <p:txBody>
          <a:bodyPr/>
          <a:lstStyle>
            <a:lvl1pPr marL="0" indent="0" algn="ctr">
              <a:buNone/>
              <a:defRPr sz="2400" b="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Rectangle 16">
            <a:extLst>
              <a:ext uri="{FF2B5EF4-FFF2-40B4-BE49-F238E27FC236}">
                <a16:creationId xmlns:a16="http://schemas.microsoft.com/office/drawing/2014/main" id="{34F6AD1A-9583-9941-BA40-B8DB7AA5FB61}"/>
              </a:ext>
            </a:extLst>
          </p:cNvPr>
          <p:cNvSpPr/>
          <p:nvPr userDrawn="1"/>
        </p:nvSpPr>
        <p:spPr>
          <a:xfrm>
            <a:off x="12130601" y="1"/>
            <a:ext cx="74554" cy="914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70E4774-6BB1-E68A-618A-8B983CAF6C5F}"/>
              </a:ext>
            </a:extLst>
          </p:cNvPr>
          <p:cNvPicPr>
            <a:picLocks noChangeAspect="1"/>
          </p:cNvPicPr>
          <p:nvPr userDrawn="1"/>
        </p:nvPicPr>
        <p:blipFill>
          <a:blip r:embed="rId2"/>
          <a:stretch>
            <a:fillRect/>
          </a:stretch>
        </p:blipFill>
        <p:spPr>
          <a:xfrm>
            <a:off x="11277598" y="-125896"/>
            <a:ext cx="914401" cy="914401"/>
          </a:xfrm>
          <a:prstGeom prst="rect">
            <a:avLst/>
          </a:prstGeom>
        </p:spPr>
      </p:pic>
    </p:spTree>
    <p:extLst>
      <p:ext uri="{BB962C8B-B14F-4D97-AF65-F5344CB8AC3E}">
        <p14:creationId xmlns:p14="http://schemas.microsoft.com/office/powerpoint/2010/main" val="2977045069"/>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82"/>
        <p:cNvGrpSpPr/>
        <p:nvPr/>
      </p:nvGrpSpPr>
      <p:grpSpPr>
        <a:xfrm>
          <a:off x="0" y="0"/>
          <a:ext cx="0" cy="0"/>
          <a:chOff x="0" y="0"/>
          <a:chExt cx="0" cy="0"/>
        </a:xfrm>
      </p:grpSpPr>
      <p:sp>
        <p:nvSpPr>
          <p:cNvPr id="83" name="Google Shape;83;p13"/>
          <p:cNvSpPr txBox="1">
            <a:spLocks noGrp="1"/>
          </p:cNvSpPr>
          <p:nvPr>
            <p:ph type="sldNum" idx="12"/>
          </p:nvPr>
        </p:nvSpPr>
        <p:spPr>
          <a:xfrm>
            <a:off x="11409045" y="6333135"/>
            <a:ext cx="731600" cy="524800"/>
          </a:xfrm>
          <a:prstGeom prst="rect">
            <a:avLst/>
          </a:prstGeom>
        </p:spPr>
        <p:txBody>
          <a:bodyPr spcFirstLastPara="1" wrap="square" lIns="91425" tIns="91425" rIns="91425" bIns="91425" anchor="t" anchorCtr="0">
            <a:normAutofit/>
          </a:bodyPr>
          <a:lstStyle>
            <a:lvl1pPr lvl="0">
              <a:buNone/>
              <a:defRPr sz="1733"/>
            </a:lvl1pPr>
            <a:lvl2pPr lvl="1">
              <a:buNone/>
              <a:defRPr sz="1733"/>
            </a:lvl2pPr>
            <a:lvl3pPr lvl="2">
              <a:buNone/>
              <a:defRPr sz="1733"/>
            </a:lvl3pPr>
            <a:lvl4pPr lvl="3">
              <a:buNone/>
              <a:defRPr sz="1733"/>
            </a:lvl4pPr>
            <a:lvl5pPr lvl="4">
              <a:buNone/>
              <a:defRPr sz="1733"/>
            </a:lvl5pPr>
            <a:lvl6pPr lvl="5">
              <a:buNone/>
              <a:defRPr sz="1733"/>
            </a:lvl6pPr>
            <a:lvl7pPr lvl="6">
              <a:buNone/>
              <a:defRPr sz="1733"/>
            </a:lvl7pPr>
            <a:lvl8pPr lvl="7">
              <a:buNone/>
              <a:defRPr sz="1733"/>
            </a:lvl8pPr>
            <a:lvl9pPr lvl="8">
              <a:buNone/>
              <a:defRPr sz="1733"/>
            </a:lvl9pPr>
          </a:lstStyle>
          <a:p>
            <a:fld id="{00000000-1234-1234-1234-123412341234}" type="slidenum">
              <a:rPr lang="en" smtClean="0"/>
              <a:pPr/>
              <a:t>‹#›</a:t>
            </a:fld>
            <a:endParaRPr lang="en"/>
          </a:p>
        </p:txBody>
      </p:sp>
      <p:sp>
        <p:nvSpPr>
          <p:cNvPr id="2" name="Footer Placeholder 1">
            <a:extLst>
              <a:ext uri="{FF2B5EF4-FFF2-40B4-BE49-F238E27FC236}">
                <a16:creationId xmlns:a16="http://schemas.microsoft.com/office/drawing/2014/main" id="{F59D0B79-B144-4C10-8FDE-E9E6C7B8F1D0}"/>
              </a:ext>
            </a:extLst>
          </p:cNvPr>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65657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471201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41285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38954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49921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76118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815926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21912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6142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36727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375013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8219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BDCAAC-83DA-DCDB-F01D-C07C55B245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623FE4-CF27-DA4D-F97E-9C5893D843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5841F2A2-B0B0-325C-ABF0-6BBD296ABC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8" name="Rectangle 7">
            <a:extLst>
              <a:ext uri="{FF2B5EF4-FFF2-40B4-BE49-F238E27FC236}">
                <a16:creationId xmlns:a16="http://schemas.microsoft.com/office/drawing/2014/main" id="{BC75B324-6868-B6D0-E63B-2F5E64E4A2D2}"/>
              </a:ext>
            </a:extLst>
          </p:cNvPr>
          <p:cNvSpPr/>
          <p:nvPr userDrawn="1"/>
        </p:nvSpPr>
        <p:spPr>
          <a:xfrm>
            <a:off x="12130601" y="1"/>
            <a:ext cx="74554" cy="914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616B505-06C4-BD9B-D255-F79544B59375}"/>
              </a:ext>
            </a:extLst>
          </p:cNvPr>
          <p:cNvSpPr/>
          <p:nvPr userDrawn="1"/>
        </p:nvSpPr>
        <p:spPr>
          <a:xfrm>
            <a:off x="-1" y="6782348"/>
            <a:ext cx="12192001" cy="8581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6C350268-F319-5772-562F-C487E065EA4A}"/>
              </a:ext>
            </a:extLst>
          </p:cNvPr>
          <p:cNvPicPr>
            <a:picLocks noChangeAspect="1"/>
          </p:cNvPicPr>
          <p:nvPr userDrawn="1"/>
        </p:nvPicPr>
        <p:blipFill>
          <a:blip r:embed="rId15"/>
          <a:stretch>
            <a:fillRect/>
          </a:stretch>
        </p:blipFill>
        <p:spPr>
          <a:xfrm>
            <a:off x="11490675" y="8438"/>
            <a:ext cx="639926" cy="639926"/>
          </a:xfrm>
          <a:prstGeom prst="rect">
            <a:avLst/>
          </a:prstGeom>
        </p:spPr>
      </p:pic>
    </p:spTree>
    <p:extLst>
      <p:ext uri="{BB962C8B-B14F-4D97-AF65-F5344CB8AC3E}">
        <p14:creationId xmlns:p14="http://schemas.microsoft.com/office/powerpoint/2010/main" val="403925978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700" r:id="rId12"/>
    <p:sldLayoutId id="2147483703" r:id="rId13"/>
  </p:sldLayoutIdLst>
  <p:transition spd="slow">
    <p:fad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331470"/>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20_0.xml"/><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18" Type="http://schemas.openxmlformats.org/officeDocument/2006/relationships/diagramData" Target="../diagrams/data5.xml"/><Relationship Id="rId3" Type="http://schemas.openxmlformats.org/officeDocument/2006/relationships/diagramData" Target="../diagrams/data2.xml"/><Relationship Id="rId21" Type="http://schemas.openxmlformats.org/officeDocument/2006/relationships/diagramColors" Target="../diagrams/colors5.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notesSlide" Target="../notesSlides/notesSlide3.xml"/><Relationship Id="rId16" Type="http://schemas.openxmlformats.org/officeDocument/2006/relationships/diagramColors" Target="../diagrams/colors4.xml"/><Relationship Id="rId20" Type="http://schemas.openxmlformats.org/officeDocument/2006/relationships/diagramQuickStyle" Target="../diagrams/quickStyle5.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19" Type="http://schemas.openxmlformats.org/officeDocument/2006/relationships/diagramLayout" Target="../diagrams/layout5.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 Id="rId22" Type="http://schemas.microsoft.com/office/2007/relationships/diagramDrawing" Target="../diagrams/drawing5.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8.xml"/><Relationship Id="rId7" Type="http://schemas.microsoft.com/office/2007/relationships/diagramDrawing" Target="../diagrams/drawing8.xml"/><Relationship Id="rId2" Type="http://schemas.microsoft.com/office/2018/10/relationships/comments" Target="../comments/modernComment_113_5615AB18.xml"/><Relationship Id="rId1" Type="http://schemas.openxmlformats.org/officeDocument/2006/relationships/slideLayout" Target="../slideLayouts/slideLayout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2E_817657EF.xml"/><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microsoft.com/office/2007/relationships/diagramDrawing" Target="../diagrams/drawing9.xml"/><Relationship Id="rId3" Type="http://schemas.microsoft.com/office/2018/10/relationships/comments" Target="../comments/modernComment_11E_A57BFB30.xml"/><Relationship Id="rId7" Type="http://schemas.openxmlformats.org/officeDocument/2006/relationships/diagramColors" Target="../diagrams/colors9.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9.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 Id="rId9"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microsoft.com/office/2007/relationships/diagramDrawing" Target="../diagrams/drawing11.xml"/><Relationship Id="rId13" Type="http://schemas.microsoft.com/office/2007/relationships/diagramDrawing" Target="../diagrams/drawing12.xml"/><Relationship Id="rId3" Type="http://schemas.microsoft.com/office/2018/10/relationships/comments" Target="../comments/modernComment_124_272A2031.xml"/><Relationship Id="rId7" Type="http://schemas.openxmlformats.org/officeDocument/2006/relationships/diagramColors" Target="../diagrams/colors11.xml"/><Relationship Id="rId12" Type="http://schemas.openxmlformats.org/officeDocument/2006/relationships/diagramColors" Target="../diagrams/colors12.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QuickStyle" Target="../diagrams/quickStyle11.xml"/><Relationship Id="rId11" Type="http://schemas.openxmlformats.org/officeDocument/2006/relationships/diagramQuickStyle" Target="../diagrams/quickStyle12.xml"/><Relationship Id="rId5" Type="http://schemas.openxmlformats.org/officeDocument/2006/relationships/diagramLayout" Target="../diagrams/layout11.xml"/><Relationship Id="rId10" Type="http://schemas.openxmlformats.org/officeDocument/2006/relationships/diagramLayout" Target="../diagrams/layout12.xml"/><Relationship Id="rId4" Type="http://schemas.openxmlformats.org/officeDocument/2006/relationships/diagramData" Target="../diagrams/data11.xml"/><Relationship Id="rId9" Type="http://schemas.openxmlformats.org/officeDocument/2006/relationships/diagramData" Target="../diagrams/data12.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3.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29.png"/><Relationship Id="rId7" Type="http://schemas.openxmlformats.org/officeDocument/2006/relationships/diagramColors" Target="../diagrams/colors14.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14.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image" Target="../media/image30.png"/><Relationship Id="rId7" Type="http://schemas.openxmlformats.org/officeDocument/2006/relationships/diagramColors" Target="../diagrams/colors15.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8.xml"/><Relationship Id="rId7" Type="http://schemas.openxmlformats.org/officeDocument/2006/relationships/image" Target="../media/image33.png"/><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8.xml.rels><?xml version="1.0" encoding="UTF-8" standalone="yes"?>
<Relationships xmlns="http://schemas.openxmlformats.org/package/2006/relationships"><Relationship Id="rId8" Type="http://schemas.microsoft.com/office/2007/relationships/diagramDrawing" Target="../diagrams/drawing19.xml"/><Relationship Id="rId3" Type="http://schemas.microsoft.com/office/2018/10/relationships/comments" Target="../comments/modernComment_123_7CE4B8.xml"/><Relationship Id="rId7" Type="http://schemas.openxmlformats.org/officeDocument/2006/relationships/diagramColors" Target="../diagrams/colors19.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20.xml"/><Relationship Id="rId13" Type="http://schemas.openxmlformats.org/officeDocument/2006/relationships/diagramColors" Target="../diagrams/colors21.xml"/><Relationship Id="rId3" Type="http://schemas.openxmlformats.org/officeDocument/2006/relationships/slideLayout" Target="../slideLayouts/slideLayout4.xml"/><Relationship Id="rId7" Type="http://schemas.openxmlformats.org/officeDocument/2006/relationships/diagramQuickStyle" Target="../diagrams/quickStyle20.xml"/><Relationship Id="rId12" Type="http://schemas.openxmlformats.org/officeDocument/2006/relationships/diagramQuickStyle" Target="../diagrams/quickStyle2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diagramLayout" Target="../diagrams/layout20.xml"/><Relationship Id="rId11" Type="http://schemas.openxmlformats.org/officeDocument/2006/relationships/diagramLayout" Target="../diagrams/layout21.xml"/><Relationship Id="rId5" Type="http://schemas.openxmlformats.org/officeDocument/2006/relationships/diagramData" Target="../diagrams/data20.xml"/><Relationship Id="rId15" Type="http://schemas.openxmlformats.org/officeDocument/2006/relationships/image" Target="../media/image38.png"/><Relationship Id="rId10" Type="http://schemas.openxmlformats.org/officeDocument/2006/relationships/diagramData" Target="../diagrams/data21.xml"/><Relationship Id="rId4" Type="http://schemas.openxmlformats.org/officeDocument/2006/relationships/notesSlide" Target="../notesSlides/notesSlide15.xml"/><Relationship Id="rId9" Type="http://schemas.microsoft.com/office/2007/relationships/diagramDrawing" Target="../diagrams/drawing20.xml"/><Relationship Id="rId14" Type="http://schemas.microsoft.com/office/2007/relationships/diagramDrawing" Target="../diagrams/drawing21.xml"/></Relationships>
</file>

<file path=ppt/slides/_rels/slide20.xml.rels><?xml version="1.0" encoding="UTF-8" standalone="yes"?>
<Relationships xmlns="http://schemas.openxmlformats.org/package/2006/relationships"><Relationship Id="rId8" Type="http://schemas.openxmlformats.org/officeDocument/2006/relationships/diagramColors" Target="../diagrams/colors22.xml"/><Relationship Id="rId13" Type="http://schemas.openxmlformats.org/officeDocument/2006/relationships/diagramColors" Target="../diagrams/colors23.xml"/><Relationship Id="rId3" Type="http://schemas.openxmlformats.org/officeDocument/2006/relationships/slideLayout" Target="../slideLayouts/slideLayout4.xml"/><Relationship Id="rId7" Type="http://schemas.openxmlformats.org/officeDocument/2006/relationships/diagramQuickStyle" Target="../diagrams/quickStyle22.xml"/><Relationship Id="rId12" Type="http://schemas.openxmlformats.org/officeDocument/2006/relationships/diagramQuickStyle" Target="../diagrams/quickStyle23.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diagramLayout" Target="../diagrams/layout22.xml"/><Relationship Id="rId11" Type="http://schemas.openxmlformats.org/officeDocument/2006/relationships/diagramLayout" Target="../diagrams/layout23.xml"/><Relationship Id="rId5" Type="http://schemas.openxmlformats.org/officeDocument/2006/relationships/diagramData" Target="../diagrams/data22.xml"/><Relationship Id="rId15" Type="http://schemas.openxmlformats.org/officeDocument/2006/relationships/image" Target="../media/image41.png"/><Relationship Id="rId10" Type="http://schemas.openxmlformats.org/officeDocument/2006/relationships/diagramData" Target="../diagrams/data23.xml"/><Relationship Id="rId4" Type="http://schemas.openxmlformats.org/officeDocument/2006/relationships/notesSlide" Target="../notesSlides/notesSlide16.xml"/><Relationship Id="rId9" Type="http://schemas.microsoft.com/office/2007/relationships/diagramDrawing" Target="../diagrams/drawing22.xml"/><Relationship Id="rId14" Type="http://schemas.microsoft.com/office/2007/relationships/diagramDrawing" Target="../diagrams/drawing23.xml"/></Relationships>
</file>

<file path=ppt/slides/_rels/slide21.xml.rels><?xml version="1.0" encoding="UTF-8" standalone="yes"?>
<Relationships xmlns="http://schemas.openxmlformats.org/package/2006/relationships"><Relationship Id="rId8" Type="http://schemas.openxmlformats.org/officeDocument/2006/relationships/diagramColors" Target="../diagrams/colors24.xml"/><Relationship Id="rId13" Type="http://schemas.openxmlformats.org/officeDocument/2006/relationships/diagramColors" Target="../diagrams/colors25.xml"/><Relationship Id="rId3" Type="http://schemas.openxmlformats.org/officeDocument/2006/relationships/slideLayout" Target="../slideLayouts/slideLayout4.xml"/><Relationship Id="rId7" Type="http://schemas.openxmlformats.org/officeDocument/2006/relationships/diagramQuickStyle" Target="../diagrams/quickStyle24.xml"/><Relationship Id="rId12" Type="http://schemas.openxmlformats.org/officeDocument/2006/relationships/diagramQuickStyle" Target="../diagrams/quickStyle25.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diagramLayout" Target="../diagrams/layout24.xml"/><Relationship Id="rId11" Type="http://schemas.openxmlformats.org/officeDocument/2006/relationships/diagramLayout" Target="../diagrams/layout25.xml"/><Relationship Id="rId5" Type="http://schemas.openxmlformats.org/officeDocument/2006/relationships/diagramData" Target="../diagrams/data24.xml"/><Relationship Id="rId15" Type="http://schemas.openxmlformats.org/officeDocument/2006/relationships/image" Target="../media/image42.png"/><Relationship Id="rId10" Type="http://schemas.openxmlformats.org/officeDocument/2006/relationships/diagramData" Target="../diagrams/data25.xml"/><Relationship Id="rId4" Type="http://schemas.openxmlformats.org/officeDocument/2006/relationships/notesSlide" Target="../notesSlides/notesSlide17.xml"/><Relationship Id="rId9" Type="http://schemas.microsoft.com/office/2007/relationships/diagramDrawing" Target="../diagrams/drawing24.xml"/><Relationship Id="rId14" Type="http://schemas.microsoft.com/office/2007/relationships/diagramDrawing" Target="../diagrams/drawing25.xml"/></Relationships>
</file>

<file path=ppt/slides/_rels/slide22.xml.rels><?xml version="1.0" encoding="UTF-8" standalone="yes"?>
<Relationships xmlns="http://schemas.openxmlformats.org/package/2006/relationships"><Relationship Id="rId8" Type="http://schemas.openxmlformats.org/officeDocument/2006/relationships/diagramColors" Target="../diagrams/colors26.xml"/><Relationship Id="rId3" Type="http://schemas.openxmlformats.org/officeDocument/2006/relationships/slideLayout" Target="../slideLayouts/slideLayout2.xml"/><Relationship Id="rId7" Type="http://schemas.openxmlformats.org/officeDocument/2006/relationships/diagramQuickStyle" Target="../diagrams/quickStyle26.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diagramLayout" Target="../diagrams/layout26.xml"/><Relationship Id="rId5" Type="http://schemas.openxmlformats.org/officeDocument/2006/relationships/diagramData" Target="../diagrams/data26.xml"/><Relationship Id="rId10" Type="http://schemas.openxmlformats.org/officeDocument/2006/relationships/image" Target="../media/image43.png"/><Relationship Id="rId4" Type="http://schemas.openxmlformats.org/officeDocument/2006/relationships/notesSlide" Target="../notesSlides/notesSlide18.xml"/><Relationship Id="rId9" Type="http://schemas.microsoft.com/office/2007/relationships/diagramDrawing" Target="../diagrams/drawing26.xml"/></Relationships>
</file>

<file path=ppt/slides/_rels/slide2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1" y="-20876"/>
            <a:ext cx="5402511" cy="6774494"/>
          </a:xfrm>
          <a:prstGeom prst="rect">
            <a:avLst/>
          </a:prstGeom>
          <a:solidFill>
            <a:schemeClr val="accent1">
              <a:lumMod val="75000"/>
            </a:schemeClr>
          </a:solidFill>
          <a:ln w="82550">
            <a:solidFill>
              <a:srgbClr val="0D1117">
                <a:alpha val="87000"/>
              </a:srgbClr>
            </a:solidFill>
            <a:prstDash val="solid"/>
          </a:ln>
        </p:spPr>
        <p:txBody>
          <a:bodyPr lIns="91440" tIns="45720" rIns="91440" bIns="45720" anchor="t"/>
          <a:lstStyle/>
          <a:p>
            <a:endParaRPr lang="en-US" dirty="0"/>
          </a:p>
        </p:txBody>
      </p:sp>
      <p:sp>
        <p:nvSpPr>
          <p:cNvPr id="4" name="Shape 1"/>
          <p:cNvSpPr/>
          <p:nvPr/>
        </p:nvSpPr>
        <p:spPr>
          <a:xfrm>
            <a:off x="658368" y="953564"/>
            <a:ext cx="109728" cy="4108329"/>
          </a:xfrm>
          <a:prstGeom prst="rect">
            <a:avLst/>
          </a:prstGeom>
          <a:solidFill>
            <a:srgbClr val="F0B44D"/>
          </a:solidFill>
          <a:ln w="12700">
            <a:solidFill>
              <a:srgbClr val="F0B44D"/>
            </a:solidFill>
            <a:prstDash val="solid"/>
          </a:ln>
        </p:spPr>
        <p:txBody>
          <a:bodyPr/>
          <a:lstStyle/>
          <a:p>
            <a:endParaRPr lang="en-US"/>
          </a:p>
        </p:txBody>
      </p:sp>
      <p:sp>
        <p:nvSpPr>
          <p:cNvPr id="5" name="Text 2"/>
          <p:cNvSpPr/>
          <p:nvPr/>
        </p:nvSpPr>
        <p:spPr>
          <a:xfrm>
            <a:off x="1010871" y="952452"/>
            <a:ext cx="3756758" cy="2310892"/>
          </a:xfrm>
          <a:prstGeom prst="rect">
            <a:avLst/>
          </a:prstGeom>
          <a:noFill/>
          <a:ln/>
        </p:spPr>
        <p:txBody>
          <a:bodyPr wrap="square" lIns="0" tIns="0" rIns="0" bIns="0" rtlCol="0" anchor="ctr"/>
          <a:lstStyle/>
          <a:p>
            <a:pPr marL="0" indent="0" algn="ctr">
              <a:buNone/>
            </a:pPr>
            <a:r>
              <a:rPr lang="en-US" sz="4800" b="1">
                <a:solidFill>
                  <a:srgbClr val="FFFFFF"/>
                </a:solidFill>
              </a:rPr>
              <a:t>Forecasting</a:t>
            </a:r>
            <a:endParaRPr lang="en-US" sz="4800">
              <a:solidFill>
                <a:srgbClr val="000000"/>
              </a:solidFill>
            </a:endParaRPr>
          </a:p>
          <a:p>
            <a:pPr marL="0" indent="0" algn="ctr">
              <a:buNone/>
            </a:pPr>
            <a:r>
              <a:rPr lang="en-US" sz="4800" b="1">
                <a:solidFill>
                  <a:srgbClr val="FFFFFF"/>
                </a:solidFill>
              </a:rPr>
              <a:t>NYC Rat Activity</a:t>
            </a:r>
            <a:endParaRPr lang="en-US" sz="4800">
              <a:solidFill>
                <a:srgbClr val="000000"/>
              </a:solidFill>
            </a:endParaRPr>
          </a:p>
        </p:txBody>
      </p:sp>
      <p:sp>
        <p:nvSpPr>
          <p:cNvPr id="7" name="Text 4"/>
          <p:cNvSpPr/>
          <p:nvPr/>
        </p:nvSpPr>
        <p:spPr>
          <a:xfrm>
            <a:off x="1068021" y="3708602"/>
            <a:ext cx="3643088" cy="926822"/>
          </a:xfrm>
          <a:prstGeom prst="rect">
            <a:avLst/>
          </a:prstGeom>
          <a:noFill/>
          <a:ln w="25400">
            <a:solidFill>
              <a:srgbClr val="0D1117">
                <a:alpha val="17000"/>
              </a:srgbClr>
            </a:solidFill>
          </a:ln>
        </p:spPr>
        <p:txBody>
          <a:bodyPr wrap="square" lIns="0" tIns="0" rIns="0" bIns="0" rtlCol="0" anchor="ctr"/>
          <a:lstStyle/>
          <a:p>
            <a:pPr marL="0" indent="0" algn="ctr">
              <a:buNone/>
            </a:pPr>
            <a:r>
              <a:rPr lang="en-US" b="1">
                <a:solidFill>
                  <a:srgbClr val="BAC4CF"/>
                </a:solidFill>
              </a:rPr>
              <a:t>Erdos Data Science Project</a:t>
            </a:r>
            <a:endParaRPr lang="en-US"/>
          </a:p>
          <a:p>
            <a:pPr marL="0" indent="0" algn="ctr">
              <a:buNone/>
            </a:pPr>
            <a:r>
              <a:rPr lang="en-US" b="1">
                <a:solidFill>
                  <a:srgbClr val="BAC4CF"/>
                </a:solidFill>
              </a:rPr>
              <a:t>“spring-2026-rat-activity-nyc”</a:t>
            </a:r>
          </a:p>
        </p:txBody>
      </p:sp>
      <p:sp>
        <p:nvSpPr>
          <p:cNvPr id="9" name="Text 6"/>
          <p:cNvSpPr/>
          <p:nvPr/>
        </p:nvSpPr>
        <p:spPr>
          <a:xfrm>
            <a:off x="7498080" y="6473952"/>
            <a:ext cx="4206240" cy="146304"/>
          </a:xfrm>
          <a:prstGeom prst="rect">
            <a:avLst/>
          </a:prstGeom>
          <a:noFill/>
          <a:ln/>
        </p:spPr>
        <p:txBody>
          <a:bodyPr wrap="square" lIns="0" tIns="0" rIns="0" bIns="0" rtlCol="0" anchor="ctr"/>
          <a:lstStyle/>
          <a:p>
            <a:pPr marL="0" indent="0" algn="r">
              <a:buNone/>
            </a:pPr>
            <a:r>
              <a:rPr lang="en-US" sz="810">
                <a:solidFill>
                  <a:srgbClr val="E7EDF2"/>
                </a:solidFill>
              </a:rPr>
              <a:t>Title photo: G. Scott Segler / Wikimedia Commons</a:t>
            </a:r>
            <a:endParaRPr lang="en-US" sz="810"/>
          </a:p>
        </p:txBody>
      </p:sp>
      <p:pic>
        <p:nvPicPr>
          <p:cNvPr id="10" name="Picture Placeholder 1">
            <a:extLst>
              <a:ext uri="{FF2B5EF4-FFF2-40B4-BE49-F238E27FC236}">
                <a16:creationId xmlns:a16="http://schemas.microsoft.com/office/drawing/2014/main" id="{8DCEC30B-2367-14E1-909F-70CA805323E7}"/>
              </a:ext>
            </a:extLst>
          </p:cNvPr>
          <p:cNvPicPr>
            <a:picLocks noChangeAspect="1"/>
          </p:cNvPicPr>
          <p:nvPr/>
        </p:nvPicPr>
        <p:blipFill>
          <a:blip r:embed="rId4"/>
          <a:stretch>
            <a:fillRect/>
          </a:stretch>
        </p:blipFill>
        <p:spPr>
          <a:xfrm>
            <a:off x="5411492" y="-62629"/>
            <a:ext cx="6790947" cy="6868438"/>
          </a:xfrm>
          <a:prstGeom prst="rect">
            <a:avLst/>
          </a:prstGeom>
          <a:noFill/>
        </p:spPr>
      </p:pic>
      <p:sp>
        <p:nvSpPr>
          <p:cNvPr id="11" name="TextBox 10">
            <a:extLst>
              <a:ext uri="{FF2B5EF4-FFF2-40B4-BE49-F238E27FC236}">
                <a16:creationId xmlns:a16="http://schemas.microsoft.com/office/drawing/2014/main" id="{4C5A42C7-FA72-46EE-166F-9EEEB43DCEB3}"/>
              </a:ext>
            </a:extLst>
          </p:cNvPr>
          <p:cNvSpPr txBox="1"/>
          <p:nvPr/>
        </p:nvSpPr>
        <p:spPr>
          <a:xfrm>
            <a:off x="1060401" y="4647622"/>
            <a:ext cx="3658327" cy="1908215"/>
          </a:xfrm>
          <a:prstGeom prst="rect">
            <a:avLst/>
          </a:prstGeom>
          <a:noFill/>
          <a:ln w="25400">
            <a:solidFill>
              <a:schemeClr val="tx1">
                <a:alpha val="19000"/>
              </a:schemeClr>
            </a:solidFill>
          </a:ln>
        </p:spPr>
        <p:txBody>
          <a:bodyPr wrap="square" lIns="91440" tIns="45720" rIns="91440" bIns="45720" rtlCol="0" anchor="t">
            <a:spAutoFit/>
          </a:bodyPr>
          <a:lstStyle/>
          <a:p>
            <a:pPr algn="ctr"/>
            <a:endParaRPr lang="en-US" b="1" dirty="0">
              <a:solidFill>
                <a:schemeClr val="bg2"/>
              </a:solidFill>
            </a:endParaRPr>
          </a:p>
          <a:p>
            <a:pPr algn="ctr"/>
            <a:r>
              <a:rPr lang="en-US" b="1">
                <a:solidFill>
                  <a:schemeClr val="bg2"/>
                </a:solidFill>
              </a:rPr>
              <a:t>Krishna Aryal</a:t>
            </a:r>
            <a:endParaRPr lang="en-US" sz="1000">
              <a:solidFill>
                <a:schemeClr val="bg2"/>
              </a:solidFill>
            </a:endParaRPr>
          </a:p>
          <a:p>
            <a:pPr algn="ctr"/>
            <a:r>
              <a:rPr lang="en-US" b="1" dirty="0">
                <a:solidFill>
                  <a:schemeClr val="bg2"/>
                </a:solidFill>
              </a:rPr>
              <a:t>Kevin Dao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8E8E8"/>
                </a:solidFill>
                <a:effectLst/>
                <a:uLnTx/>
                <a:uFillTx/>
                <a:latin typeface="Aptos" panose="02110004020202020204"/>
                <a:ea typeface="+mn-ea"/>
                <a:cs typeface="+mn-cs"/>
              </a:rPr>
              <a:t>Yael Eisenberg</a:t>
            </a:r>
            <a:endParaRPr lang="en-US" sz="1000" b="0" i="0" u="none" strike="noStrike" kern="1200" cap="none" spc="0" normalizeH="0" baseline="0" noProof="0" dirty="0">
              <a:ln>
                <a:noFill/>
              </a:ln>
              <a:solidFill>
                <a:srgbClr val="E8E8E8"/>
              </a:solidFill>
              <a:effectLst/>
              <a:uLnTx/>
              <a:uFillTx/>
              <a:latin typeface="Aptos" panose="0211000402020202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8E8E8"/>
                </a:solidFill>
                <a:effectLst/>
                <a:uLnTx/>
                <a:uFillTx/>
                <a:latin typeface="Aptos" panose="02110004020202020204"/>
                <a:ea typeface="+mn-ea"/>
                <a:cs typeface="+mn-cs"/>
              </a:rPr>
              <a:t>Ifeoluwa Solomon</a:t>
            </a:r>
            <a:endParaRPr lang="en-US" sz="1000" b="0" i="0" u="none" strike="noStrike" kern="1200" cap="none" spc="0" normalizeH="0" baseline="0" noProof="0" dirty="0">
              <a:ln>
                <a:noFill/>
              </a:ln>
              <a:solidFill>
                <a:srgbClr val="E8E8E8"/>
              </a:solidFill>
              <a:effectLst/>
              <a:uLnTx/>
              <a:uFillTx/>
              <a:latin typeface="Aptos" panose="02110004020202020204"/>
            </a:endParaRPr>
          </a:p>
          <a:p>
            <a:pPr algn="ctr"/>
            <a:endParaRPr lang="en-US" sz="1000">
              <a:solidFill>
                <a:schemeClr val="bg2"/>
              </a:solidFill>
            </a:endParaRPr>
          </a:p>
          <a:p>
            <a:endParaRPr lang="en-US">
              <a:solidFill>
                <a:srgbClr val="000000"/>
              </a:solidFill>
            </a:endParaRPr>
          </a:p>
        </p:txBody>
      </p:sp>
    </p:spTree>
  </p:cSld>
  <p:clrMapOvr>
    <a:masterClrMapping/>
  </p:clrMapOvr>
  <p:transition spd="slow" advTm="1216">
    <p:fade/>
  </p:transition>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2B5AD-1374-6846-2036-25D54154824E}"/>
              </a:ext>
            </a:extLst>
          </p:cNvPr>
          <p:cNvSpPr>
            <a:spLocks noGrp="1"/>
          </p:cNvSpPr>
          <p:nvPr>
            <p:ph type="title"/>
          </p:nvPr>
        </p:nvSpPr>
        <p:spPr>
          <a:xfrm>
            <a:off x="838200" y="365125"/>
            <a:ext cx="10515600" cy="1325563"/>
          </a:xfrm>
        </p:spPr>
        <p:txBody>
          <a:bodyPr anchor="ctr">
            <a:normAutofit/>
          </a:bodyPr>
          <a:lstStyle/>
          <a:p>
            <a:r>
              <a:rPr lang="en-US" b="1"/>
              <a:t>Why this project matters:</a:t>
            </a:r>
          </a:p>
        </p:txBody>
      </p:sp>
      <p:graphicFrame>
        <p:nvGraphicFramePr>
          <p:cNvPr id="24" name="Content Placeholder 23">
            <a:extLst>
              <a:ext uri="{FF2B5EF4-FFF2-40B4-BE49-F238E27FC236}">
                <a16:creationId xmlns:a16="http://schemas.microsoft.com/office/drawing/2014/main" id="{4DD4FC88-2C19-2642-C8CE-E4EEC0A1C2EE}"/>
              </a:ext>
            </a:extLst>
          </p:cNvPr>
          <p:cNvGraphicFramePr>
            <a:graphicFrameLocks noGrp="1"/>
          </p:cNvGraphicFramePr>
          <p:nvPr>
            <p:ph sz="half" idx="1"/>
            <p:extLst>
              <p:ext uri="{D42A27DB-BD31-4B8C-83A1-F6EECF244321}">
                <p14:modId xmlns:p14="http://schemas.microsoft.com/office/powerpoint/2010/main" val="2772732084"/>
              </p:ext>
            </p:extLst>
          </p:nvPr>
        </p:nvGraphicFramePr>
        <p:xfrm>
          <a:off x="838200" y="1825625"/>
          <a:ext cx="2426024" cy="37614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8" name="Picture 17">
            <a:extLst>
              <a:ext uri="{FF2B5EF4-FFF2-40B4-BE49-F238E27FC236}">
                <a16:creationId xmlns:a16="http://schemas.microsoft.com/office/drawing/2014/main" id="{852E258B-3D42-972E-3377-9D00F6541877}"/>
              </a:ext>
            </a:extLst>
          </p:cNvPr>
          <p:cNvPicPr>
            <a:picLocks noChangeAspect="1"/>
          </p:cNvPicPr>
          <p:nvPr/>
        </p:nvPicPr>
        <p:blipFill>
          <a:blip r:embed="rId8">
            <a:extLst>
              <a:ext uri="{BEBA8EAE-BF5A-486C-A8C5-ECC9F3942E4B}">
                <a14:imgProps xmlns:a14="http://schemas.microsoft.com/office/drawing/2010/main">
                  <a14:imgLayer r:embed="rId9">
                    <a14:imgEffect>
                      <a14:colorTemperature colorTemp="6382"/>
                    </a14:imgEffect>
                    <a14:imgEffect>
                      <a14:saturation sat="400000"/>
                    </a14:imgEffect>
                  </a14:imgLayer>
                </a14:imgProps>
              </a:ext>
            </a:extLst>
          </a:blip>
          <a:stretch>
            <a:fillRect/>
          </a:stretch>
        </p:blipFill>
        <p:spPr>
          <a:xfrm>
            <a:off x="3365542" y="1844282"/>
            <a:ext cx="8432236" cy="3742786"/>
          </a:xfrm>
          <a:prstGeom prst="rect">
            <a:avLst/>
          </a:prstGeom>
          <a:noFill/>
          <a:effectLst>
            <a:glow rad="101600">
              <a:schemeClr val="accent1">
                <a:satMod val="175000"/>
                <a:alpha val="40000"/>
              </a:schemeClr>
            </a:glow>
            <a:outerShdw blurRad="63500" sx="102000" sy="102000" algn="ctr" rotWithShape="0">
              <a:prstClr val="black">
                <a:alpha val="40000"/>
              </a:prstClr>
            </a:outerShdw>
          </a:effectLst>
        </p:spPr>
      </p:pic>
      <p:sp>
        <p:nvSpPr>
          <p:cNvPr id="7" name="Slide Number Placeholder 6">
            <a:extLst>
              <a:ext uri="{FF2B5EF4-FFF2-40B4-BE49-F238E27FC236}">
                <a16:creationId xmlns:a16="http://schemas.microsoft.com/office/drawing/2014/main" id="{3CFECC67-3DE2-F706-E2C7-CAB86536E67C}"/>
              </a:ext>
            </a:extLst>
          </p:cNvPr>
          <p:cNvSpPr>
            <a:spLocks noGrp="1"/>
          </p:cNvSpPr>
          <p:nvPr>
            <p:ph type="sldNum" sz="quarter" idx="12"/>
          </p:nvPr>
        </p:nvSpPr>
        <p:spPr>
          <a:xfrm>
            <a:off x="11793747" y="6356350"/>
            <a:ext cx="398253" cy="365125"/>
          </a:xfrm>
        </p:spPr>
        <p:txBody>
          <a:bodyPr anchor="ctr">
            <a:normAutofit lnSpcReduction="10000"/>
          </a:bodyPr>
          <a:lstStyle/>
          <a:p>
            <a:pPr>
              <a:spcAft>
                <a:spcPts val="600"/>
              </a:spcAft>
            </a:pPr>
            <a:fld id="{6D22F896-40B5-4ADD-8801-0D06FADFA095}" type="slidenum">
              <a:rPr lang="en-US" smtClean="0"/>
              <a:pPr>
                <a:spcAft>
                  <a:spcPts val="600"/>
                </a:spcAft>
              </a:pPr>
              <a:t>2</a:t>
            </a:fld>
            <a:endParaRPr lang="en-US"/>
          </a:p>
        </p:txBody>
      </p:sp>
      <p:sp>
        <p:nvSpPr>
          <p:cNvPr id="25" name="Rounded Rectangle 13">
            <a:extLst>
              <a:ext uri="{FF2B5EF4-FFF2-40B4-BE49-F238E27FC236}">
                <a16:creationId xmlns:a16="http://schemas.microsoft.com/office/drawing/2014/main" id="{2D6BDA08-CCA5-F523-7E30-053E2FBA7D13}"/>
              </a:ext>
            </a:extLst>
          </p:cNvPr>
          <p:cNvSpPr/>
          <p:nvPr/>
        </p:nvSpPr>
        <p:spPr>
          <a:xfrm>
            <a:off x="1047924" y="5706533"/>
            <a:ext cx="10749853" cy="530352"/>
          </a:xfrm>
          <a:prstGeom prst="roundRect">
            <a:avLst/>
          </a:prstGeom>
          <a:solidFill>
            <a:srgbClr val="DDDDDD"/>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700" b="1">
                <a:solidFill>
                  <a:srgbClr val="0A0A0A"/>
                </a:solidFill>
                <a:latin typeface="Aptos"/>
              </a:rPr>
              <a:t>Anticipate sightings to plan biweekly </a:t>
            </a:r>
            <a:r>
              <a:rPr lang="en-US" sz="1700" b="1" err="1">
                <a:solidFill>
                  <a:srgbClr val="0A0A0A"/>
                </a:solidFill>
                <a:latin typeface="Aptos"/>
              </a:rPr>
              <a:t>workschedules</a:t>
            </a:r>
            <a:r>
              <a:rPr lang="en-US" sz="1700" b="1">
                <a:solidFill>
                  <a:srgbClr val="0A0A0A"/>
                </a:solidFill>
                <a:latin typeface="Aptos"/>
              </a:rPr>
              <a:t> around.</a:t>
            </a:r>
          </a:p>
        </p:txBody>
      </p:sp>
    </p:spTree>
    <p:extLst>
      <p:ext uri="{BB962C8B-B14F-4D97-AF65-F5344CB8AC3E}">
        <p14:creationId xmlns:p14="http://schemas.microsoft.com/office/powerpoint/2010/main" val="4244198601"/>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849DE-EBF4-FE2D-8098-022FB0876B46}"/>
              </a:ext>
            </a:extLst>
          </p:cNvPr>
          <p:cNvSpPr>
            <a:spLocks noGrp="1"/>
          </p:cNvSpPr>
          <p:nvPr>
            <p:ph type="title"/>
          </p:nvPr>
        </p:nvSpPr>
        <p:spPr/>
        <p:txBody>
          <a:bodyPr/>
          <a:lstStyle/>
          <a:p>
            <a:r>
              <a:rPr lang="en-US" b="1"/>
              <a:t>What we asked and the tools we utilized</a:t>
            </a:r>
            <a:endParaRPr lang="en-US"/>
          </a:p>
        </p:txBody>
      </p:sp>
      <p:sp>
        <p:nvSpPr>
          <p:cNvPr id="5" name="Slide Number Placeholder 4">
            <a:extLst>
              <a:ext uri="{FF2B5EF4-FFF2-40B4-BE49-F238E27FC236}">
                <a16:creationId xmlns:a16="http://schemas.microsoft.com/office/drawing/2014/main" id="{CD90D889-C362-BA32-0BD0-54DB51F40E57}"/>
              </a:ext>
            </a:extLst>
          </p:cNvPr>
          <p:cNvSpPr>
            <a:spLocks noGrp="1"/>
          </p:cNvSpPr>
          <p:nvPr>
            <p:ph type="sldNum" sz="quarter" idx="12"/>
          </p:nvPr>
        </p:nvSpPr>
        <p:spPr>
          <a:xfrm>
            <a:off x="11800016" y="6390855"/>
            <a:ext cx="436584" cy="365125"/>
          </a:xfrm>
        </p:spPr>
        <p:txBody>
          <a:bodyPr/>
          <a:lstStyle/>
          <a:p>
            <a:fld id="{6D22F896-40B5-4ADD-8801-0D06FADFA095}" type="slidenum">
              <a:rPr lang="en-US" smtClean="0"/>
              <a:t>3</a:t>
            </a:fld>
            <a:endParaRPr lang="en-US"/>
          </a:p>
        </p:txBody>
      </p:sp>
      <p:graphicFrame>
        <p:nvGraphicFramePr>
          <p:cNvPr id="6" name="Content Placeholder 3">
            <a:extLst>
              <a:ext uri="{FF2B5EF4-FFF2-40B4-BE49-F238E27FC236}">
                <a16:creationId xmlns:a16="http://schemas.microsoft.com/office/drawing/2014/main" id="{018890E5-66A2-A150-84FB-989C86052969}"/>
              </a:ext>
            </a:extLst>
          </p:cNvPr>
          <p:cNvGraphicFramePr>
            <a:graphicFrameLocks noGrp="1"/>
          </p:cNvGraphicFramePr>
          <p:nvPr>
            <p:ph sz="half" idx="1"/>
            <p:extLst>
              <p:ext uri="{D42A27DB-BD31-4B8C-83A1-F6EECF244321}">
                <p14:modId xmlns:p14="http://schemas.microsoft.com/office/powerpoint/2010/main" val="2609490088"/>
              </p:ext>
            </p:extLst>
          </p:nvPr>
        </p:nvGraphicFramePr>
        <p:xfrm>
          <a:off x="1233576" y="2700067"/>
          <a:ext cx="4786223" cy="32780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75AD93A1-E01C-405D-9126-C4890811F828}"/>
              </a:ext>
            </a:extLst>
          </p:cNvPr>
          <p:cNvGraphicFramePr/>
          <p:nvPr>
            <p:extLst>
              <p:ext uri="{D42A27DB-BD31-4B8C-83A1-F6EECF244321}">
                <p14:modId xmlns:p14="http://schemas.microsoft.com/office/powerpoint/2010/main" val="3353315832"/>
              </p:ext>
            </p:extLst>
          </p:nvPr>
        </p:nvGraphicFramePr>
        <p:xfrm>
          <a:off x="1217794" y="1681163"/>
          <a:ext cx="4786223" cy="82391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Content Placeholder 2">
            <a:extLst>
              <a:ext uri="{FF2B5EF4-FFF2-40B4-BE49-F238E27FC236}">
                <a16:creationId xmlns:a16="http://schemas.microsoft.com/office/drawing/2014/main" id="{594EFF21-A9FD-FF77-71CC-63094328633B}"/>
              </a:ext>
            </a:extLst>
          </p:cNvPr>
          <p:cNvGraphicFramePr>
            <a:graphicFrameLocks noGrp="1"/>
          </p:cNvGraphicFramePr>
          <p:nvPr>
            <p:ph sz="half" idx="2"/>
            <p:extLst>
              <p:ext uri="{D42A27DB-BD31-4B8C-83A1-F6EECF244321}">
                <p14:modId xmlns:p14="http://schemas.microsoft.com/office/powerpoint/2010/main" val="1615085642"/>
              </p:ext>
            </p:extLst>
          </p:nvPr>
        </p:nvGraphicFramePr>
        <p:xfrm>
          <a:off x="6052902" y="1681163"/>
          <a:ext cx="5680492" cy="429694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9" name="Content Placeholder 2">
            <a:extLst>
              <a:ext uri="{FF2B5EF4-FFF2-40B4-BE49-F238E27FC236}">
                <a16:creationId xmlns:a16="http://schemas.microsoft.com/office/drawing/2014/main" id="{D7C262ED-5EE3-C10F-B37B-182D69DD3F1D}"/>
              </a:ext>
            </a:extLst>
          </p:cNvPr>
          <p:cNvGraphicFramePr>
            <a:graphicFrameLocks/>
          </p:cNvGraphicFramePr>
          <p:nvPr>
            <p:extLst>
              <p:ext uri="{D42A27DB-BD31-4B8C-83A1-F6EECF244321}">
                <p14:modId xmlns:p14="http://schemas.microsoft.com/office/powerpoint/2010/main" val="3032258628"/>
              </p:ext>
            </p:extLst>
          </p:nvPr>
        </p:nvGraphicFramePr>
        <p:xfrm>
          <a:off x="1217793" y="5512280"/>
          <a:ext cx="10515599" cy="1905256"/>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2893979900"/>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A90D318A-5D24-2840-BACE-BC740A955D70}"/>
              </a:ext>
            </a:extLst>
          </p:cNvPr>
          <p:cNvSpPr>
            <a:spLocks noGrp="1"/>
          </p:cNvSpPr>
          <p:nvPr>
            <p:ph type="title"/>
          </p:nvPr>
        </p:nvSpPr>
        <p:spPr>
          <a:xfrm>
            <a:off x="838200" y="365125"/>
            <a:ext cx="10515600" cy="1325563"/>
          </a:xfrm>
        </p:spPr>
        <p:txBody>
          <a:bodyPr>
            <a:normAutofit/>
          </a:bodyPr>
          <a:lstStyle/>
          <a:p>
            <a:r>
              <a:rPr lang="en-US" b="1"/>
              <a:t>Exploratory Data Analysis</a:t>
            </a:r>
            <a:endParaRPr lang="en-US"/>
          </a:p>
        </p:txBody>
      </p:sp>
      <p:pic>
        <p:nvPicPr>
          <p:cNvPr id="16" name="Content Placeholder 15">
            <a:extLst>
              <a:ext uri="{FF2B5EF4-FFF2-40B4-BE49-F238E27FC236}">
                <a16:creationId xmlns:a16="http://schemas.microsoft.com/office/drawing/2014/main" id="{468CD56D-48FB-181D-2AFD-4CFCABB70485}"/>
              </a:ext>
            </a:extLst>
          </p:cNvPr>
          <p:cNvPicPr>
            <a:picLocks noGrp="1" noChangeAspect="1"/>
          </p:cNvPicPr>
          <p:nvPr>
            <p:ph sz="half" idx="2"/>
          </p:nvPr>
        </p:nvPicPr>
        <p:blipFill>
          <a:blip r:embed="rId2"/>
          <a:stretch>
            <a:fillRect/>
          </a:stretch>
        </p:blipFill>
        <p:spPr>
          <a:xfrm>
            <a:off x="6188194" y="2139043"/>
            <a:ext cx="5306636" cy="1931900"/>
          </a:xfrm>
          <a:prstGeom prst="rect">
            <a:avLst/>
          </a:prstGeom>
          <a:ln>
            <a:solidFill>
              <a:schemeClr val="accent5">
                <a:shade val="80000"/>
                <a:hueOff val="0"/>
                <a:satOff val="0"/>
                <a:lumOff val="0"/>
              </a:schemeClr>
            </a:solidFill>
          </a:ln>
        </p:spPr>
      </p:pic>
      <p:sp>
        <p:nvSpPr>
          <p:cNvPr id="7" name="Slide Number Placeholder 6">
            <a:extLst>
              <a:ext uri="{FF2B5EF4-FFF2-40B4-BE49-F238E27FC236}">
                <a16:creationId xmlns:a16="http://schemas.microsoft.com/office/drawing/2014/main" id="{4B2486AB-532C-D7B8-806F-B93427C16C42}"/>
              </a:ext>
            </a:extLst>
          </p:cNvPr>
          <p:cNvSpPr>
            <a:spLocks noGrp="1"/>
          </p:cNvSpPr>
          <p:nvPr>
            <p:ph type="sldNum" sz="quarter" idx="12"/>
          </p:nvPr>
        </p:nvSpPr>
        <p:spPr>
          <a:xfrm>
            <a:off x="11852693" y="6339098"/>
            <a:ext cx="277483" cy="365125"/>
          </a:xfrm>
        </p:spPr>
        <p:txBody>
          <a:bodyPr anchor="ctr">
            <a:normAutofit lnSpcReduction="10000"/>
          </a:bodyPr>
          <a:lstStyle/>
          <a:p>
            <a:pPr>
              <a:spcAft>
                <a:spcPts val="600"/>
              </a:spcAft>
            </a:pPr>
            <a:fld id="{6D22F896-40B5-4ADD-8801-0D06FADFA095}" type="slidenum">
              <a:rPr lang="en-US" smtClean="0"/>
              <a:pPr>
                <a:spcAft>
                  <a:spcPts val="600"/>
                </a:spcAft>
              </a:pPr>
              <a:t>4</a:t>
            </a:fld>
            <a:endParaRPr lang="en-US"/>
          </a:p>
        </p:txBody>
      </p:sp>
      <p:graphicFrame>
        <p:nvGraphicFramePr>
          <p:cNvPr id="13" name="Content Placeholder 2">
            <a:extLst>
              <a:ext uri="{FF2B5EF4-FFF2-40B4-BE49-F238E27FC236}">
                <a16:creationId xmlns:a16="http://schemas.microsoft.com/office/drawing/2014/main" id="{4C6E1FC1-BBD2-C0E6-BD28-B15D56828974}"/>
              </a:ext>
            </a:extLst>
          </p:cNvPr>
          <p:cNvGraphicFramePr>
            <a:graphicFrameLocks noGrp="1"/>
          </p:cNvGraphicFramePr>
          <p:nvPr>
            <p:ph sz="half" idx="1"/>
            <p:extLst>
              <p:ext uri="{D42A27DB-BD31-4B8C-83A1-F6EECF244321}">
                <p14:modId xmlns:p14="http://schemas.microsoft.com/office/powerpoint/2010/main" val="5715231"/>
              </p:ext>
            </p:extLst>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1" name="Diagram 20">
            <a:extLst>
              <a:ext uri="{FF2B5EF4-FFF2-40B4-BE49-F238E27FC236}">
                <a16:creationId xmlns:a16="http://schemas.microsoft.com/office/drawing/2014/main" id="{0361BC31-9373-4FC4-2695-6FCF9ABBE897}"/>
              </a:ext>
            </a:extLst>
          </p:cNvPr>
          <p:cNvGraphicFramePr/>
          <p:nvPr>
            <p:extLst>
              <p:ext uri="{D42A27DB-BD31-4B8C-83A1-F6EECF244321}">
                <p14:modId xmlns:p14="http://schemas.microsoft.com/office/powerpoint/2010/main" val="73533584"/>
              </p:ext>
            </p:extLst>
          </p:nvPr>
        </p:nvGraphicFramePr>
        <p:xfrm>
          <a:off x="6095155" y="4175184"/>
          <a:ext cx="5399675" cy="156138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0" name="TextBox 19">
            <a:extLst>
              <a:ext uri="{FF2B5EF4-FFF2-40B4-BE49-F238E27FC236}">
                <a16:creationId xmlns:a16="http://schemas.microsoft.com/office/drawing/2014/main" id="{157CB77A-E07B-6E0C-25FF-1BEF346C2E9B}"/>
              </a:ext>
            </a:extLst>
          </p:cNvPr>
          <p:cNvSpPr txBox="1"/>
          <p:nvPr/>
        </p:nvSpPr>
        <p:spPr>
          <a:xfrm>
            <a:off x="6188194" y="1774758"/>
            <a:ext cx="5306636" cy="369332"/>
          </a:xfrm>
          <a:prstGeom prst="rect">
            <a:avLst/>
          </a:prstGeom>
          <a:solidFill>
            <a:schemeClr val="accent1">
              <a:lumMod val="20000"/>
              <a:lumOff val="80000"/>
            </a:schemeClr>
          </a:solidFill>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b="1">
                <a:solidFill>
                  <a:schemeClr val="dk2"/>
                </a:solidFill>
              </a:rPr>
              <a:t>Sample of Data</a:t>
            </a:r>
            <a:endParaRPr lang="en-US">
              <a:solidFill>
                <a:schemeClr val="dk2"/>
              </a:solidFill>
              <a:latin typeface="Arial"/>
              <a:ea typeface="Arial"/>
              <a:cs typeface="Arial"/>
              <a:sym typeface="Arial"/>
            </a:endParaRPr>
          </a:p>
        </p:txBody>
      </p:sp>
    </p:spTree>
    <p:extLst>
      <p:ext uri="{BB962C8B-B14F-4D97-AF65-F5344CB8AC3E}">
        <p14:creationId xmlns:p14="http://schemas.microsoft.com/office/powerpoint/2010/main" val="2921342921"/>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5D283-3234-27E3-6D73-EB086293DDAA}"/>
              </a:ext>
            </a:extLst>
          </p:cNvPr>
          <p:cNvSpPr>
            <a:spLocks noGrp="1"/>
          </p:cNvSpPr>
          <p:nvPr>
            <p:ph type="title"/>
          </p:nvPr>
        </p:nvSpPr>
        <p:spPr/>
        <p:txBody>
          <a:bodyPr>
            <a:normAutofit/>
          </a:bodyPr>
          <a:lstStyle/>
          <a:p>
            <a:r>
              <a:rPr lang="en-US" b="1"/>
              <a:t>EDA: The Data has Real Structure</a:t>
            </a:r>
            <a:br>
              <a:rPr lang="en-US" b="1"/>
            </a:br>
            <a:endParaRPr lang="en-US" b="1"/>
          </a:p>
        </p:txBody>
      </p:sp>
      <p:graphicFrame>
        <p:nvGraphicFramePr>
          <p:cNvPr id="13" name="Content Placeholder 12">
            <a:extLst>
              <a:ext uri="{FF2B5EF4-FFF2-40B4-BE49-F238E27FC236}">
                <a16:creationId xmlns:a16="http://schemas.microsoft.com/office/drawing/2014/main" id="{1D167710-D50F-15AE-2C6A-079BBC6A08ED}"/>
              </a:ext>
            </a:extLst>
          </p:cNvPr>
          <p:cNvGraphicFramePr>
            <a:graphicFrameLocks noGrp="1"/>
          </p:cNvGraphicFramePr>
          <p:nvPr>
            <p:ph sz="half" idx="1"/>
            <p:extLst>
              <p:ext uri="{D42A27DB-BD31-4B8C-83A1-F6EECF244321}">
                <p14:modId xmlns:p14="http://schemas.microsoft.com/office/powerpoint/2010/main" val="2230339400"/>
              </p:ext>
            </p:extLst>
          </p:nvPr>
        </p:nvGraphicFramePr>
        <p:xfrm>
          <a:off x="914400" y="1412848"/>
          <a:ext cx="5181600" cy="46512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Content Placeholder 8">
            <a:extLst>
              <a:ext uri="{FF2B5EF4-FFF2-40B4-BE49-F238E27FC236}">
                <a16:creationId xmlns:a16="http://schemas.microsoft.com/office/drawing/2014/main" id="{A6F56444-6878-C235-C9AF-6D9C4EAE4519}"/>
              </a:ext>
            </a:extLst>
          </p:cNvPr>
          <p:cNvPicPr>
            <a:picLocks noGrp="1" noChangeAspect="1"/>
          </p:cNvPicPr>
          <p:nvPr>
            <p:ph sz="half" idx="2"/>
          </p:nvPr>
        </p:nvPicPr>
        <p:blipFill>
          <a:blip r:embed="rId8"/>
          <a:stretch>
            <a:fillRect/>
          </a:stretch>
        </p:blipFill>
        <p:spPr>
          <a:xfrm>
            <a:off x="6353699" y="1412849"/>
            <a:ext cx="4975178" cy="2499669"/>
          </a:xfrm>
          <a:prstGeom prst="rect">
            <a:avLst/>
          </a:prstGeom>
          <a:effectLst>
            <a:outerShdw blurRad="63500" sx="102000" sy="102000" algn="ctr" rotWithShape="0">
              <a:prstClr val="black">
                <a:alpha val="40000"/>
              </a:prstClr>
            </a:outerShdw>
          </a:effectLst>
        </p:spPr>
      </p:pic>
      <p:sp>
        <p:nvSpPr>
          <p:cNvPr id="7" name="Slide Number Placeholder 6">
            <a:extLst>
              <a:ext uri="{FF2B5EF4-FFF2-40B4-BE49-F238E27FC236}">
                <a16:creationId xmlns:a16="http://schemas.microsoft.com/office/drawing/2014/main" id="{A680EBF1-350D-6B0B-ABEC-C6496EF9AF4D}"/>
              </a:ext>
            </a:extLst>
          </p:cNvPr>
          <p:cNvSpPr>
            <a:spLocks noGrp="1"/>
          </p:cNvSpPr>
          <p:nvPr>
            <p:ph type="sldNum" sz="quarter" idx="12"/>
          </p:nvPr>
        </p:nvSpPr>
        <p:spPr/>
        <p:txBody>
          <a:bodyPr/>
          <a:lstStyle/>
          <a:p>
            <a:fld id="{6D22F896-40B5-4ADD-8801-0D06FADFA095}" type="slidenum">
              <a:rPr lang="en-US" smtClean="0"/>
              <a:t>5</a:t>
            </a:fld>
            <a:endParaRPr lang="en-US"/>
          </a:p>
        </p:txBody>
      </p:sp>
      <p:pic>
        <p:nvPicPr>
          <p:cNvPr id="10" name="Picture 9">
            <a:extLst>
              <a:ext uri="{FF2B5EF4-FFF2-40B4-BE49-F238E27FC236}">
                <a16:creationId xmlns:a16="http://schemas.microsoft.com/office/drawing/2014/main" id="{AA461FD8-AFD3-8D3C-F4FC-8CCEEB8C2B7E}"/>
              </a:ext>
            </a:extLst>
          </p:cNvPr>
          <p:cNvPicPr>
            <a:picLocks noChangeAspect="1"/>
          </p:cNvPicPr>
          <p:nvPr/>
        </p:nvPicPr>
        <p:blipFill>
          <a:blip r:embed="rId9"/>
          <a:stretch>
            <a:fillRect/>
          </a:stretch>
        </p:blipFill>
        <p:spPr>
          <a:xfrm>
            <a:off x="6353699" y="4033946"/>
            <a:ext cx="4938188" cy="2030144"/>
          </a:xfrm>
          <a:prstGeom prst="rect">
            <a:avLst/>
          </a:prstGeom>
          <a:effectLst>
            <a:outerShdw blurRad="63500" sx="102000" sy="102000" algn="ctr" rotWithShape="0">
              <a:prstClr val="black">
                <a:alpha val="40000"/>
              </a:prstClr>
            </a:outerShdw>
          </a:effectLst>
        </p:spPr>
      </p:pic>
      <p:sp>
        <p:nvSpPr>
          <p:cNvPr id="11" name="Rounded Rectangle 13">
            <a:extLst>
              <a:ext uri="{FF2B5EF4-FFF2-40B4-BE49-F238E27FC236}">
                <a16:creationId xmlns:a16="http://schemas.microsoft.com/office/drawing/2014/main" id="{CAC641CD-17D2-712B-C769-72D3AC620984}"/>
              </a:ext>
            </a:extLst>
          </p:cNvPr>
          <p:cNvSpPr/>
          <p:nvPr/>
        </p:nvSpPr>
        <p:spPr>
          <a:xfrm>
            <a:off x="838200" y="6142588"/>
            <a:ext cx="10515600" cy="530352"/>
          </a:xfrm>
          <a:prstGeom prst="roundRect">
            <a:avLst/>
          </a:prstGeom>
          <a:solidFill>
            <a:srgbClr val="DDDDDD"/>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00" b="1">
                <a:solidFill>
                  <a:srgbClr val="0A0A0A"/>
                </a:solidFill>
                <a:latin typeface="Aptos"/>
              </a:rPr>
              <a:t>That gave us a reason to try models that can learn seasonality and weather effects.</a:t>
            </a:r>
          </a:p>
        </p:txBody>
      </p:sp>
    </p:spTree>
    <p:extLst>
      <p:ext uri="{BB962C8B-B14F-4D97-AF65-F5344CB8AC3E}">
        <p14:creationId xmlns:p14="http://schemas.microsoft.com/office/powerpoint/2010/main" val="1444260632"/>
      </p:ext>
    </p:extLst>
  </p:cSld>
  <p:clrMapOvr>
    <a:masterClrMapping/>
  </p:clrMapOvr>
  <p:transition spd="slow">
    <p:fade/>
  </p:transition>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BD2DD-DCE3-E7DD-B610-C6CA1DB3C5D4}"/>
              </a:ext>
            </a:extLst>
          </p:cNvPr>
          <p:cNvSpPr>
            <a:spLocks noGrp="1"/>
          </p:cNvSpPr>
          <p:nvPr>
            <p:ph type="title"/>
          </p:nvPr>
        </p:nvSpPr>
        <p:spPr>
          <a:xfrm>
            <a:off x="839671" y="197554"/>
            <a:ext cx="10515600" cy="1325563"/>
          </a:xfrm>
        </p:spPr>
        <p:txBody>
          <a:bodyPr/>
          <a:lstStyle/>
          <a:p>
            <a:pPr algn="ctr"/>
            <a:r>
              <a:rPr lang="en-US" b="1">
                <a:ea typeface="Play"/>
                <a:cs typeface="Play"/>
                <a:sym typeface="Play"/>
              </a:rPr>
              <a:t>Exploratory Data Analysis Plots</a:t>
            </a:r>
            <a:endParaRPr lang="en-US"/>
          </a:p>
        </p:txBody>
      </p:sp>
      <p:sp>
        <p:nvSpPr>
          <p:cNvPr id="5" name="Slide Number Placeholder 4">
            <a:extLst>
              <a:ext uri="{FF2B5EF4-FFF2-40B4-BE49-F238E27FC236}">
                <a16:creationId xmlns:a16="http://schemas.microsoft.com/office/drawing/2014/main" id="{0D61D8A2-A150-E092-51D3-F30E954EEC71}"/>
              </a:ext>
            </a:extLst>
          </p:cNvPr>
          <p:cNvSpPr>
            <a:spLocks noGrp="1"/>
          </p:cNvSpPr>
          <p:nvPr>
            <p:ph type="sldNum" sz="quarter" idx="12"/>
          </p:nvPr>
        </p:nvSpPr>
        <p:spPr/>
        <p:txBody>
          <a:bodyPr/>
          <a:lstStyle/>
          <a:p>
            <a:fld id="{6D22F896-40B5-4ADD-8801-0D06FADFA095}" type="slidenum">
              <a:rPr lang="en-US" smtClean="0"/>
              <a:t>6</a:t>
            </a:fld>
            <a:endParaRPr lang="en-US"/>
          </a:p>
        </p:txBody>
      </p:sp>
      <p:pic>
        <p:nvPicPr>
          <p:cNvPr id="6" name="Picture 5">
            <a:extLst>
              <a:ext uri="{FF2B5EF4-FFF2-40B4-BE49-F238E27FC236}">
                <a16:creationId xmlns:a16="http://schemas.microsoft.com/office/drawing/2014/main" id="{AA7A42EF-D1AA-3913-0B62-2CD2A75DFF22}"/>
              </a:ext>
            </a:extLst>
          </p:cNvPr>
          <p:cNvPicPr>
            <a:picLocks noChangeAspect="1"/>
          </p:cNvPicPr>
          <p:nvPr/>
        </p:nvPicPr>
        <p:blipFill>
          <a:blip r:embed="rId4"/>
          <a:stretch>
            <a:fillRect/>
          </a:stretch>
        </p:blipFill>
        <p:spPr>
          <a:xfrm>
            <a:off x="484580" y="1268382"/>
            <a:ext cx="10595295" cy="4928657"/>
          </a:xfrm>
          <a:prstGeom prst="rect">
            <a:avLst/>
          </a:prstGeom>
        </p:spPr>
      </p:pic>
      <p:pic>
        <p:nvPicPr>
          <p:cNvPr id="7" name="Picture 6">
            <a:extLst>
              <a:ext uri="{FF2B5EF4-FFF2-40B4-BE49-F238E27FC236}">
                <a16:creationId xmlns:a16="http://schemas.microsoft.com/office/drawing/2014/main" id="{B7CF0FA1-749C-8624-C74C-A20FF785E559}"/>
              </a:ext>
            </a:extLst>
          </p:cNvPr>
          <p:cNvPicPr>
            <a:picLocks noChangeAspect="1"/>
          </p:cNvPicPr>
          <p:nvPr/>
        </p:nvPicPr>
        <p:blipFill>
          <a:blip r:embed="rId5"/>
          <a:stretch>
            <a:fillRect/>
          </a:stretch>
        </p:blipFill>
        <p:spPr>
          <a:xfrm>
            <a:off x="514172" y="6271555"/>
            <a:ext cx="10595295" cy="475529"/>
          </a:xfrm>
          <a:prstGeom prst="rect">
            <a:avLst/>
          </a:prstGeom>
        </p:spPr>
      </p:pic>
    </p:spTree>
    <p:extLst>
      <p:ext uri="{BB962C8B-B14F-4D97-AF65-F5344CB8AC3E}">
        <p14:creationId xmlns:p14="http://schemas.microsoft.com/office/powerpoint/2010/main" val="2172016623"/>
      </p:ext>
    </p:extLst>
  </p:cSld>
  <p:clrMapOvr>
    <a:masterClrMapping/>
  </p:clrMapOvr>
  <p:transition spd="slow">
    <p:fade/>
  </p:transition>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a:extLst>
            <a:ext uri="{FF2B5EF4-FFF2-40B4-BE49-F238E27FC236}">
              <a16:creationId xmlns:a16="http://schemas.microsoft.com/office/drawing/2014/main" id="{0985B8F6-40A2-DA65-34B0-FFA19C9FE98B}"/>
            </a:ext>
          </a:extLst>
        </p:cNvPr>
        <p:cNvGrpSpPr/>
        <p:nvPr/>
      </p:nvGrpSpPr>
      <p:grpSpPr>
        <a:xfrm>
          <a:off x="0" y="0"/>
          <a:ext cx="0" cy="0"/>
          <a:chOff x="0" y="0"/>
          <a:chExt cx="0" cy="0"/>
        </a:xfrm>
      </p:grpSpPr>
      <p:sp>
        <p:nvSpPr>
          <p:cNvPr id="3" name="Google Shape;191;p21">
            <a:extLst>
              <a:ext uri="{FF2B5EF4-FFF2-40B4-BE49-F238E27FC236}">
                <a16:creationId xmlns:a16="http://schemas.microsoft.com/office/drawing/2014/main" id="{D7E5C09C-1098-FFEF-8549-71BA7BD488B3}"/>
              </a:ext>
            </a:extLst>
          </p:cNvPr>
          <p:cNvSpPr/>
          <p:nvPr/>
        </p:nvSpPr>
        <p:spPr>
          <a:xfrm>
            <a:off x="622753" y="2725946"/>
            <a:ext cx="3103923" cy="1247560"/>
          </a:xfrm>
          <a:prstGeom prst="roundRect">
            <a:avLst>
              <a:gd name="adj" fmla="val 5517"/>
            </a:avLst>
          </a:prstGeom>
          <a:solidFill>
            <a:srgbClr val="1A2230"/>
          </a:solidFill>
          <a:ln w="17150" cap="flat" cmpd="sng">
            <a:solidFill>
              <a:schemeClr val="accent5"/>
            </a:solidFill>
            <a:prstDash val="solid"/>
            <a:round/>
            <a:headEnd type="none" w="sm" len="sm"/>
            <a:tailEnd type="none" w="sm" len="sm"/>
          </a:ln>
          <a:effectLst>
            <a:outerShdw blurRad="19050" dist="9525" dir="2700000" algn="bl" rotWithShape="0">
              <a:srgbClr val="000000">
                <a:alpha val="18040"/>
              </a:srgbClr>
            </a:outerShdw>
          </a:effectLst>
        </p:spPr>
        <p:txBody>
          <a:bodyPr spcFirstLastPara="1" wrap="square" lIns="91433" tIns="91433" rIns="91433" bIns="91433" anchor="ctr" anchorCtr="0">
            <a:noAutofit/>
          </a:bodyPr>
          <a:lstStyle/>
          <a:p>
            <a:endParaRPr sz="2400"/>
          </a:p>
        </p:txBody>
      </p:sp>
      <p:sp>
        <p:nvSpPr>
          <p:cNvPr id="180" name="Google Shape;180;p21">
            <a:extLst>
              <a:ext uri="{FF2B5EF4-FFF2-40B4-BE49-F238E27FC236}">
                <a16:creationId xmlns:a16="http://schemas.microsoft.com/office/drawing/2014/main" id="{6131DD19-A822-6C16-B054-7339AA99EBA9}"/>
              </a:ext>
            </a:extLst>
          </p:cNvPr>
          <p:cNvSpPr/>
          <p:nvPr/>
        </p:nvSpPr>
        <p:spPr>
          <a:xfrm>
            <a:off x="4285927" y="743047"/>
            <a:ext cx="4171200" cy="5812800"/>
          </a:xfrm>
          <a:prstGeom prst="roundRect">
            <a:avLst>
              <a:gd name="adj" fmla="val 5517"/>
            </a:avLst>
          </a:prstGeom>
          <a:solidFill>
            <a:srgbClr val="1A2230"/>
          </a:solidFill>
          <a:ln w="17150" cap="flat" cmpd="sng">
            <a:solidFill>
              <a:schemeClr val="tx2">
                <a:lumMod val="25000"/>
                <a:lumOff val="75000"/>
              </a:schemeClr>
            </a:solidFill>
            <a:prstDash val="solid"/>
            <a:round/>
            <a:headEnd type="none" w="sm" len="sm"/>
            <a:tailEnd type="none" w="sm" len="sm"/>
          </a:ln>
          <a:effectLst>
            <a:outerShdw blurRad="19050" dist="9525" dir="2700000" algn="bl" rotWithShape="0">
              <a:srgbClr val="000000">
                <a:alpha val="18040"/>
              </a:srgbClr>
            </a:outerShdw>
          </a:effectLst>
        </p:spPr>
        <p:txBody>
          <a:bodyPr spcFirstLastPara="1" wrap="square" lIns="91433" tIns="91433" rIns="91433" bIns="91433" anchor="ctr" anchorCtr="0">
            <a:noAutofit/>
          </a:bodyPr>
          <a:lstStyle/>
          <a:p>
            <a:endParaRPr sz="2400"/>
          </a:p>
        </p:txBody>
      </p:sp>
      <p:sp>
        <p:nvSpPr>
          <p:cNvPr id="181" name="Google Shape;181;p21">
            <a:extLst>
              <a:ext uri="{FF2B5EF4-FFF2-40B4-BE49-F238E27FC236}">
                <a16:creationId xmlns:a16="http://schemas.microsoft.com/office/drawing/2014/main" id="{8E04DC51-24BB-D5FA-5D9D-69DCFAC18A1F}"/>
              </a:ext>
            </a:extLst>
          </p:cNvPr>
          <p:cNvSpPr/>
          <p:nvPr/>
        </p:nvSpPr>
        <p:spPr>
          <a:xfrm>
            <a:off x="2402989" y="175358"/>
            <a:ext cx="7904504" cy="448770"/>
          </a:xfrm>
          <a:prstGeom prst="rect">
            <a:avLst/>
          </a:prstGeom>
          <a:noFill/>
          <a:ln>
            <a:noFill/>
          </a:ln>
        </p:spPr>
        <p:txBody>
          <a:bodyPr spcFirstLastPara="1" wrap="square" lIns="0" tIns="0" rIns="0" bIns="0" anchor="ctr" anchorCtr="0">
            <a:noAutofit/>
          </a:bodyPr>
          <a:lstStyle/>
          <a:p>
            <a:pPr algn="ctr">
              <a:buClr>
                <a:srgbClr val="F4F7FB"/>
              </a:buClr>
              <a:buSzPts val="1800"/>
            </a:pPr>
            <a:r>
              <a:rPr lang="en-US" sz="3600" b="1">
                <a:ea typeface="Play"/>
                <a:cs typeface="Play"/>
                <a:sym typeface="Play"/>
              </a:rPr>
              <a:t>Modeling Workflow</a:t>
            </a:r>
            <a:endParaRPr lang="en-US" sz="3600">
              <a:solidFill>
                <a:schemeClr val="dk1"/>
              </a:solidFill>
              <a:latin typeface="Arial"/>
              <a:ea typeface="Arial"/>
              <a:cs typeface="Arial"/>
            </a:endParaRPr>
          </a:p>
        </p:txBody>
      </p:sp>
      <p:sp>
        <p:nvSpPr>
          <p:cNvPr id="183" name="Google Shape;183;p21">
            <a:extLst>
              <a:ext uri="{FF2B5EF4-FFF2-40B4-BE49-F238E27FC236}">
                <a16:creationId xmlns:a16="http://schemas.microsoft.com/office/drawing/2014/main" id="{B2D8F624-0B18-1366-23AA-88EAB26CAFE7}"/>
              </a:ext>
            </a:extLst>
          </p:cNvPr>
          <p:cNvSpPr/>
          <p:nvPr/>
        </p:nvSpPr>
        <p:spPr>
          <a:xfrm>
            <a:off x="935904" y="2941507"/>
            <a:ext cx="2487600" cy="228800"/>
          </a:xfrm>
          <a:prstGeom prst="rect">
            <a:avLst/>
          </a:prstGeom>
          <a:noFill/>
          <a:ln>
            <a:noFill/>
          </a:ln>
        </p:spPr>
        <p:txBody>
          <a:bodyPr spcFirstLastPara="1" wrap="square" lIns="0" tIns="0" rIns="0" bIns="0" anchor="ctr" anchorCtr="0">
            <a:noAutofit/>
          </a:bodyPr>
          <a:lstStyle/>
          <a:p>
            <a:pPr algn="ctr">
              <a:buClr>
                <a:srgbClr val="56C7C7"/>
              </a:buClr>
              <a:buSzPts val="1200"/>
            </a:pPr>
            <a:r>
              <a:rPr lang="en" sz="1600" b="1">
                <a:solidFill>
                  <a:srgbClr val="9D2B93"/>
                </a:solidFill>
              </a:rPr>
              <a:t>1</a:t>
            </a:r>
            <a:r>
              <a:rPr lang="en" sz="1600" b="1">
                <a:solidFill>
                  <a:srgbClr val="9D2B93"/>
                </a:solidFill>
                <a:latin typeface="Arial"/>
                <a:ea typeface="Arial"/>
                <a:cs typeface="Arial"/>
                <a:sym typeface="Arial"/>
              </a:rPr>
              <a:t>. Inputs and</a:t>
            </a:r>
            <a:r>
              <a:rPr lang="en" sz="1600" b="1">
                <a:solidFill>
                  <a:srgbClr val="9D2B93"/>
                </a:solidFill>
              </a:rPr>
              <a:t> Features</a:t>
            </a:r>
            <a:endParaRPr lang="en-US" sz="1600">
              <a:solidFill>
                <a:srgbClr val="9D2B93"/>
              </a:solidFill>
              <a:latin typeface="Arial"/>
              <a:ea typeface="Arial"/>
              <a:cs typeface="Arial"/>
            </a:endParaRPr>
          </a:p>
        </p:txBody>
      </p:sp>
      <p:sp>
        <p:nvSpPr>
          <p:cNvPr id="184" name="Google Shape;184;p21">
            <a:extLst>
              <a:ext uri="{FF2B5EF4-FFF2-40B4-BE49-F238E27FC236}">
                <a16:creationId xmlns:a16="http://schemas.microsoft.com/office/drawing/2014/main" id="{7DD24456-0979-2474-80AD-8AAD9C8824ED}"/>
              </a:ext>
            </a:extLst>
          </p:cNvPr>
          <p:cNvSpPr/>
          <p:nvPr/>
        </p:nvSpPr>
        <p:spPr>
          <a:xfrm>
            <a:off x="784548" y="3140449"/>
            <a:ext cx="2786400" cy="658400"/>
          </a:xfrm>
          <a:prstGeom prst="rect">
            <a:avLst/>
          </a:prstGeom>
          <a:noFill/>
          <a:ln>
            <a:noFill/>
          </a:ln>
        </p:spPr>
        <p:txBody>
          <a:bodyPr spcFirstLastPara="1" wrap="square" lIns="0" tIns="0" rIns="0" bIns="0" anchor="ctr" anchorCtr="0">
            <a:noAutofit/>
          </a:bodyPr>
          <a:lstStyle/>
          <a:p>
            <a:pPr algn="ctr"/>
            <a:r>
              <a:rPr lang="en-US" sz="1300" b="1">
                <a:solidFill>
                  <a:srgbClr val="F4F7FB"/>
                </a:solidFill>
                <a:latin typeface="Arial"/>
                <a:ea typeface="Arial"/>
                <a:cs typeface="Arial"/>
                <a:sym typeface="Arial"/>
              </a:rPr>
              <a:t>Daily 311 rat sightings</a:t>
            </a:r>
            <a:endParaRPr lang="en-US" sz="1300" b="1">
              <a:solidFill>
                <a:srgbClr val="F4F7FB"/>
              </a:solidFill>
              <a:latin typeface="Arial"/>
              <a:ea typeface="Arial"/>
              <a:cs typeface="Arial"/>
            </a:endParaRPr>
          </a:p>
          <a:p>
            <a:pPr algn="ctr"/>
            <a:r>
              <a:rPr lang="en-US" sz="1300" b="1">
                <a:solidFill>
                  <a:srgbClr val="F4F7FB"/>
                </a:solidFill>
              </a:rPr>
              <a:t>Weather data  </a:t>
            </a:r>
          </a:p>
        </p:txBody>
      </p:sp>
      <p:sp>
        <p:nvSpPr>
          <p:cNvPr id="185" name="Google Shape;185;p21">
            <a:extLst>
              <a:ext uri="{FF2B5EF4-FFF2-40B4-BE49-F238E27FC236}">
                <a16:creationId xmlns:a16="http://schemas.microsoft.com/office/drawing/2014/main" id="{D728FBA5-A3C7-B412-6214-D500736AF37B}"/>
              </a:ext>
            </a:extLst>
          </p:cNvPr>
          <p:cNvSpPr/>
          <p:nvPr/>
        </p:nvSpPr>
        <p:spPr>
          <a:xfrm>
            <a:off x="4619207" y="1233615"/>
            <a:ext cx="2212800" cy="1111200"/>
          </a:xfrm>
          <a:prstGeom prst="roundRect">
            <a:avLst>
              <a:gd name="adj" fmla="val 5517"/>
            </a:avLst>
          </a:prstGeom>
          <a:solidFill>
            <a:srgbClr val="1A2230"/>
          </a:solidFill>
          <a:ln w="17150" cap="flat" cmpd="sng">
            <a:solidFill>
              <a:srgbClr val="FFC000"/>
            </a:solidFill>
            <a:prstDash val="solid"/>
            <a:round/>
            <a:headEnd type="none" w="sm" len="sm"/>
            <a:tailEnd type="none" w="sm" len="sm"/>
          </a:ln>
          <a:effectLst>
            <a:outerShdw blurRad="19050" dist="9525" dir="2700000" algn="bl" rotWithShape="0">
              <a:srgbClr val="000000">
                <a:alpha val="18040"/>
              </a:srgbClr>
            </a:outerShdw>
          </a:effectLst>
        </p:spPr>
        <p:txBody>
          <a:bodyPr spcFirstLastPara="1" wrap="square" lIns="91433" tIns="91433" rIns="91433" bIns="91433" anchor="ctr" anchorCtr="0">
            <a:noAutofit/>
          </a:bodyPr>
          <a:lstStyle/>
          <a:p>
            <a:endParaRPr sz="2400"/>
          </a:p>
        </p:txBody>
      </p:sp>
      <p:sp>
        <p:nvSpPr>
          <p:cNvPr id="186" name="Google Shape;186;p21">
            <a:extLst>
              <a:ext uri="{FF2B5EF4-FFF2-40B4-BE49-F238E27FC236}">
                <a16:creationId xmlns:a16="http://schemas.microsoft.com/office/drawing/2014/main" id="{E9839E1F-68EF-A0AC-9569-7A1269309812}"/>
              </a:ext>
            </a:extLst>
          </p:cNvPr>
          <p:cNvSpPr/>
          <p:nvPr/>
        </p:nvSpPr>
        <p:spPr>
          <a:xfrm>
            <a:off x="4840407" y="1379919"/>
            <a:ext cx="1770400" cy="228800"/>
          </a:xfrm>
          <a:prstGeom prst="rect">
            <a:avLst/>
          </a:prstGeom>
          <a:noFill/>
          <a:ln>
            <a:noFill/>
          </a:ln>
        </p:spPr>
        <p:txBody>
          <a:bodyPr spcFirstLastPara="1" wrap="square" lIns="0" tIns="0" rIns="0" bIns="0" anchor="ctr" anchorCtr="0">
            <a:noAutofit/>
          </a:bodyPr>
          <a:lstStyle/>
          <a:p>
            <a:pPr algn="ctr">
              <a:buClr>
                <a:srgbClr val="E98A15"/>
              </a:buClr>
              <a:buSzPts val="1200"/>
            </a:pPr>
            <a:r>
              <a:rPr lang="en" sz="1600" b="1">
                <a:solidFill>
                  <a:srgbClr val="FFC000"/>
                </a:solidFill>
                <a:latin typeface="Arial"/>
                <a:ea typeface="Arial"/>
                <a:cs typeface="Arial"/>
                <a:sym typeface="Arial"/>
              </a:rPr>
              <a:t>Validation</a:t>
            </a:r>
            <a:endParaRPr lang="en-US" sz="1600">
              <a:solidFill>
                <a:srgbClr val="FFC000"/>
              </a:solidFill>
              <a:latin typeface="Arial"/>
              <a:ea typeface="Arial"/>
              <a:cs typeface="Arial"/>
            </a:endParaRPr>
          </a:p>
        </p:txBody>
      </p:sp>
      <p:sp>
        <p:nvSpPr>
          <p:cNvPr id="187" name="Google Shape;187;p21">
            <a:extLst>
              <a:ext uri="{FF2B5EF4-FFF2-40B4-BE49-F238E27FC236}">
                <a16:creationId xmlns:a16="http://schemas.microsoft.com/office/drawing/2014/main" id="{595EA827-6728-DE63-0987-8B7D731DB79F}"/>
              </a:ext>
            </a:extLst>
          </p:cNvPr>
          <p:cNvSpPr/>
          <p:nvPr/>
        </p:nvSpPr>
        <p:spPr>
          <a:xfrm>
            <a:off x="4766807" y="1601568"/>
            <a:ext cx="1917600" cy="658400"/>
          </a:xfrm>
          <a:prstGeom prst="rect">
            <a:avLst/>
          </a:prstGeom>
          <a:noFill/>
          <a:ln>
            <a:noFill/>
          </a:ln>
        </p:spPr>
        <p:txBody>
          <a:bodyPr spcFirstLastPara="1" wrap="square" lIns="0" tIns="0" rIns="0" bIns="0" anchor="ctr" anchorCtr="0">
            <a:noAutofit/>
          </a:bodyPr>
          <a:lstStyle/>
          <a:p>
            <a:pPr algn="ctr">
              <a:buClr>
                <a:srgbClr val="F4F7FB"/>
              </a:buClr>
              <a:buSzPts val="900"/>
            </a:pPr>
            <a:r>
              <a:rPr lang="en" sz="1300" b="1">
                <a:solidFill>
                  <a:srgbClr val="F4F7FB"/>
                </a:solidFill>
              </a:rPr>
              <a:t>Walk-Forward Validation</a:t>
            </a:r>
            <a:endParaRPr lang="en-US" sz="1300" b="1">
              <a:solidFill>
                <a:srgbClr val="F4F7FB"/>
              </a:solidFill>
            </a:endParaRPr>
          </a:p>
          <a:p>
            <a:pPr algn="ctr">
              <a:buClr>
                <a:srgbClr val="F4F7FB"/>
              </a:buClr>
              <a:buSzPts val="900"/>
            </a:pPr>
            <a:r>
              <a:rPr lang="en" sz="1300" b="1">
                <a:solidFill>
                  <a:srgbClr val="F4F7FB"/>
                </a:solidFill>
                <a:latin typeface="Arial"/>
                <a:ea typeface="Arial"/>
                <a:cs typeface="Arial"/>
                <a:sym typeface="Arial"/>
              </a:rPr>
              <a:t>26</a:t>
            </a:r>
            <a:r>
              <a:rPr lang="en" sz="1300" b="1">
                <a:solidFill>
                  <a:srgbClr val="F4F7FB"/>
                </a:solidFill>
              </a:rPr>
              <a:t> </a:t>
            </a:r>
            <a:r>
              <a:rPr lang="en" sz="1300" b="1">
                <a:solidFill>
                  <a:srgbClr val="F4F7FB"/>
                </a:solidFill>
                <a:latin typeface="Arial"/>
                <a:ea typeface="Arial"/>
                <a:cs typeface="Arial"/>
                <a:sym typeface="Arial"/>
              </a:rPr>
              <a:t>folds</a:t>
            </a:r>
            <a:r>
              <a:rPr lang="en" sz="1300" b="1">
                <a:solidFill>
                  <a:schemeClr val="dk1"/>
                </a:solidFill>
              </a:rPr>
              <a:t> </a:t>
            </a:r>
            <a:endParaRPr sz="1300" b="1">
              <a:solidFill>
                <a:schemeClr val="dk1"/>
              </a:solidFill>
            </a:endParaRPr>
          </a:p>
          <a:p>
            <a:pPr algn="ctr">
              <a:buClr>
                <a:srgbClr val="F4F7FB"/>
              </a:buClr>
              <a:buSzPts val="900"/>
            </a:pPr>
            <a:r>
              <a:rPr lang="en" sz="1300" b="1">
                <a:solidFill>
                  <a:srgbClr val="F4F7FB"/>
                </a:solidFill>
                <a:latin typeface="Arial"/>
                <a:ea typeface="Arial"/>
                <a:cs typeface="Arial"/>
                <a:sym typeface="Arial"/>
              </a:rPr>
              <a:t>14-day test windows</a:t>
            </a:r>
            <a:endParaRPr sz="1300" b="1">
              <a:solidFill>
                <a:schemeClr val="dk1"/>
              </a:solidFill>
              <a:latin typeface="Arial"/>
              <a:ea typeface="Arial"/>
              <a:cs typeface="Arial"/>
            </a:endParaRPr>
          </a:p>
        </p:txBody>
      </p:sp>
      <p:sp>
        <p:nvSpPr>
          <p:cNvPr id="188" name="Google Shape;188;p21">
            <a:extLst>
              <a:ext uri="{FF2B5EF4-FFF2-40B4-BE49-F238E27FC236}">
                <a16:creationId xmlns:a16="http://schemas.microsoft.com/office/drawing/2014/main" id="{818C4320-44C6-60F8-6734-84EB4951A3AA}"/>
              </a:ext>
            </a:extLst>
          </p:cNvPr>
          <p:cNvSpPr/>
          <p:nvPr/>
        </p:nvSpPr>
        <p:spPr>
          <a:xfrm>
            <a:off x="4619207" y="2670731"/>
            <a:ext cx="2212800" cy="2062000"/>
          </a:xfrm>
          <a:prstGeom prst="roundRect">
            <a:avLst>
              <a:gd name="adj" fmla="val 5517"/>
            </a:avLst>
          </a:prstGeom>
          <a:solidFill>
            <a:srgbClr val="1A2230"/>
          </a:solidFill>
          <a:ln w="17150" cap="flat" cmpd="sng">
            <a:solidFill>
              <a:srgbClr val="54B96A"/>
            </a:solidFill>
            <a:prstDash val="solid"/>
            <a:round/>
            <a:headEnd type="none" w="sm" len="sm"/>
            <a:tailEnd type="none" w="sm" len="sm"/>
          </a:ln>
          <a:effectLst>
            <a:outerShdw blurRad="19050" dist="9525" dir="2700000" algn="bl" rotWithShape="0">
              <a:srgbClr val="000000">
                <a:alpha val="18040"/>
              </a:srgbClr>
            </a:outerShdw>
          </a:effectLst>
        </p:spPr>
        <p:txBody>
          <a:bodyPr spcFirstLastPara="1" wrap="square" lIns="91433" tIns="91433" rIns="91433" bIns="91433" anchor="ctr" anchorCtr="0">
            <a:noAutofit/>
          </a:bodyPr>
          <a:lstStyle/>
          <a:p>
            <a:endParaRPr sz="2400"/>
          </a:p>
        </p:txBody>
      </p:sp>
      <p:sp>
        <p:nvSpPr>
          <p:cNvPr id="189" name="Google Shape;189;p21">
            <a:extLst>
              <a:ext uri="{FF2B5EF4-FFF2-40B4-BE49-F238E27FC236}">
                <a16:creationId xmlns:a16="http://schemas.microsoft.com/office/drawing/2014/main" id="{08432D16-AEB5-662C-EA3E-D1EC30E11AF4}"/>
              </a:ext>
            </a:extLst>
          </p:cNvPr>
          <p:cNvSpPr/>
          <p:nvPr/>
        </p:nvSpPr>
        <p:spPr>
          <a:xfrm>
            <a:off x="4840407" y="2721825"/>
            <a:ext cx="1770400" cy="256800"/>
          </a:xfrm>
          <a:prstGeom prst="rect">
            <a:avLst/>
          </a:prstGeom>
          <a:noFill/>
          <a:ln>
            <a:noFill/>
          </a:ln>
        </p:spPr>
        <p:txBody>
          <a:bodyPr spcFirstLastPara="1" wrap="square" lIns="0" tIns="0" rIns="0" bIns="0" anchor="ctr" anchorCtr="0">
            <a:noAutofit/>
          </a:bodyPr>
          <a:lstStyle/>
          <a:p>
            <a:pPr algn="ctr">
              <a:buClr>
                <a:srgbClr val="54B96A"/>
              </a:buClr>
              <a:buSzPts val="1200"/>
            </a:pPr>
            <a:r>
              <a:rPr lang="en" sz="1600" b="1">
                <a:solidFill>
                  <a:srgbClr val="54B96A"/>
                </a:solidFill>
                <a:latin typeface="Arial"/>
                <a:ea typeface="Arial"/>
                <a:cs typeface="Arial"/>
                <a:sym typeface="Arial"/>
              </a:rPr>
              <a:t>Models</a:t>
            </a:r>
            <a:endParaRPr sz="1600">
              <a:solidFill>
                <a:schemeClr val="dk1"/>
              </a:solidFill>
              <a:latin typeface="Arial"/>
              <a:ea typeface="Arial"/>
              <a:cs typeface="Arial"/>
              <a:sym typeface="Arial"/>
            </a:endParaRPr>
          </a:p>
        </p:txBody>
      </p:sp>
      <p:sp>
        <p:nvSpPr>
          <p:cNvPr id="190" name="Google Shape;190;p21">
            <a:extLst>
              <a:ext uri="{FF2B5EF4-FFF2-40B4-BE49-F238E27FC236}">
                <a16:creationId xmlns:a16="http://schemas.microsoft.com/office/drawing/2014/main" id="{C2F877E3-D608-5B1A-F6BE-A3B49FB75A5F}"/>
              </a:ext>
            </a:extLst>
          </p:cNvPr>
          <p:cNvSpPr/>
          <p:nvPr/>
        </p:nvSpPr>
        <p:spPr>
          <a:xfrm>
            <a:off x="4781932" y="3091381"/>
            <a:ext cx="1917600" cy="1488400"/>
          </a:xfrm>
          <a:prstGeom prst="rect">
            <a:avLst/>
          </a:prstGeom>
          <a:noFill/>
          <a:ln>
            <a:noFill/>
          </a:ln>
        </p:spPr>
        <p:txBody>
          <a:bodyPr spcFirstLastPara="1" wrap="square" lIns="0" tIns="0" rIns="0" bIns="0" anchor="ctr" anchorCtr="0">
            <a:noAutofit/>
          </a:bodyPr>
          <a:lstStyle/>
          <a:p>
            <a:pPr algn="ctr">
              <a:buClr>
                <a:srgbClr val="F4F7FB"/>
              </a:buClr>
              <a:buSzPts val="900"/>
            </a:pPr>
            <a:r>
              <a:rPr lang="en" sz="1300" b="1">
                <a:solidFill>
                  <a:srgbClr val="F4F7FB"/>
                </a:solidFill>
                <a:latin typeface="Arial"/>
                <a:ea typeface="Arial"/>
                <a:cs typeface="Arial"/>
                <a:sym typeface="Arial"/>
              </a:rPr>
              <a:t>Seasonal average</a:t>
            </a:r>
            <a:endParaRPr lang="en-US" sz="1300" b="1">
              <a:solidFill>
                <a:srgbClr val="F4F7FB"/>
              </a:solidFill>
            </a:endParaRPr>
          </a:p>
          <a:p>
            <a:pPr algn="ctr">
              <a:buClr>
                <a:srgbClr val="F4F7FB"/>
              </a:buClr>
              <a:buSzPts val="900"/>
            </a:pPr>
            <a:r>
              <a:rPr lang="en-US" sz="1300" b="1">
                <a:solidFill>
                  <a:schemeClr val="bg1"/>
                </a:solidFill>
                <a:latin typeface="Arial"/>
                <a:ea typeface="Arial"/>
                <a:cs typeface="Arial"/>
                <a:sym typeface="Arial"/>
              </a:rPr>
              <a:t>SARIMA</a:t>
            </a:r>
            <a:endParaRPr lang="en-US" sz="1300" b="1">
              <a:solidFill>
                <a:schemeClr val="bg1"/>
              </a:solidFill>
            </a:endParaRPr>
          </a:p>
          <a:p>
            <a:pPr algn="ctr">
              <a:buClr>
                <a:srgbClr val="F4F7FB"/>
              </a:buClr>
              <a:buSzPts val="900"/>
            </a:pPr>
            <a:r>
              <a:rPr lang="en-US" sz="1300" b="1">
                <a:solidFill>
                  <a:schemeClr val="bg1"/>
                </a:solidFill>
                <a:latin typeface="Arial"/>
                <a:ea typeface="Arial"/>
                <a:cs typeface="Arial"/>
                <a:sym typeface="Arial"/>
              </a:rPr>
              <a:t>Prophet</a:t>
            </a:r>
            <a:endParaRPr lang="en-US" sz="1300" b="1">
              <a:solidFill>
                <a:schemeClr val="bg1"/>
              </a:solidFill>
            </a:endParaRPr>
          </a:p>
          <a:p>
            <a:pPr algn="ctr">
              <a:buClr>
                <a:srgbClr val="F4F7FB"/>
              </a:buClr>
              <a:buSzPts val="900"/>
            </a:pPr>
            <a:r>
              <a:rPr lang="en" sz="1300" b="1">
                <a:solidFill>
                  <a:srgbClr val="F4F7FB"/>
                </a:solidFill>
              </a:rPr>
              <a:t>Neural Prophet</a:t>
            </a:r>
            <a:endParaRPr sz="1300" b="1">
              <a:solidFill>
                <a:srgbClr val="F4F7FB"/>
              </a:solidFill>
            </a:endParaRPr>
          </a:p>
          <a:p>
            <a:pPr algn="ctr">
              <a:buClr>
                <a:srgbClr val="F4F7FB"/>
              </a:buClr>
              <a:buSzPts val="900"/>
            </a:pPr>
            <a:r>
              <a:rPr lang="en" sz="1300" b="1">
                <a:solidFill>
                  <a:srgbClr val="F4F7FB"/>
                </a:solidFill>
                <a:latin typeface="Arial"/>
                <a:ea typeface="Arial"/>
                <a:cs typeface="Arial"/>
                <a:sym typeface="Arial"/>
              </a:rPr>
              <a:t>XGBoost</a:t>
            </a:r>
            <a:endParaRPr sz="1300" b="1">
              <a:solidFill>
                <a:srgbClr val="F4F7FB"/>
              </a:solidFill>
            </a:endParaRPr>
          </a:p>
          <a:p>
            <a:pPr algn="ctr">
              <a:buClr>
                <a:srgbClr val="F4F7FB"/>
              </a:buClr>
              <a:buSzPts val="900"/>
            </a:pPr>
            <a:r>
              <a:rPr lang="en" sz="1300" b="1">
                <a:solidFill>
                  <a:srgbClr val="F4F7FB"/>
                </a:solidFill>
              </a:rPr>
              <a:t>Holt-Winters</a:t>
            </a:r>
            <a:endParaRPr sz="1300" b="1">
              <a:solidFill>
                <a:srgbClr val="F4F7FB"/>
              </a:solidFill>
            </a:endParaRPr>
          </a:p>
          <a:p>
            <a:pPr algn="ctr">
              <a:buClr>
                <a:srgbClr val="F4F7FB"/>
              </a:buClr>
              <a:buSzPts val="900"/>
            </a:pPr>
            <a:r>
              <a:rPr lang="en" sz="1300" b="1">
                <a:solidFill>
                  <a:srgbClr val="F4F7FB"/>
                </a:solidFill>
              </a:rPr>
              <a:t>Hybrid Models</a:t>
            </a:r>
            <a:endParaRPr sz="1300" b="1">
              <a:solidFill>
                <a:srgbClr val="F4F7FB"/>
              </a:solidFill>
            </a:endParaRPr>
          </a:p>
          <a:p>
            <a:pPr algn="ctr">
              <a:buClr>
                <a:srgbClr val="F4F7FB"/>
              </a:buClr>
              <a:buSzPts val="900"/>
            </a:pPr>
            <a:r>
              <a:rPr lang="en" sz="1300" b="1">
                <a:solidFill>
                  <a:srgbClr val="F4F7FB"/>
                </a:solidFill>
              </a:rPr>
              <a:t>Ensemble Models</a:t>
            </a:r>
            <a:endParaRPr sz="1300" b="1">
              <a:solidFill>
                <a:srgbClr val="F4F7FB"/>
              </a:solidFill>
            </a:endParaRPr>
          </a:p>
        </p:txBody>
      </p:sp>
      <p:sp>
        <p:nvSpPr>
          <p:cNvPr id="191" name="Google Shape;191;p21">
            <a:extLst>
              <a:ext uri="{FF2B5EF4-FFF2-40B4-BE49-F238E27FC236}">
                <a16:creationId xmlns:a16="http://schemas.microsoft.com/office/drawing/2014/main" id="{FC706F6A-62DF-B53A-7F6F-D81649168D2D}"/>
              </a:ext>
            </a:extLst>
          </p:cNvPr>
          <p:cNvSpPr/>
          <p:nvPr/>
        </p:nvSpPr>
        <p:spPr>
          <a:xfrm>
            <a:off x="9029140" y="2689411"/>
            <a:ext cx="2487600" cy="1326000"/>
          </a:xfrm>
          <a:prstGeom prst="roundRect">
            <a:avLst>
              <a:gd name="adj" fmla="val 5517"/>
            </a:avLst>
          </a:prstGeom>
          <a:solidFill>
            <a:srgbClr val="1A2230"/>
          </a:solidFill>
          <a:ln w="17150" cap="flat" cmpd="sng">
            <a:solidFill>
              <a:srgbClr val="E15A64"/>
            </a:solidFill>
            <a:prstDash val="solid"/>
            <a:round/>
            <a:headEnd type="none" w="sm" len="sm"/>
            <a:tailEnd type="none" w="sm" len="sm"/>
          </a:ln>
          <a:effectLst>
            <a:outerShdw blurRad="19050" dist="9525" dir="2700000" algn="bl" rotWithShape="0">
              <a:srgbClr val="000000">
                <a:alpha val="18040"/>
              </a:srgbClr>
            </a:outerShdw>
          </a:effectLst>
        </p:spPr>
        <p:txBody>
          <a:bodyPr spcFirstLastPara="1" wrap="square" lIns="91433" tIns="91433" rIns="91433" bIns="91433" anchor="ctr" anchorCtr="0">
            <a:noAutofit/>
          </a:bodyPr>
          <a:lstStyle/>
          <a:p>
            <a:endParaRPr sz="2400"/>
          </a:p>
        </p:txBody>
      </p:sp>
      <p:sp>
        <p:nvSpPr>
          <p:cNvPr id="192" name="Google Shape;192;p21">
            <a:extLst>
              <a:ext uri="{FF2B5EF4-FFF2-40B4-BE49-F238E27FC236}">
                <a16:creationId xmlns:a16="http://schemas.microsoft.com/office/drawing/2014/main" id="{37D9A959-7BF7-8FC8-0833-2A6569A515DC}"/>
              </a:ext>
            </a:extLst>
          </p:cNvPr>
          <p:cNvSpPr/>
          <p:nvPr/>
        </p:nvSpPr>
        <p:spPr>
          <a:xfrm>
            <a:off x="9264463" y="2826685"/>
            <a:ext cx="1990400" cy="228800"/>
          </a:xfrm>
          <a:prstGeom prst="rect">
            <a:avLst/>
          </a:prstGeom>
          <a:noFill/>
          <a:ln>
            <a:noFill/>
          </a:ln>
        </p:spPr>
        <p:txBody>
          <a:bodyPr spcFirstLastPara="1" wrap="square" lIns="0" tIns="0" rIns="0" bIns="0" anchor="ctr" anchorCtr="0">
            <a:noAutofit/>
          </a:bodyPr>
          <a:lstStyle/>
          <a:p>
            <a:pPr algn="ctr">
              <a:buClr>
                <a:srgbClr val="E15A64"/>
              </a:buClr>
              <a:buSzPts val="1200"/>
            </a:pPr>
            <a:r>
              <a:rPr lang="en" sz="1600" b="1">
                <a:solidFill>
                  <a:srgbClr val="E15A64"/>
                </a:solidFill>
              </a:rPr>
              <a:t>3</a:t>
            </a:r>
            <a:r>
              <a:rPr lang="en" sz="1600" b="1">
                <a:solidFill>
                  <a:srgbClr val="E15A64"/>
                </a:solidFill>
                <a:latin typeface="Arial"/>
                <a:ea typeface="Arial"/>
                <a:cs typeface="Arial"/>
                <a:sym typeface="Arial"/>
              </a:rPr>
              <a:t>. Selection</a:t>
            </a:r>
            <a:endParaRPr sz="1600">
              <a:solidFill>
                <a:schemeClr val="dk1"/>
              </a:solidFill>
              <a:latin typeface="Arial"/>
              <a:ea typeface="Arial"/>
              <a:cs typeface="Arial"/>
              <a:sym typeface="Arial"/>
            </a:endParaRPr>
          </a:p>
        </p:txBody>
      </p:sp>
      <p:sp>
        <p:nvSpPr>
          <p:cNvPr id="193" name="Google Shape;193;p21">
            <a:extLst>
              <a:ext uri="{FF2B5EF4-FFF2-40B4-BE49-F238E27FC236}">
                <a16:creationId xmlns:a16="http://schemas.microsoft.com/office/drawing/2014/main" id="{D296DB22-D066-8AAE-43FD-70AF5FF38B8C}"/>
              </a:ext>
            </a:extLst>
          </p:cNvPr>
          <p:cNvSpPr/>
          <p:nvPr/>
        </p:nvSpPr>
        <p:spPr>
          <a:xfrm>
            <a:off x="9197228" y="3140449"/>
            <a:ext cx="2155600" cy="658400"/>
          </a:xfrm>
          <a:prstGeom prst="rect">
            <a:avLst/>
          </a:prstGeom>
          <a:noFill/>
          <a:ln>
            <a:noFill/>
          </a:ln>
        </p:spPr>
        <p:txBody>
          <a:bodyPr spcFirstLastPara="1" wrap="square" lIns="0" tIns="0" rIns="0" bIns="0" anchor="ctr" anchorCtr="0">
            <a:noAutofit/>
          </a:bodyPr>
          <a:lstStyle/>
          <a:p>
            <a:pPr algn="ctr">
              <a:buClr>
                <a:srgbClr val="F4F7FB"/>
              </a:buClr>
              <a:buSzPts val="900"/>
            </a:pPr>
            <a:r>
              <a:rPr lang="en" sz="1300" b="1">
                <a:solidFill>
                  <a:srgbClr val="F4F7FB"/>
                </a:solidFill>
                <a:latin typeface="Arial"/>
                <a:ea typeface="Arial"/>
                <a:cs typeface="Arial"/>
                <a:sym typeface="Arial"/>
              </a:rPr>
              <a:t>Compare with mean RMSE</a:t>
            </a:r>
            <a:endParaRPr lang="en-US" sz="1300" b="1">
              <a:solidFill>
                <a:schemeClr val="dk1"/>
              </a:solidFill>
              <a:latin typeface="Arial"/>
              <a:ea typeface="Arial"/>
              <a:cs typeface="Arial"/>
            </a:endParaRPr>
          </a:p>
          <a:p>
            <a:pPr algn="ctr">
              <a:buClr>
                <a:srgbClr val="F4F7FB"/>
              </a:buClr>
              <a:buSzPts val="900"/>
            </a:pPr>
            <a:r>
              <a:rPr lang="en" sz="1300" b="1">
                <a:solidFill>
                  <a:srgbClr val="F4F7FB"/>
                </a:solidFill>
              </a:rPr>
              <a:t>Evaluate chosen model on the holdout data </a:t>
            </a:r>
            <a:endParaRPr sz="1300" b="1">
              <a:solidFill>
                <a:schemeClr val="dk1"/>
              </a:solidFill>
              <a:latin typeface="Arial"/>
              <a:ea typeface="Arial"/>
              <a:cs typeface="Arial"/>
            </a:endParaRPr>
          </a:p>
        </p:txBody>
      </p:sp>
      <p:sp>
        <p:nvSpPr>
          <p:cNvPr id="194" name="Google Shape;194;p21">
            <a:extLst>
              <a:ext uri="{FF2B5EF4-FFF2-40B4-BE49-F238E27FC236}">
                <a16:creationId xmlns:a16="http://schemas.microsoft.com/office/drawing/2014/main" id="{E37608D3-5B22-B4A1-D30B-010C79E16E3B}"/>
              </a:ext>
            </a:extLst>
          </p:cNvPr>
          <p:cNvSpPr/>
          <p:nvPr/>
        </p:nvSpPr>
        <p:spPr>
          <a:xfrm>
            <a:off x="622753" y="4291625"/>
            <a:ext cx="3109200" cy="1921600"/>
          </a:xfrm>
          <a:prstGeom prst="roundRect">
            <a:avLst>
              <a:gd name="adj" fmla="val 6957"/>
            </a:avLst>
          </a:prstGeom>
          <a:solidFill>
            <a:srgbClr val="151B25"/>
          </a:solidFill>
          <a:ln w="6025" cap="flat" cmpd="sng">
            <a:solidFill>
              <a:srgbClr val="2B3443"/>
            </a:solidFill>
            <a:prstDash val="solid"/>
            <a:round/>
            <a:headEnd type="none" w="sm" len="sm"/>
            <a:tailEnd type="none" w="sm" len="sm"/>
          </a:ln>
          <a:effectLst>
            <a:outerShdw blurRad="12075" dist="6037" dir="2700000" algn="bl" rotWithShape="0">
              <a:srgbClr val="000000">
                <a:alpha val="18040"/>
              </a:srgbClr>
            </a:outerShdw>
          </a:effectLst>
        </p:spPr>
        <p:txBody>
          <a:bodyPr spcFirstLastPara="1" wrap="square" lIns="57967" tIns="57967" rIns="57967" bIns="57967" anchor="ctr" anchorCtr="0">
            <a:noAutofit/>
          </a:bodyPr>
          <a:lstStyle/>
          <a:p>
            <a:endParaRPr sz="2400"/>
          </a:p>
        </p:txBody>
      </p:sp>
      <p:sp>
        <p:nvSpPr>
          <p:cNvPr id="195" name="Google Shape;195;p21">
            <a:extLst>
              <a:ext uri="{FF2B5EF4-FFF2-40B4-BE49-F238E27FC236}">
                <a16:creationId xmlns:a16="http://schemas.microsoft.com/office/drawing/2014/main" id="{EEF02DB0-AFA4-B9CA-C941-26970E829233}"/>
              </a:ext>
            </a:extLst>
          </p:cNvPr>
          <p:cNvSpPr/>
          <p:nvPr/>
        </p:nvSpPr>
        <p:spPr>
          <a:xfrm>
            <a:off x="857616" y="4566165"/>
            <a:ext cx="2637200" cy="411600"/>
          </a:xfrm>
          <a:prstGeom prst="rect">
            <a:avLst/>
          </a:prstGeom>
          <a:noFill/>
          <a:ln>
            <a:noFill/>
          </a:ln>
        </p:spPr>
        <p:txBody>
          <a:bodyPr spcFirstLastPara="1" wrap="square" lIns="0" tIns="0" rIns="0" bIns="0" anchor="ctr" anchorCtr="0">
            <a:noAutofit/>
          </a:bodyPr>
          <a:lstStyle/>
          <a:p>
            <a:pPr>
              <a:buClr>
                <a:srgbClr val="F4B942"/>
              </a:buClr>
              <a:buSzPts val="761"/>
            </a:pPr>
            <a:r>
              <a:rPr lang="en" sz="1600" b="1">
                <a:solidFill>
                  <a:srgbClr val="FFFF00"/>
                </a:solidFill>
              </a:rPr>
              <a:t>Design and Caution</a:t>
            </a:r>
            <a:endParaRPr sz="1600" b="1">
              <a:solidFill>
                <a:srgbClr val="FFFF00"/>
              </a:solidFill>
            </a:endParaRPr>
          </a:p>
        </p:txBody>
      </p:sp>
      <p:sp>
        <p:nvSpPr>
          <p:cNvPr id="196" name="Google Shape;196;p21">
            <a:extLst>
              <a:ext uri="{FF2B5EF4-FFF2-40B4-BE49-F238E27FC236}">
                <a16:creationId xmlns:a16="http://schemas.microsoft.com/office/drawing/2014/main" id="{0EBDA33F-FC27-233A-7E73-AF3C93B5362E}"/>
              </a:ext>
            </a:extLst>
          </p:cNvPr>
          <p:cNvSpPr/>
          <p:nvPr/>
        </p:nvSpPr>
        <p:spPr>
          <a:xfrm>
            <a:off x="716699" y="4692988"/>
            <a:ext cx="2918800" cy="1488400"/>
          </a:xfrm>
          <a:prstGeom prst="rect">
            <a:avLst/>
          </a:prstGeom>
          <a:noFill/>
          <a:ln>
            <a:noFill/>
          </a:ln>
        </p:spPr>
        <p:txBody>
          <a:bodyPr spcFirstLastPara="1" wrap="square" lIns="0" tIns="0" rIns="0" bIns="0" anchor="ctr" anchorCtr="0">
            <a:noAutofit/>
          </a:bodyPr>
          <a:lstStyle/>
          <a:p>
            <a:pPr>
              <a:buClr>
                <a:srgbClr val="F4F7FB"/>
              </a:buClr>
              <a:buSzPts val="634"/>
            </a:pPr>
            <a:endParaRPr sz="1333" b="1">
              <a:solidFill>
                <a:srgbClr val="F4F7FB"/>
              </a:solidFill>
            </a:endParaRPr>
          </a:p>
          <a:p>
            <a:pPr>
              <a:buClr>
                <a:srgbClr val="F4F7FB"/>
              </a:buClr>
              <a:buSzPts val="634"/>
            </a:pPr>
            <a:endParaRPr sz="1333" b="1">
              <a:solidFill>
                <a:srgbClr val="F4F7FB"/>
              </a:solidFill>
            </a:endParaRPr>
          </a:p>
          <a:p>
            <a:pPr>
              <a:buClr>
                <a:srgbClr val="F4F7FB"/>
              </a:buClr>
              <a:buSzPts val="634"/>
            </a:pPr>
            <a:r>
              <a:rPr lang="en" sz="1333" b="1">
                <a:solidFill>
                  <a:srgbClr val="F4F7FB"/>
                </a:solidFill>
              </a:rPr>
              <a:t>• 14 days test windows</a:t>
            </a:r>
            <a:endParaRPr sz="1333" b="1">
              <a:solidFill>
                <a:srgbClr val="F4F7FB"/>
              </a:solidFill>
            </a:endParaRPr>
          </a:p>
          <a:p>
            <a:pPr>
              <a:buClr>
                <a:srgbClr val="F4F7FB"/>
              </a:buClr>
              <a:buSzPts val="634"/>
            </a:pPr>
            <a:r>
              <a:rPr lang="en" sz="1333" b="1">
                <a:solidFill>
                  <a:srgbClr val="F4F7FB"/>
                </a:solidFill>
              </a:rPr>
              <a:t>• Mindful of temporal leakage</a:t>
            </a:r>
            <a:endParaRPr sz="1333" b="1">
              <a:solidFill>
                <a:srgbClr val="F4F7FB"/>
              </a:solidFill>
            </a:endParaRPr>
          </a:p>
          <a:p>
            <a:pPr>
              <a:buClr>
                <a:srgbClr val="F4F7FB"/>
              </a:buClr>
              <a:buSzPts val="634"/>
            </a:pPr>
            <a:r>
              <a:rPr lang="en" sz="1333" b="1">
                <a:solidFill>
                  <a:srgbClr val="F4F7FB"/>
                </a:solidFill>
              </a:rPr>
              <a:t>• Holdout 2025-03-01 to 2026-02-28</a:t>
            </a:r>
            <a:endParaRPr sz="1333" b="1">
              <a:solidFill>
                <a:srgbClr val="F4F7FB"/>
              </a:solidFill>
            </a:endParaRPr>
          </a:p>
          <a:p>
            <a:pPr>
              <a:buClr>
                <a:srgbClr val="F4F7FB"/>
              </a:buClr>
              <a:buSzPts val="634"/>
            </a:pPr>
            <a:endParaRPr sz="1333" b="1">
              <a:solidFill>
                <a:srgbClr val="F4F7FB"/>
              </a:solidFill>
            </a:endParaRPr>
          </a:p>
          <a:p>
            <a:pPr>
              <a:buClr>
                <a:srgbClr val="F4F7FB"/>
              </a:buClr>
              <a:buSzPts val="634"/>
            </a:pPr>
            <a:endParaRPr sz="1333" b="1">
              <a:solidFill>
                <a:srgbClr val="F4F7FB"/>
              </a:solidFill>
            </a:endParaRPr>
          </a:p>
        </p:txBody>
      </p:sp>
      <p:sp>
        <p:nvSpPr>
          <p:cNvPr id="197" name="Google Shape;197;p21">
            <a:extLst>
              <a:ext uri="{FF2B5EF4-FFF2-40B4-BE49-F238E27FC236}">
                <a16:creationId xmlns:a16="http://schemas.microsoft.com/office/drawing/2014/main" id="{E7AE483A-525D-27AC-1C7B-249203748B0E}"/>
              </a:ext>
            </a:extLst>
          </p:cNvPr>
          <p:cNvSpPr/>
          <p:nvPr/>
        </p:nvSpPr>
        <p:spPr>
          <a:xfrm>
            <a:off x="4619207" y="5016492"/>
            <a:ext cx="2212800" cy="1326000"/>
          </a:xfrm>
          <a:prstGeom prst="roundRect">
            <a:avLst>
              <a:gd name="adj" fmla="val 5517"/>
            </a:avLst>
          </a:prstGeom>
          <a:solidFill>
            <a:srgbClr val="1A2230"/>
          </a:solidFill>
          <a:ln w="17150" cap="flat" cmpd="sng">
            <a:solidFill>
              <a:srgbClr val="0F9ED5"/>
            </a:solidFill>
            <a:prstDash val="solid"/>
            <a:round/>
            <a:headEnd type="none" w="sm" len="sm"/>
            <a:tailEnd type="none" w="sm" len="sm"/>
          </a:ln>
          <a:effectLst>
            <a:outerShdw blurRad="19050" dist="9525" dir="2700000" algn="bl" rotWithShape="0">
              <a:srgbClr val="000000">
                <a:alpha val="18040"/>
              </a:srgbClr>
            </a:outerShdw>
          </a:effectLst>
        </p:spPr>
        <p:txBody>
          <a:bodyPr spcFirstLastPara="1" wrap="square" lIns="91433" tIns="91433" rIns="91433" bIns="91433" anchor="ctr" anchorCtr="0">
            <a:noAutofit/>
          </a:bodyPr>
          <a:lstStyle/>
          <a:p>
            <a:endParaRPr sz="2400">
              <a:solidFill>
                <a:srgbClr val="45818E"/>
              </a:solidFill>
            </a:endParaRPr>
          </a:p>
        </p:txBody>
      </p:sp>
      <p:sp>
        <p:nvSpPr>
          <p:cNvPr id="198" name="Google Shape;198;p21">
            <a:extLst>
              <a:ext uri="{FF2B5EF4-FFF2-40B4-BE49-F238E27FC236}">
                <a16:creationId xmlns:a16="http://schemas.microsoft.com/office/drawing/2014/main" id="{CCC2CF74-519A-0A4F-4D5C-D20A6701E0DA}"/>
              </a:ext>
            </a:extLst>
          </p:cNvPr>
          <p:cNvSpPr/>
          <p:nvPr/>
        </p:nvSpPr>
        <p:spPr>
          <a:xfrm>
            <a:off x="4840407" y="5120463"/>
            <a:ext cx="1770400" cy="228800"/>
          </a:xfrm>
          <a:prstGeom prst="rect">
            <a:avLst/>
          </a:prstGeom>
          <a:noFill/>
          <a:ln>
            <a:noFill/>
          </a:ln>
        </p:spPr>
        <p:txBody>
          <a:bodyPr spcFirstLastPara="1" wrap="square" lIns="0" tIns="0" rIns="0" bIns="0" anchor="ctr" anchorCtr="0">
            <a:noAutofit/>
          </a:bodyPr>
          <a:lstStyle/>
          <a:p>
            <a:pPr algn="ctr">
              <a:buClr>
                <a:srgbClr val="54B96A"/>
              </a:buClr>
              <a:buSzPts val="1200"/>
            </a:pPr>
            <a:r>
              <a:rPr lang="en" sz="1600" b="1">
                <a:solidFill>
                  <a:srgbClr val="0F9ED5"/>
                </a:solidFill>
              </a:rPr>
              <a:t>Tuning</a:t>
            </a:r>
            <a:endParaRPr lang="en-US" sz="1600">
              <a:solidFill>
                <a:srgbClr val="0F9ED5"/>
              </a:solidFill>
              <a:latin typeface="Arial"/>
              <a:ea typeface="Arial"/>
              <a:cs typeface="Arial"/>
            </a:endParaRPr>
          </a:p>
        </p:txBody>
      </p:sp>
      <p:sp>
        <p:nvSpPr>
          <p:cNvPr id="199" name="Google Shape;199;p21">
            <a:extLst>
              <a:ext uri="{FF2B5EF4-FFF2-40B4-BE49-F238E27FC236}">
                <a16:creationId xmlns:a16="http://schemas.microsoft.com/office/drawing/2014/main" id="{3663A706-DA43-5D69-DB0B-07DFA63E4BC2}"/>
              </a:ext>
            </a:extLst>
          </p:cNvPr>
          <p:cNvSpPr/>
          <p:nvPr/>
        </p:nvSpPr>
        <p:spPr>
          <a:xfrm>
            <a:off x="4766807" y="5505668"/>
            <a:ext cx="1917600" cy="820800"/>
          </a:xfrm>
          <a:prstGeom prst="rect">
            <a:avLst/>
          </a:prstGeom>
          <a:noFill/>
          <a:ln>
            <a:noFill/>
          </a:ln>
        </p:spPr>
        <p:txBody>
          <a:bodyPr spcFirstLastPara="1" wrap="square" lIns="0" tIns="0" rIns="0" bIns="0" anchor="ctr" anchorCtr="0">
            <a:noAutofit/>
          </a:bodyPr>
          <a:lstStyle/>
          <a:p>
            <a:pPr algn="ctr">
              <a:buClr>
                <a:srgbClr val="F4F7FB"/>
              </a:buClr>
              <a:buSzPts val="900"/>
            </a:pPr>
            <a:r>
              <a:rPr lang="en" sz="1300" b="1">
                <a:solidFill>
                  <a:srgbClr val="F4F7FB"/>
                </a:solidFill>
              </a:rPr>
              <a:t>Tune parameters for models, consider derivative models of the best performers.</a:t>
            </a:r>
            <a:endParaRPr lang="en-US" sz="1300" b="1">
              <a:solidFill>
                <a:srgbClr val="F4F7FB"/>
              </a:solidFill>
            </a:endParaRPr>
          </a:p>
          <a:p>
            <a:pPr>
              <a:buClr>
                <a:srgbClr val="F4F7FB"/>
              </a:buClr>
              <a:buSzPts val="900"/>
            </a:pPr>
            <a:endParaRPr sz="1300" b="1">
              <a:solidFill>
                <a:srgbClr val="F4F7FB"/>
              </a:solidFill>
            </a:endParaRPr>
          </a:p>
        </p:txBody>
      </p:sp>
      <p:sp>
        <p:nvSpPr>
          <p:cNvPr id="200" name="Google Shape;200;p21">
            <a:extLst>
              <a:ext uri="{FF2B5EF4-FFF2-40B4-BE49-F238E27FC236}">
                <a16:creationId xmlns:a16="http://schemas.microsoft.com/office/drawing/2014/main" id="{94D92C23-A87D-63C0-0BC8-3FA32A7F715C}"/>
              </a:ext>
            </a:extLst>
          </p:cNvPr>
          <p:cNvSpPr/>
          <p:nvPr/>
        </p:nvSpPr>
        <p:spPr>
          <a:xfrm rot="5400000">
            <a:off x="5618607" y="4656225"/>
            <a:ext cx="214000" cy="453200"/>
          </a:xfrm>
          <a:prstGeom prst="rightArrow">
            <a:avLst>
              <a:gd name="adj1" fmla="val 16352"/>
              <a:gd name="adj2" fmla="val 50000"/>
            </a:avLst>
          </a:prstGeom>
          <a:solidFill>
            <a:schemeClr val="bg1">
              <a:lumMod val="75000"/>
            </a:schemeClr>
          </a:solidFill>
          <a:ln>
            <a:solidFill>
              <a:schemeClr val="bg1">
                <a:lumMod val="75000"/>
              </a:schemeClr>
            </a:solidFill>
            <a:headEnd type="none" w="sm" len="sm"/>
            <a:tailEnd type="none" w="sm" len="sm"/>
          </a:ln>
        </p:spPr>
        <p:style>
          <a:lnRef idx="0">
            <a:schemeClr val="dk1"/>
          </a:lnRef>
          <a:fillRef idx="3">
            <a:schemeClr val="dk1"/>
          </a:fillRef>
          <a:effectRef idx="3">
            <a:schemeClr val="dk1"/>
          </a:effectRef>
          <a:fontRef idx="minor">
            <a:schemeClr val="lt1"/>
          </a:fontRef>
        </p:style>
        <p:txBody>
          <a:bodyPr spcFirstLastPara="1" wrap="square" lIns="121900" tIns="121900" rIns="121900" bIns="121900" anchor="ctr" anchorCtr="0">
            <a:noAutofit/>
          </a:bodyPr>
          <a:lstStyle/>
          <a:p>
            <a:pPr algn="ctr"/>
            <a:endParaRPr sz="2400">
              <a:latin typeface="Lato"/>
              <a:ea typeface="Lato"/>
              <a:cs typeface="Lato"/>
              <a:sym typeface="Lato"/>
            </a:endParaRPr>
          </a:p>
        </p:txBody>
      </p:sp>
      <p:sp>
        <p:nvSpPr>
          <p:cNvPr id="201" name="Google Shape;201;p21">
            <a:extLst>
              <a:ext uri="{FF2B5EF4-FFF2-40B4-BE49-F238E27FC236}">
                <a16:creationId xmlns:a16="http://schemas.microsoft.com/office/drawing/2014/main" id="{C3759CEC-0594-2E0D-9512-FC4FB0BD6EDF}"/>
              </a:ext>
            </a:extLst>
          </p:cNvPr>
          <p:cNvSpPr/>
          <p:nvPr/>
        </p:nvSpPr>
        <p:spPr>
          <a:xfrm rot="10800000" flipH="1">
            <a:off x="6889567" y="1354267"/>
            <a:ext cx="1420400" cy="4605600"/>
          </a:xfrm>
          <a:prstGeom prst="curvedLeftArrow">
            <a:avLst>
              <a:gd name="adj1" fmla="val 25000"/>
              <a:gd name="adj2" fmla="val 50000"/>
              <a:gd name="adj3" fmla="val 25000"/>
            </a:avLst>
          </a:prstGeom>
          <a:solidFill>
            <a:schemeClr val="bg1">
              <a:lumMod val="75000"/>
            </a:schemeClr>
          </a:solidFill>
          <a:ln>
            <a:solidFill>
              <a:schemeClr val="bg1">
                <a:lumMod val="75000"/>
              </a:schemeClr>
            </a:solidFill>
            <a:headEnd type="none" w="sm" len="sm"/>
            <a:tailEnd type="none" w="sm" len="sm"/>
          </a:ln>
        </p:spPr>
        <p:style>
          <a:lnRef idx="0">
            <a:schemeClr val="dk1"/>
          </a:lnRef>
          <a:fillRef idx="3">
            <a:schemeClr val="dk1"/>
          </a:fillRef>
          <a:effectRef idx="3">
            <a:schemeClr val="dk1"/>
          </a:effectRef>
          <a:fontRef idx="minor">
            <a:schemeClr val="lt1"/>
          </a:fontRef>
        </p:style>
        <p:txBody>
          <a:bodyPr spcFirstLastPara="1" wrap="square" lIns="121900" tIns="121900" rIns="121900" bIns="121900" anchor="ctr" anchorCtr="0">
            <a:noAutofit/>
          </a:bodyPr>
          <a:lstStyle/>
          <a:p>
            <a:pPr algn="ctr"/>
            <a:endParaRPr sz="2400">
              <a:latin typeface="Lato"/>
              <a:ea typeface="Lato"/>
              <a:cs typeface="Lato"/>
              <a:sym typeface="Lato"/>
            </a:endParaRPr>
          </a:p>
        </p:txBody>
      </p:sp>
      <p:sp>
        <p:nvSpPr>
          <p:cNvPr id="202" name="Google Shape;202;p21">
            <a:extLst>
              <a:ext uri="{FF2B5EF4-FFF2-40B4-BE49-F238E27FC236}">
                <a16:creationId xmlns:a16="http://schemas.microsoft.com/office/drawing/2014/main" id="{4103584A-07E3-62B9-5230-FD03F9AA3F2A}"/>
              </a:ext>
            </a:extLst>
          </p:cNvPr>
          <p:cNvSpPr/>
          <p:nvPr/>
        </p:nvSpPr>
        <p:spPr>
          <a:xfrm rot="5400000">
            <a:off x="5618607" y="2276116"/>
            <a:ext cx="214000" cy="453200"/>
          </a:xfrm>
          <a:prstGeom prst="rightArrow">
            <a:avLst>
              <a:gd name="adj1" fmla="val 16352"/>
              <a:gd name="adj2" fmla="val 50000"/>
            </a:avLst>
          </a:prstGeom>
          <a:solidFill>
            <a:schemeClr val="bg1">
              <a:lumMod val="75000"/>
            </a:schemeClr>
          </a:solidFill>
          <a:ln>
            <a:solidFill>
              <a:schemeClr val="bg1">
                <a:lumMod val="75000"/>
              </a:schemeClr>
            </a:solidFill>
            <a:headEnd type="none" w="sm" len="sm"/>
            <a:tailEnd type="none" w="sm" len="sm"/>
          </a:ln>
        </p:spPr>
        <p:style>
          <a:lnRef idx="0">
            <a:schemeClr val="dk1"/>
          </a:lnRef>
          <a:fillRef idx="3">
            <a:schemeClr val="dk1"/>
          </a:fillRef>
          <a:effectRef idx="3">
            <a:schemeClr val="dk1"/>
          </a:effectRef>
          <a:fontRef idx="minor">
            <a:schemeClr val="lt1"/>
          </a:fontRef>
        </p:style>
        <p:txBody>
          <a:bodyPr spcFirstLastPara="1" wrap="square" lIns="121900" tIns="121900" rIns="121900" bIns="121900" anchor="ctr" anchorCtr="0">
            <a:noAutofit/>
          </a:bodyPr>
          <a:lstStyle/>
          <a:p>
            <a:pPr algn="ctr"/>
            <a:endParaRPr sz="2400">
              <a:latin typeface="Lato"/>
              <a:ea typeface="Lato"/>
              <a:cs typeface="Lato"/>
              <a:sym typeface="Lato"/>
            </a:endParaRPr>
          </a:p>
        </p:txBody>
      </p:sp>
      <p:sp>
        <p:nvSpPr>
          <p:cNvPr id="204" name="Google Shape;204;p21">
            <a:extLst>
              <a:ext uri="{FF2B5EF4-FFF2-40B4-BE49-F238E27FC236}">
                <a16:creationId xmlns:a16="http://schemas.microsoft.com/office/drawing/2014/main" id="{944F261D-FEA6-1EE5-9E82-D4E993204717}"/>
              </a:ext>
            </a:extLst>
          </p:cNvPr>
          <p:cNvSpPr/>
          <p:nvPr/>
        </p:nvSpPr>
        <p:spPr>
          <a:xfrm>
            <a:off x="3830448" y="3106946"/>
            <a:ext cx="436000" cy="496000"/>
          </a:xfrm>
          <a:prstGeom prst="rightArrow">
            <a:avLst>
              <a:gd name="adj1" fmla="val 50000"/>
              <a:gd name="adj2" fmla="val 50000"/>
            </a:avLst>
          </a:prstGeom>
          <a:solidFill>
            <a:schemeClr val="tx2">
              <a:lumMod val="50000"/>
              <a:lumOff val="50000"/>
            </a:schemeClr>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Lato"/>
              <a:ea typeface="Lato"/>
              <a:cs typeface="Lato"/>
              <a:sym typeface="Lato"/>
            </a:endParaRPr>
          </a:p>
        </p:txBody>
      </p:sp>
      <p:sp>
        <p:nvSpPr>
          <p:cNvPr id="205" name="Google Shape;205;p21">
            <a:extLst>
              <a:ext uri="{FF2B5EF4-FFF2-40B4-BE49-F238E27FC236}">
                <a16:creationId xmlns:a16="http://schemas.microsoft.com/office/drawing/2014/main" id="{57366538-3924-67FD-635A-A70C904F6E8A}"/>
              </a:ext>
            </a:extLst>
          </p:cNvPr>
          <p:cNvSpPr txBox="1">
            <a:spLocks noGrp="1"/>
          </p:cNvSpPr>
          <p:nvPr>
            <p:ph type="sldNum" idx="12"/>
          </p:nvPr>
        </p:nvSpPr>
        <p:spPr>
          <a:xfrm>
            <a:off x="11409045" y="6333135"/>
            <a:ext cx="731600" cy="524800"/>
          </a:xfrm>
          <a:prstGeom prst="rect">
            <a:avLst/>
          </a:prstGeom>
        </p:spPr>
        <p:txBody>
          <a:bodyPr spcFirstLastPara="1" vert="horz" wrap="square" lIns="121900" tIns="121900" rIns="121900" bIns="121900" rtlCol="0" anchor="t" anchorCtr="0">
            <a:normAutofit/>
          </a:bodyPr>
          <a:lstStyle/>
          <a:p>
            <a:fld id="{00000000-1234-1234-1234-123412341234}" type="slidenum">
              <a:rPr lang="en" b="1">
                <a:solidFill>
                  <a:schemeClr val="accent1"/>
                </a:solidFill>
              </a:rPr>
              <a:pPr/>
              <a:t>7</a:t>
            </a:fld>
            <a:endParaRPr b="1">
              <a:solidFill>
                <a:schemeClr val="accent1"/>
              </a:solidFill>
            </a:endParaRPr>
          </a:p>
        </p:txBody>
      </p:sp>
      <p:sp>
        <p:nvSpPr>
          <p:cNvPr id="206" name="Google Shape;206;p21">
            <a:extLst>
              <a:ext uri="{FF2B5EF4-FFF2-40B4-BE49-F238E27FC236}">
                <a16:creationId xmlns:a16="http://schemas.microsoft.com/office/drawing/2014/main" id="{EBB297E0-5657-AB0D-5E91-C6557B1F6906}"/>
              </a:ext>
            </a:extLst>
          </p:cNvPr>
          <p:cNvSpPr/>
          <p:nvPr/>
        </p:nvSpPr>
        <p:spPr>
          <a:xfrm>
            <a:off x="5184092" y="900715"/>
            <a:ext cx="2487600" cy="228800"/>
          </a:xfrm>
          <a:prstGeom prst="rect">
            <a:avLst/>
          </a:prstGeom>
          <a:noFill/>
          <a:ln>
            <a:noFill/>
          </a:ln>
        </p:spPr>
        <p:txBody>
          <a:bodyPr spcFirstLastPara="1" wrap="square" lIns="0" tIns="0" rIns="0" bIns="0" anchor="ctr" anchorCtr="0">
            <a:noAutofit/>
          </a:bodyPr>
          <a:lstStyle/>
          <a:p>
            <a:pPr algn="ctr">
              <a:buClr>
                <a:srgbClr val="56C7C7"/>
              </a:buClr>
              <a:buSzPts val="1200"/>
            </a:pPr>
            <a:r>
              <a:rPr lang="en" sz="1600" b="1">
                <a:solidFill>
                  <a:srgbClr val="BAC4CF"/>
                </a:solidFill>
              </a:rPr>
              <a:t>2. Model/Tune/Validate</a:t>
            </a:r>
            <a:endParaRPr sz="1600">
              <a:solidFill>
                <a:srgbClr val="BAC4CF"/>
              </a:solidFill>
              <a:latin typeface="Arial"/>
              <a:ea typeface="Arial"/>
              <a:cs typeface="Arial"/>
              <a:sym typeface="Arial"/>
            </a:endParaRPr>
          </a:p>
        </p:txBody>
      </p:sp>
      <p:sp>
        <p:nvSpPr>
          <p:cNvPr id="4" name="Google Shape;204;p21">
            <a:extLst>
              <a:ext uri="{FF2B5EF4-FFF2-40B4-BE49-F238E27FC236}">
                <a16:creationId xmlns:a16="http://schemas.microsoft.com/office/drawing/2014/main" id="{B91EFB5F-6D68-50E9-E959-0018E71A3DD6}"/>
              </a:ext>
            </a:extLst>
          </p:cNvPr>
          <p:cNvSpPr/>
          <p:nvPr/>
        </p:nvSpPr>
        <p:spPr>
          <a:xfrm>
            <a:off x="8469684" y="3106946"/>
            <a:ext cx="436000" cy="496000"/>
          </a:xfrm>
          <a:prstGeom prst="rightArrow">
            <a:avLst>
              <a:gd name="adj1" fmla="val 50000"/>
              <a:gd name="adj2" fmla="val 50000"/>
            </a:avLst>
          </a:prstGeom>
          <a:solidFill>
            <a:schemeClr val="tx2">
              <a:lumMod val="50000"/>
              <a:lumOff val="50000"/>
            </a:schemeClr>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Lato"/>
              <a:ea typeface="Lato"/>
              <a:cs typeface="Lato"/>
              <a:sym typeface="Lato"/>
            </a:endParaRPr>
          </a:p>
        </p:txBody>
      </p:sp>
      <p:pic>
        <p:nvPicPr>
          <p:cNvPr id="2" name="Picture 1" descr="A cartoon of a rat wearing a top hat&#10;&#10;AI-generated content may be incorrect.">
            <a:extLst>
              <a:ext uri="{FF2B5EF4-FFF2-40B4-BE49-F238E27FC236}">
                <a16:creationId xmlns:a16="http://schemas.microsoft.com/office/drawing/2014/main" id="{1D76E805-8F2C-AA95-D992-54178761B315}"/>
              </a:ext>
            </a:extLst>
          </p:cNvPr>
          <p:cNvPicPr>
            <a:picLocks noChangeAspect="1"/>
          </p:cNvPicPr>
          <p:nvPr/>
        </p:nvPicPr>
        <p:blipFill>
          <a:blip r:embed="rId3"/>
          <a:stretch>
            <a:fillRect/>
          </a:stretch>
        </p:blipFill>
        <p:spPr>
          <a:xfrm>
            <a:off x="55485" y="59184"/>
            <a:ext cx="636234" cy="56225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05039816"/>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C715547-15BE-4076-A4A1-F5CDA7A101BE}"/>
              </a:ext>
            </a:extLst>
          </p:cNvPr>
          <p:cNvSpPr>
            <a:spLocks noGrp="1"/>
          </p:cNvSpPr>
          <p:nvPr>
            <p:ph type="title"/>
          </p:nvPr>
        </p:nvSpPr>
        <p:spPr>
          <a:xfrm>
            <a:off x="483764" y="419186"/>
            <a:ext cx="11353800" cy="754064"/>
          </a:xfrm>
        </p:spPr>
        <p:txBody>
          <a:bodyPr>
            <a:normAutofit/>
          </a:bodyPr>
          <a:lstStyle/>
          <a:p>
            <a:pPr algn="ctr"/>
            <a:r>
              <a:rPr lang="en-US" b="1">
                <a:solidFill>
                  <a:srgbClr val="000000"/>
                </a:solidFill>
                <a:latin typeface="Aptos Display"/>
                <a:ea typeface="Play"/>
                <a:cs typeface="Play"/>
                <a:sym typeface="Play"/>
              </a:rPr>
              <a:t>Example: Brooklyn - Input</a:t>
            </a:r>
            <a:endParaRPr lang="en-US">
              <a:solidFill>
                <a:srgbClr val="000000"/>
              </a:solidFill>
              <a:latin typeface="Aptos Display"/>
            </a:endParaRPr>
          </a:p>
        </p:txBody>
      </p:sp>
      <p:sp>
        <p:nvSpPr>
          <p:cNvPr id="7" name="Slide Number Placeholder 6">
            <a:extLst>
              <a:ext uri="{FF2B5EF4-FFF2-40B4-BE49-F238E27FC236}">
                <a16:creationId xmlns:a16="http://schemas.microsoft.com/office/drawing/2014/main" id="{D42D26D4-B083-790A-97F9-C700DFB5B2CE}"/>
              </a:ext>
            </a:extLst>
          </p:cNvPr>
          <p:cNvSpPr>
            <a:spLocks noGrp="1"/>
          </p:cNvSpPr>
          <p:nvPr>
            <p:ph type="sldNum" sz="quarter" idx="12"/>
          </p:nvPr>
        </p:nvSpPr>
        <p:spPr>
          <a:xfrm flipH="1">
            <a:off x="11831128" y="6341343"/>
            <a:ext cx="360872" cy="365125"/>
          </a:xfrm>
        </p:spPr>
        <p:txBody>
          <a:bodyPr anchor="ctr">
            <a:normAutofit lnSpcReduction="10000"/>
          </a:bodyPr>
          <a:lstStyle/>
          <a:p>
            <a:pPr>
              <a:spcAft>
                <a:spcPts val="600"/>
              </a:spcAft>
            </a:pPr>
            <a:fld id="{6D22F896-40B5-4ADD-8801-0D06FADFA095}" type="slidenum">
              <a:rPr lang="en-US" smtClean="0"/>
              <a:pPr>
                <a:spcAft>
                  <a:spcPts val="600"/>
                </a:spcAft>
              </a:pPr>
              <a:t>8</a:t>
            </a:fld>
            <a:endParaRPr lang="en-US"/>
          </a:p>
        </p:txBody>
      </p:sp>
      <p:graphicFrame>
        <p:nvGraphicFramePr>
          <p:cNvPr id="14" name="Content Placeholder 2">
            <a:extLst>
              <a:ext uri="{FF2B5EF4-FFF2-40B4-BE49-F238E27FC236}">
                <a16:creationId xmlns:a16="http://schemas.microsoft.com/office/drawing/2014/main" id="{7DF88A71-297D-CE4F-126A-5D97F95A4130}"/>
              </a:ext>
            </a:extLst>
          </p:cNvPr>
          <p:cNvGraphicFramePr>
            <a:graphicFrameLocks/>
          </p:cNvGraphicFramePr>
          <p:nvPr>
            <p:extLst>
              <p:ext uri="{D42A27DB-BD31-4B8C-83A1-F6EECF244321}">
                <p14:modId xmlns:p14="http://schemas.microsoft.com/office/powerpoint/2010/main" val="3250483726"/>
              </p:ext>
            </p:extLst>
          </p:nvPr>
        </p:nvGraphicFramePr>
        <p:xfrm>
          <a:off x="2423494" y="1347678"/>
          <a:ext cx="2772293" cy="49026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 name="Content Placeholder 7">
            <a:extLst>
              <a:ext uri="{FF2B5EF4-FFF2-40B4-BE49-F238E27FC236}">
                <a16:creationId xmlns:a16="http://schemas.microsoft.com/office/drawing/2014/main" id="{6EB54B76-F564-182F-F8FD-73462C348C9B}"/>
              </a:ext>
            </a:extLst>
          </p:cNvPr>
          <p:cNvGraphicFramePr>
            <a:graphicFrameLocks noGrp="1"/>
          </p:cNvGraphicFramePr>
          <p:nvPr>
            <p:ph sz="half" idx="2"/>
            <p:extLst>
              <p:ext uri="{D42A27DB-BD31-4B8C-83A1-F6EECF244321}">
                <p14:modId xmlns:p14="http://schemas.microsoft.com/office/powerpoint/2010/main" val="1364079541"/>
              </p:ext>
            </p:extLst>
          </p:nvPr>
        </p:nvGraphicFramePr>
        <p:xfrm>
          <a:off x="6928731" y="1347679"/>
          <a:ext cx="2884833" cy="4915699"/>
        </p:xfrm>
        <a:graphic>
          <a:graphicData uri="http://schemas.openxmlformats.org/drawingml/2006/table">
            <a:tbl>
              <a:tblPr firstRow="1" bandRow="1">
                <a:noFill/>
              </a:tblPr>
              <a:tblGrid>
                <a:gridCol w="1879914">
                  <a:extLst>
                    <a:ext uri="{9D8B030D-6E8A-4147-A177-3AD203B41FA5}">
                      <a16:colId xmlns:a16="http://schemas.microsoft.com/office/drawing/2014/main" val="24034546"/>
                    </a:ext>
                  </a:extLst>
                </a:gridCol>
                <a:gridCol w="1004919">
                  <a:extLst>
                    <a:ext uri="{9D8B030D-6E8A-4147-A177-3AD203B41FA5}">
                      <a16:colId xmlns:a16="http://schemas.microsoft.com/office/drawing/2014/main" val="2863088229"/>
                    </a:ext>
                  </a:extLst>
                </a:gridCol>
              </a:tblGrid>
              <a:tr h="446883">
                <a:tc>
                  <a:txBody>
                    <a:bodyPr/>
                    <a:lstStyle/>
                    <a:p>
                      <a:pPr>
                        <a:buNone/>
                      </a:pPr>
                      <a:r>
                        <a:rPr lang="en-US" sz="1600" b="0" cap="none" spc="60">
                          <a:solidFill>
                            <a:schemeClr val="bg1"/>
                          </a:solidFill>
                        </a:rPr>
                        <a:t>created_date</a:t>
                      </a:r>
                    </a:p>
                  </a:txBody>
                  <a:tcPr marL="44586" marR="44586" marT="90483" marB="22293" anchor="ctr">
                    <a:lnL w="12700" cmpd="sng">
                      <a:solidFill>
                        <a:schemeClr val="tx1"/>
                      </a:solidFill>
                    </a:lnL>
                    <a:lnR w="12700" cmpd="sng">
                      <a:solidFill>
                        <a:schemeClr val="tx1"/>
                      </a:solidFill>
                    </a:lnR>
                    <a:lnT w="12700" cap="flat" cmpd="sng" algn="ctr">
                      <a:solidFill>
                        <a:schemeClr val="tx1"/>
                      </a:solidFill>
                      <a:prstDash val="solid"/>
                    </a:lnT>
                    <a:lnB w="38100" cmpd="sng">
                      <a:noFill/>
                    </a:lnB>
                    <a:solidFill>
                      <a:srgbClr val="9D2B93"/>
                    </a:solidFill>
                  </a:tcPr>
                </a:tc>
                <a:tc>
                  <a:txBody>
                    <a:bodyPr/>
                    <a:lstStyle/>
                    <a:p>
                      <a:pPr algn="r">
                        <a:buNone/>
                      </a:pPr>
                      <a:r>
                        <a:rPr lang="en-US" sz="1600" b="0" cap="none" spc="60">
                          <a:solidFill>
                            <a:schemeClr val="bg1"/>
                          </a:solidFill>
                        </a:rPr>
                        <a:t>count</a:t>
                      </a:r>
                    </a:p>
                  </a:txBody>
                  <a:tcPr marL="44586" marR="44586" marT="90483" marB="22293" anchor="ctr">
                    <a:lnL w="12700" cmpd="sng">
                      <a:solidFill>
                        <a:schemeClr val="tx1"/>
                      </a:solidFill>
                    </a:lnL>
                    <a:lnR w="12700" cmpd="sng">
                      <a:solidFill>
                        <a:schemeClr val="tx1"/>
                      </a:solidFill>
                    </a:lnR>
                    <a:lnT w="12700" cap="flat" cmpd="sng" algn="ctr">
                      <a:solidFill>
                        <a:schemeClr val="tx1"/>
                      </a:solidFill>
                      <a:prstDash val="solid"/>
                    </a:lnT>
                    <a:lnB w="38100" cmpd="sng">
                      <a:noFill/>
                    </a:lnB>
                    <a:solidFill>
                      <a:srgbClr val="9D2B93"/>
                    </a:solidFill>
                  </a:tcPr>
                </a:tc>
                <a:extLst>
                  <a:ext uri="{0D108BD9-81ED-4DB2-BD59-A6C34878D82A}">
                    <a16:rowId xmlns:a16="http://schemas.microsoft.com/office/drawing/2014/main" val="2279970526"/>
                  </a:ext>
                </a:extLst>
              </a:tr>
              <a:tr h="406256">
                <a:tc>
                  <a:txBody>
                    <a:bodyPr/>
                    <a:lstStyle/>
                    <a:p>
                      <a:pPr>
                        <a:buNone/>
                      </a:pPr>
                      <a:r>
                        <a:rPr lang="en-US" sz="1400" cap="none" spc="0">
                          <a:solidFill>
                            <a:schemeClr val="tx1"/>
                          </a:solidFill>
                        </a:rPr>
                        <a:t>2020-01-01</a:t>
                      </a:r>
                    </a:p>
                  </a:txBody>
                  <a:tcPr marL="44586" marR="44586" marT="90483" marB="22293" anchor="ctr">
                    <a:lnL w="12700" cmpd="sng">
                      <a:solidFill>
                        <a:schemeClr val="tx1"/>
                      </a:solidFill>
                      <a:prstDash val="solid"/>
                    </a:lnL>
                    <a:lnR w="12700" cmpd="sng">
                      <a:solidFill>
                        <a:schemeClr val="tx1"/>
                      </a:solidFill>
                      <a:prstDash val="solid"/>
                    </a:lnR>
                    <a:lnT w="38100" cmpd="sng">
                      <a:noFill/>
                    </a:lnT>
                    <a:lnB w="12700" cap="flat" cmpd="sng" algn="ctr">
                      <a:noFill/>
                      <a:prstDash val="solid"/>
                    </a:lnB>
                    <a:noFill/>
                  </a:tcPr>
                </a:tc>
                <a:tc>
                  <a:txBody>
                    <a:bodyPr/>
                    <a:lstStyle/>
                    <a:p>
                      <a:pPr algn="r">
                        <a:buNone/>
                      </a:pPr>
                      <a:r>
                        <a:rPr lang="en-US" sz="1400" cap="none" spc="0">
                          <a:solidFill>
                            <a:schemeClr val="tx1"/>
                          </a:solidFill>
                        </a:rPr>
                        <a:t>7</a:t>
                      </a:r>
                    </a:p>
                  </a:txBody>
                  <a:tcPr marL="44586" marR="44586" marT="90483" marB="22293" anchor="ctr">
                    <a:lnL w="12700" cmpd="sng">
                      <a:solidFill>
                        <a:schemeClr val="tx1"/>
                      </a:solidFill>
                      <a:prstDash val="solid"/>
                    </a:lnL>
                    <a:lnR w="12700" cmpd="sng">
                      <a:solidFill>
                        <a:schemeClr val="tx1"/>
                      </a:solidFill>
                      <a:prstDash val="solid"/>
                    </a:lnR>
                    <a:lnT w="38100" cmpd="sng">
                      <a:noFill/>
                    </a:lnT>
                    <a:lnB w="12700" cap="flat" cmpd="sng" algn="ctr">
                      <a:noFill/>
                      <a:prstDash val="solid"/>
                    </a:lnB>
                    <a:noFill/>
                  </a:tcPr>
                </a:tc>
                <a:extLst>
                  <a:ext uri="{0D108BD9-81ED-4DB2-BD59-A6C34878D82A}">
                    <a16:rowId xmlns:a16="http://schemas.microsoft.com/office/drawing/2014/main" val="469340286"/>
                  </a:ext>
                </a:extLst>
              </a:tr>
              <a:tr h="406256">
                <a:tc>
                  <a:txBody>
                    <a:bodyPr/>
                    <a:lstStyle/>
                    <a:p>
                      <a:pPr>
                        <a:buNone/>
                      </a:pPr>
                      <a:r>
                        <a:rPr lang="en-US" sz="1400" cap="none" spc="0">
                          <a:solidFill>
                            <a:schemeClr val="tx1"/>
                          </a:solidFill>
                        </a:rPr>
                        <a:t>2020-01-02</a:t>
                      </a:r>
                    </a:p>
                  </a:txBody>
                  <a:tcPr marL="44586" marR="44586" marT="90483" marB="22293" anchor="ctr">
                    <a:lnL w="12700" cmpd="sng">
                      <a:solidFill>
                        <a:schemeClr val="tx1"/>
                      </a:solidFill>
                      <a:prstDash val="solid"/>
                    </a:lnL>
                    <a:lnR w="12700" cmpd="sng">
                      <a:solidFill>
                        <a:schemeClr val="tx1"/>
                      </a:solidFill>
                      <a:prstDash val="solid"/>
                    </a:lnR>
                    <a:lnT w="12700" cap="flat" cmpd="sng" algn="ctr">
                      <a:noFill/>
                      <a:prstDash val="solid"/>
                    </a:lnT>
                    <a:lnB w="12700" cmpd="sng">
                      <a:noFill/>
                      <a:prstDash val="solid"/>
                    </a:lnB>
                    <a:solidFill>
                      <a:schemeClr val="bg1">
                        <a:lumMod val="95000"/>
                      </a:schemeClr>
                    </a:solidFill>
                  </a:tcPr>
                </a:tc>
                <a:tc>
                  <a:txBody>
                    <a:bodyPr/>
                    <a:lstStyle/>
                    <a:p>
                      <a:pPr algn="r">
                        <a:buNone/>
                      </a:pPr>
                      <a:r>
                        <a:rPr lang="en-US" sz="1400" cap="none" spc="0">
                          <a:solidFill>
                            <a:schemeClr val="tx1"/>
                          </a:solidFill>
                        </a:rPr>
                        <a:t>21</a:t>
                      </a:r>
                    </a:p>
                  </a:txBody>
                  <a:tcPr marL="44586" marR="44586" marT="90483" marB="22293" anchor="ctr">
                    <a:lnL w="12700" cmpd="sng">
                      <a:solidFill>
                        <a:schemeClr val="tx1"/>
                      </a:solidFill>
                      <a:prstDash val="solid"/>
                    </a:lnL>
                    <a:lnR w="12700" cmpd="sng">
                      <a:solidFill>
                        <a:schemeClr val="tx1"/>
                      </a:solid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52079304"/>
                  </a:ext>
                </a:extLst>
              </a:tr>
              <a:tr h="406256">
                <a:tc>
                  <a:txBody>
                    <a:bodyPr/>
                    <a:lstStyle/>
                    <a:p>
                      <a:pPr>
                        <a:buNone/>
                      </a:pPr>
                      <a:r>
                        <a:rPr lang="en-US" sz="1400" cap="none" spc="0">
                          <a:solidFill>
                            <a:schemeClr val="tx1"/>
                          </a:solidFill>
                        </a:rPr>
                        <a:t>2020-01-03</a:t>
                      </a:r>
                    </a:p>
                  </a:txBody>
                  <a:tcPr marL="44586" marR="44586" marT="90483" marB="22293" anchor="ctr">
                    <a:lnL w="12700" cmpd="sng">
                      <a:solidFill>
                        <a:schemeClr val="tx1"/>
                      </a:solidFill>
                      <a:prstDash val="solid"/>
                    </a:lnL>
                    <a:lnR w="12700" cmpd="sng">
                      <a:solidFill>
                        <a:schemeClr val="tx1"/>
                      </a:solidFill>
                      <a:prstDash val="solid"/>
                    </a:lnR>
                    <a:lnT w="12700" cmpd="sng">
                      <a:noFill/>
                      <a:prstDash val="solid"/>
                    </a:lnT>
                    <a:lnB w="12700" cap="flat" cmpd="sng" algn="ctr">
                      <a:noFill/>
                      <a:prstDash val="solid"/>
                    </a:lnB>
                    <a:noFill/>
                  </a:tcPr>
                </a:tc>
                <a:tc>
                  <a:txBody>
                    <a:bodyPr/>
                    <a:lstStyle/>
                    <a:p>
                      <a:pPr algn="r">
                        <a:buNone/>
                      </a:pPr>
                      <a:r>
                        <a:rPr lang="en-US" sz="1400" cap="none" spc="0">
                          <a:solidFill>
                            <a:schemeClr val="tx1"/>
                          </a:solidFill>
                        </a:rPr>
                        <a:t>13</a:t>
                      </a:r>
                    </a:p>
                  </a:txBody>
                  <a:tcPr marL="44586" marR="44586" marT="90483" marB="22293" anchor="ctr">
                    <a:lnL w="12700" cmpd="sng">
                      <a:solidFill>
                        <a:schemeClr val="tx1"/>
                      </a:solidFill>
                      <a:prstDash val="solid"/>
                    </a:lnL>
                    <a:lnR w="12700" cmpd="sng">
                      <a:solidFill>
                        <a:schemeClr val="tx1"/>
                      </a:solid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969827444"/>
                  </a:ext>
                </a:extLst>
              </a:tr>
              <a:tr h="406256">
                <a:tc>
                  <a:txBody>
                    <a:bodyPr/>
                    <a:lstStyle/>
                    <a:p>
                      <a:pPr>
                        <a:buNone/>
                      </a:pPr>
                      <a:r>
                        <a:rPr lang="en-US" sz="1400" cap="none" spc="0">
                          <a:solidFill>
                            <a:schemeClr val="tx1"/>
                          </a:solidFill>
                        </a:rPr>
                        <a:t>2020-01-04</a:t>
                      </a:r>
                    </a:p>
                  </a:txBody>
                  <a:tcPr marL="44586" marR="44586" marT="90483" marB="22293" anchor="ctr">
                    <a:lnL w="12700" cmpd="sng">
                      <a:solidFill>
                        <a:schemeClr val="tx1"/>
                      </a:solidFill>
                      <a:prstDash val="solid"/>
                    </a:lnL>
                    <a:lnR w="12700" cmpd="sng">
                      <a:solidFill>
                        <a:schemeClr val="tx1"/>
                      </a:solidFill>
                      <a:prstDash val="solid"/>
                    </a:lnR>
                    <a:lnT w="12700" cap="flat" cmpd="sng" algn="ctr">
                      <a:noFill/>
                      <a:prstDash val="solid"/>
                    </a:lnT>
                    <a:lnB w="12700" cmpd="sng">
                      <a:noFill/>
                      <a:prstDash val="solid"/>
                    </a:lnB>
                    <a:solidFill>
                      <a:schemeClr val="bg1">
                        <a:lumMod val="95000"/>
                      </a:schemeClr>
                    </a:solidFill>
                  </a:tcPr>
                </a:tc>
                <a:tc>
                  <a:txBody>
                    <a:bodyPr/>
                    <a:lstStyle/>
                    <a:p>
                      <a:pPr algn="r">
                        <a:buNone/>
                      </a:pPr>
                      <a:r>
                        <a:rPr lang="en-US" sz="1400" cap="none" spc="0">
                          <a:solidFill>
                            <a:schemeClr val="tx1"/>
                          </a:solidFill>
                        </a:rPr>
                        <a:t>8</a:t>
                      </a:r>
                    </a:p>
                  </a:txBody>
                  <a:tcPr marL="44586" marR="44586" marT="90483" marB="22293" anchor="ctr">
                    <a:lnL w="12700" cmpd="sng">
                      <a:solidFill>
                        <a:schemeClr val="tx1"/>
                      </a:solidFill>
                      <a:prstDash val="solid"/>
                    </a:lnL>
                    <a:lnR w="12700" cmpd="sng">
                      <a:solidFill>
                        <a:schemeClr val="tx1"/>
                      </a:solid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950450347"/>
                  </a:ext>
                </a:extLst>
              </a:tr>
              <a:tr h="406256">
                <a:tc>
                  <a:txBody>
                    <a:bodyPr/>
                    <a:lstStyle/>
                    <a:p>
                      <a:pPr>
                        <a:buNone/>
                      </a:pPr>
                      <a:r>
                        <a:rPr lang="en-US" sz="1400" cap="none" spc="0">
                          <a:solidFill>
                            <a:schemeClr val="tx1"/>
                          </a:solidFill>
                        </a:rPr>
                        <a:t>2020-01-05</a:t>
                      </a:r>
                    </a:p>
                  </a:txBody>
                  <a:tcPr marL="44586" marR="44586" marT="90483" marB="22293" anchor="ctr">
                    <a:lnL w="12700" cmpd="sng">
                      <a:solidFill>
                        <a:schemeClr val="tx1"/>
                      </a:solidFill>
                      <a:prstDash val="solid"/>
                    </a:lnL>
                    <a:lnR w="12700" cmpd="sng">
                      <a:solidFill>
                        <a:schemeClr val="tx1"/>
                      </a:solidFill>
                      <a:prstDash val="solid"/>
                    </a:lnR>
                    <a:lnT w="12700" cmpd="sng">
                      <a:noFill/>
                      <a:prstDash val="solid"/>
                    </a:lnT>
                    <a:lnB w="12700" cap="flat" cmpd="sng" algn="ctr">
                      <a:noFill/>
                      <a:prstDash val="solid"/>
                    </a:lnB>
                    <a:noFill/>
                  </a:tcPr>
                </a:tc>
                <a:tc>
                  <a:txBody>
                    <a:bodyPr/>
                    <a:lstStyle/>
                    <a:p>
                      <a:pPr algn="r">
                        <a:buNone/>
                      </a:pPr>
                      <a:r>
                        <a:rPr lang="en-US" sz="1400" cap="none" spc="0">
                          <a:solidFill>
                            <a:schemeClr val="tx1"/>
                          </a:solidFill>
                        </a:rPr>
                        <a:t>5</a:t>
                      </a:r>
                    </a:p>
                  </a:txBody>
                  <a:tcPr marL="44586" marR="44586" marT="90483" marB="22293" anchor="ctr">
                    <a:lnL w="12700" cmpd="sng">
                      <a:solidFill>
                        <a:schemeClr val="tx1"/>
                      </a:solidFill>
                      <a:prstDash val="solid"/>
                    </a:lnL>
                    <a:lnR w="12700" cmpd="sng">
                      <a:solidFill>
                        <a:schemeClr val="tx1"/>
                      </a:solid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864909105"/>
                  </a:ext>
                </a:extLst>
              </a:tr>
              <a:tr h="406256">
                <a:tc>
                  <a:txBody>
                    <a:bodyPr/>
                    <a:lstStyle/>
                    <a:p>
                      <a:pPr>
                        <a:buNone/>
                      </a:pPr>
                      <a:r>
                        <a:rPr lang="en-US" sz="1400" cap="none" spc="0">
                          <a:solidFill>
                            <a:schemeClr val="tx1"/>
                          </a:solidFill>
                        </a:rPr>
                        <a:t>...</a:t>
                      </a:r>
                    </a:p>
                  </a:txBody>
                  <a:tcPr marL="44586" marR="44586" marT="90483" marB="22293" anchor="ctr">
                    <a:lnL w="12700" cmpd="sng">
                      <a:solidFill>
                        <a:schemeClr val="tx1"/>
                      </a:solidFill>
                      <a:prstDash val="solid"/>
                    </a:lnL>
                    <a:lnR w="12700" cmpd="sng">
                      <a:solidFill>
                        <a:schemeClr val="tx1"/>
                      </a:solidFill>
                      <a:prstDash val="solid"/>
                    </a:lnR>
                    <a:lnT w="12700" cap="flat" cmpd="sng" algn="ctr">
                      <a:noFill/>
                      <a:prstDash val="solid"/>
                    </a:lnT>
                    <a:lnB w="12700" cmpd="sng">
                      <a:noFill/>
                      <a:prstDash val="solid"/>
                    </a:lnB>
                    <a:solidFill>
                      <a:schemeClr val="bg1">
                        <a:lumMod val="95000"/>
                      </a:schemeClr>
                    </a:solidFill>
                  </a:tcPr>
                </a:tc>
                <a:tc>
                  <a:txBody>
                    <a:bodyPr/>
                    <a:lstStyle/>
                    <a:p>
                      <a:pPr algn="r">
                        <a:buNone/>
                      </a:pPr>
                      <a:r>
                        <a:rPr lang="en-US" sz="1400" cap="none" spc="0">
                          <a:solidFill>
                            <a:schemeClr val="tx1"/>
                          </a:solidFill>
                        </a:rPr>
                        <a:t>...</a:t>
                      </a:r>
                    </a:p>
                  </a:txBody>
                  <a:tcPr marL="44586" marR="44586" marT="90483" marB="22293" anchor="ctr">
                    <a:lnL w="12700" cmpd="sng">
                      <a:solidFill>
                        <a:schemeClr val="tx1"/>
                      </a:solidFill>
                      <a:prstDash val="solid"/>
                    </a:lnL>
                    <a:lnR w="12700" cmpd="sng">
                      <a:solidFill>
                        <a:schemeClr val="tx1"/>
                      </a:solid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696575817"/>
                  </a:ext>
                </a:extLst>
              </a:tr>
              <a:tr h="406256">
                <a:tc>
                  <a:txBody>
                    <a:bodyPr/>
                    <a:lstStyle/>
                    <a:p>
                      <a:pPr>
                        <a:buNone/>
                      </a:pPr>
                      <a:r>
                        <a:rPr lang="en-US" sz="1400" cap="none" spc="0">
                          <a:solidFill>
                            <a:schemeClr val="tx1"/>
                          </a:solidFill>
                        </a:rPr>
                        <a:t>2025-02-24</a:t>
                      </a:r>
                    </a:p>
                  </a:txBody>
                  <a:tcPr marL="44586" marR="44586" marT="90483" marB="22293" anchor="ctr">
                    <a:lnL w="12700" cmpd="sng">
                      <a:solidFill>
                        <a:schemeClr val="tx1"/>
                      </a:solidFill>
                      <a:prstDash val="solid"/>
                    </a:lnL>
                    <a:lnR w="12700" cmpd="sng">
                      <a:solidFill>
                        <a:schemeClr val="tx1"/>
                      </a:solidFill>
                      <a:prstDash val="solid"/>
                    </a:lnR>
                    <a:lnT w="12700" cmpd="sng">
                      <a:noFill/>
                      <a:prstDash val="solid"/>
                    </a:lnT>
                    <a:lnB w="12700" cap="flat" cmpd="sng" algn="ctr">
                      <a:noFill/>
                      <a:prstDash val="solid"/>
                    </a:lnB>
                    <a:noFill/>
                  </a:tcPr>
                </a:tc>
                <a:tc>
                  <a:txBody>
                    <a:bodyPr/>
                    <a:lstStyle/>
                    <a:p>
                      <a:pPr algn="r">
                        <a:buNone/>
                      </a:pPr>
                      <a:r>
                        <a:rPr lang="en-US" sz="1400" cap="none" spc="0">
                          <a:solidFill>
                            <a:schemeClr val="tx1"/>
                          </a:solidFill>
                        </a:rPr>
                        <a:t>20</a:t>
                      </a:r>
                    </a:p>
                  </a:txBody>
                  <a:tcPr marL="44586" marR="44586" marT="90483" marB="22293" anchor="ctr">
                    <a:lnL w="12700" cmpd="sng">
                      <a:solidFill>
                        <a:schemeClr val="tx1"/>
                      </a:solidFill>
                      <a:prstDash val="solid"/>
                    </a:lnL>
                    <a:lnR w="12700" cmpd="sng">
                      <a:solidFill>
                        <a:schemeClr val="tx1"/>
                      </a:solid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312667999"/>
                  </a:ext>
                </a:extLst>
              </a:tr>
              <a:tr h="406256">
                <a:tc>
                  <a:txBody>
                    <a:bodyPr/>
                    <a:lstStyle/>
                    <a:p>
                      <a:pPr>
                        <a:buNone/>
                      </a:pPr>
                      <a:r>
                        <a:rPr lang="en-US" sz="1400" cap="none" spc="0">
                          <a:solidFill>
                            <a:schemeClr val="tx1"/>
                          </a:solidFill>
                        </a:rPr>
                        <a:t>2025-02-25</a:t>
                      </a:r>
                    </a:p>
                  </a:txBody>
                  <a:tcPr marL="44586" marR="44586" marT="90483" marB="22293" anchor="ctr">
                    <a:lnL w="12700" cmpd="sng">
                      <a:solidFill>
                        <a:schemeClr val="tx1"/>
                      </a:solidFill>
                      <a:prstDash val="solid"/>
                    </a:lnL>
                    <a:lnR w="12700" cmpd="sng">
                      <a:solidFill>
                        <a:schemeClr val="tx1"/>
                      </a:solidFill>
                      <a:prstDash val="solid"/>
                    </a:lnR>
                    <a:lnT w="12700" cap="flat" cmpd="sng" algn="ctr">
                      <a:noFill/>
                      <a:prstDash val="solid"/>
                    </a:lnT>
                    <a:lnB w="12700" cmpd="sng">
                      <a:noFill/>
                      <a:prstDash val="solid"/>
                    </a:lnB>
                    <a:solidFill>
                      <a:schemeClr val="bg1">
                        <a:lumMod val="95000"/>
                      </a:schemeClr>
                    </a:solidFill>
                  </a:tcPr>
                </a:tc>
                <a:tc>
                  <a:txBody>
                    <a:bodyPr/>
                    <a:lstStyle/>
                    <a:p>
                      <a:pPr algn="r">
                        <a:buNone/>
                      </a:pPr>
                      <a:r>
                        <a:rPr lang="en-US" sz="1400" cap="none" spc="0">
                          <a:solidFill>
                            <a:schemeClr val="tx1"/>
                          </a:solidFill>
                        </a:rPr>
                        <a:t>24</a:t>
                      </a:r>
                    </a:p>
                  </a:txBody>
                  <a:tcPr marL="44586" marR="44586" marT="90483" marB="22293" anchor="ctr">
                    <a:lnL w="12700" cmpd="sng">
                      <a:solidFill>
                        <a:schemeClr val="tx1"/>
                      </a:solidFill>
                      <a:prstDash val="solid"/>
                    </a:lnL>
                    <a:lnR w="12700" cmpd="sng">
                      <a:solidFill>
                        <a:schemeClr val="tx1"/>
                      </a:solid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509101829"/>
                  </a:ext>
                </a:extLst>
              </a:tr>
              <a:tr h="406256">
                <a:tc>
                  <a:txBody>
                    <a:bodyPr/>
                    <a:lstStyle/>
                    <a:p>
                      <a:pPr>
                        <a:buNone/>
                      </a:pPr>
                      <a:r>
                        <a:rPr lang="en-US" sz="1400" cap="none" spc="0">
                          <a:solidFill>
                            <a:schemeClr val="tx1"/>
                          </a:solidFill>
                        </a:rPr>
                        <a:t>2025-02-26</a:t>
                      </a:r>
                    </a:p>
                  </a:txBody>
                  <a:tcPr marL="44586" marR="44586" marT="90483" marB="22293" anchor="ctr">
                    <a:lnL w="12700" cmpd="sng">
                      <a:solidFill>
                        <a:schemeClr val="tx1"/>
                      </a:solidFill>
                      <a:prstDash val="solid"/>
                    </a:lnL>
                    <a:lnR w="12700" cmpd="sng">
                      <a:solidFill>
                        <a:schemeClr val="tx1"/>
                      </a:solidFill>
                      <a:prstDash val="solid"/>
                    </a:lnR>
                    <a:lnT w="12700" cmpd="sng">
                      <a:noFill/>
                      <a:prstDash val="solid"/>
                    </a:lnT>
                    <a:lnB w="12700" cap="flat" cmpd="sng" algn="ctr">
                      <a:noFill/>
                      <a:prstDash val="solid"/>
                    </a:lnB>
                    <a:noFill/>
                  </a:tcPr>
                </a:tc>
                <a:tc>
                  <a:txBody>
                    <a:bodyPr/>
                    <a:lstStyle/>
                    <a:p>
                      <a:pPr algn="r">
                        <a:buNone/>
                      </a:pPr>
                      <a:r>
                        <a:rPr lang="en-US" sz="1400" cap="none" spc="0">
                          <a:solidFill>
                            <a:schemeClr val="tx1"/>
                          </a:solidFill>
                        </a:rPr>
                        <a:t>28</a:t>
                      </a:r>
                    </a:p>
                  </a:txBody>
                  <a:tcPr marL="44586" marR="44586" marT="90483" marB="22293" anchor="ctr">
                    <a:lnL w="12700" cmpd="sng">
                      <a:solidFill>
                        <a:schemeClr val="tx1"/>
                      </a:solidFill>
                      <a:prstDash val="solid"/>
                    </a:lnL>
                    <a:lnR w="12700" cmpd="sng">
                      <a:solidFill>
                        <a:schemeClr val="tx1"/>
                      </a:solid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480987558"/>
                  </a:ext>
                </a:extLst>
              </a:tr>
              <a:tr h="406256">
                <a:tc>
                  <a:txBody>
                    <a:bodyPr/>
                    <a:lstStyle/>
                    <a:p>
                      <a:pPr>
                        <a:buNone/>
                      </a:pPr>
                      <a:r>
                        <a:rPr lang="en-US" sz="1400" cap="none" spc="0">
                          <a:solidFill>
                            <a:schemeClr val="tx1"/>
                          </a:solidFill>
                        </a:rPr>
                        <a:t>2025-02-27</a:t>
                      </a:r>
                    </a:p>
                  </a:txBody>
                  <a:tcPr marL="44586" marR="44586" marT="90483" marB="22293" anchor="ctr">
                    <a:lnL w="12700" cmpd="sng">
                      <a:solidFill>
                        <a:schemeClr val="tx1"/>
                      </a:solidFill>
                      <a:prstDash val="solid"/>
                    </a:lnL>
                    <a:lnR w="12700" cmpd="sng">
                      <a:solidFill>
                        <a:schemeClr val="tx1"/>
                      </a:solidFill>
                      <a:prstDash val="solid"/>
                    </a:lnR>
                    <a:lnT w="12700" cap="flat" cmpd="sng" algn="ctr">
                      <a:noFill/>
                      <a:prstDash val="solid"/>
                    </a:lnT>
                    <a:lnB w="12700" cmpd="sng">
                      <a:noFill/>
                      <a:prstDash val="solid"/>
                    </a:lnB>
                    <a:solidFill>
                      <a:schemeClr val="bg1">
                        <a:lumMod val="95000"/>
                      </a:schemeClr>
                    </a:solidFill>
                  </a:tcPr>
                </a:tc>
                <a:tc>
                  <a:txBody>
                    <a:bodyPr/>
                    <a:lstStyle/>
                    <a:p>
                      <a:pPr algn="r">
                        <a:buNone/>
                      </a:pPr>
                      <a:r>
                        <a:rPr lang="en-US" sz="1400" cap="none" spc="0">
                          <a:solidFill>
                            <a:schemeClr val="tx1"/>
                          </a:solidFill>
                        </a:rPr>
                        <a:t>31</a:t>
                      </a:r>
                    </a:p>
                  </a:txBody>
                  <a:tcPr marL="44586" marR="44586" marT="90483" marB="22293" anchor="ctr">
                    <a:lnL w="12700" cmpd="sng">
                      <a:solidFill>
                        <a:schemeClr val="tx1"/>
                      </a:solidFill>
                      <a:prstDash val="solid"/>
                    </a:lnL>
                    <a:lnR w="12700" cmpd="sng">
                      <a:solidFill>
                        <a:schemeClr val="tx1"/>
                      </a:solid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553506298"/>
                  </a:ext>
                </a:extLst>
              </a:tr>
              <a:tr h="406256">
                <a:tc>
                  <a:txBody>
                    <a:bodyPr/>
                    <a:lstStyle/>
                    <a:p>
                      <a:pPr>
                        <a:buNone/>
                      </a:pPr>
                      <a:r>
                        <a:rPr lang="en-US" sz="1400" cap="none" spc="0">
                          <a:solidFill>
                            <a:schemeClr val="tx1"/>
                          </a:solidFill>
                        </a:rPr>
                        <a:t>2025-02-28</a:t>
                      </a:r>
                    </a:p>
                  </a:txBody>
                  <a:tcPr marL="44586" marR="44586" marT="90483" marB="22293" anchor="ctr">
                    <a:lnL w="12700" cmpd="sng">
                      <a:solidFill>
                        <a:schemeClr val="tx1"/>
                      </a:solidFill>
                      <a:prstDash val="solid"/>
                    </a:lnL>
                    <a:lnR w="12700" cmpd="sng">
                      <a:solidFill>
                        <a:schemeClr val="tx1"/>
                      </a:solidFill>
                      <a:prstDash val="solid"/>
                    </a:lnR>
                    <a:lnT w="12700" cmpd="sng">
                      <a:noFill/>
                      <a:prstDash val="solid"/>
                    </a:lnT>
                    <a:lnB w="12700" cmpd="sng">
                      <a:solidFill>
                        <a:schemeClr val="tx1"/>
                      </a:solidFill>
                      <a:prstDash val="solid"/>
                    </a:lnB>
                    <a:noFill/>
                  </a:tcPr>
                </a:tc>
                <a:tc>
                  <a:txBody>
                    <a:bodyPr/>
                    <a:lstStyle/>
                    <a:p>
                      <a:pPr algn="r">
                        <a:buNone/>
                      </a:pPr>
                      <a:r>
                        <a:rPr lang="en-US" sz="1400" cap="none" spc="0">
                          <a:solidFill>
                            <a:schemeClr val="tx1"/>
                          </a:solidFill>
                        </a:rPr>
                        <a:t>15</a:t>
                      </a:r>
                    </a:p>
                  </a:txBody>
                  <a:tcPr marL="44586" marR="44586" marT="90483" marB="22293" anchor="ctr">
                    <a:lnL w="12700" cmpd="sng">
                      <a:solidFill>
                        <a:schemeClr val="tx1"/>
                      </a:solidFill>
                      <a:prstDash val="solid"/>
                    </a:lnL>
                    <a:lnR w="12700" cmpd="sng">
                      <a:solidFill>
                        <a:schemeClr val="tx1"/>
                      </a:solidFill>
                      <a:prstDash val="solid"/>
                    </a:lnR>
                    <a:lnT w="12700" cmpd="sng">
                      <a:noFill/>
                      <a:prstDash val="solid"/>
                    </a:lnT>
                    <a:lnB w="12700" cmpd="sng">
                      <a:solidFill>
                        <a:schemeClr val="tx1"/>
                      </a:solidFill>
                      <a:prstDash val="solid"/>
                    </a:lnB>
                    <a:noFill/>
                  </a:tcPr>
                </a:tc>
                <a:extLst>
                  <a:ext uri="{0D108BD9-81ED-4DB2-BD59-A6C34878D82A}">
                    <a16:rowId xmlns:a16="http://schemas.microsoft.com/office/drawing/2014/main" val="510126711"/>
                  </a:ext>
                </a:extLst>
              </a:tr>
            </a:tbl>
          </a:graphicData>
        </a:graphic>
      </p:graphicFrame>
    </p:spTree>
    <p:extLst>
      <p:ext uri="{BB962C8B-B14F-4D97-AF65-F5344CB8AC3E}">
        <p14:creationId xmlns:p14="http://schemas.microsoft.com/office/powerpoint/2010/main" val="27763658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A867D-CE3C-08C0-EE40-2E8C3CF0E504}"/>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037F299B-5D92-4350-7569-09C435F29C15}"/>
              </a:ext>
            </a:extLst>
          </p:cNvPr>
          <p:cNvSpPr>
            <a:spLocks noGrp="1"/>
          </p:cNvSpPr>
          <p:nvPr>
            <p:ph type="title"/>
          </p:nvPr>
        </p:nvSpPr>
        <p:spPr>
          <a:xfrm>
            <a:off x="540629" y="532918"/>
            <a:ext cx="11353800" cy="754064"/>
          </a:xfrm>
        </p:spPr>
        <p:txBody>
          <a:bodyPr>
            <a:normAutofit/>
          </a:bodyPr>
          <a:lstStyle/>
          <a:p>
            <a:pPr algn="ctr"/>
            <a:r>
              <a:rPr lang="en-US" b="1">
                <a:solidFill>
                  <a:srgbClr val="000000"/>
                </a:solidFill>
                <a:latin typeface="Aptos Display"/>
                <a:ea typeface="Play"/>
                <a:cs typeface="Play"/>
                <a:sym typeface="Play"/>
              </a:rPr>
              <a:t>Example: Brooklyn - Features</a:t>
            </a:r>
            <a:endParaRPr lang="en-US">
              <a:solidFill>
                <a:srgbClr val="000000"/>
              </a:solidFill>
              <a:latin typeface="Aptos Display"/>
            </a:endParaRPr>
          </a:p>
        </p:txBody>
      </p:sp>
      <p:sp>
        <p:nvSpPr>
          <p:cNvPr id="7" name="Slide Number Placeholder 6">
            <a:extLst>
              <a:ext uri="{FF2B5EF4-FFF2-40B4-BE49-F238E27FC236}">
                <a16:creationId xmlns:a16="http://schemas.microsoft.com/office/drawing/2014/main" id="{09AA7832-44A8-9888-86D8-FC0578480A00}"/>
              </a:ext>
            </a:extLst>
          </p:cNvPr>
          <p:cNvSpPr>
            <a:spLocks noGrp="1"/>
          </p:cNvSpPr>
          <p:nvPr>
            <p:ph type="sldNum" sz="quarter" idx="12"/>
          </p:nvPr>
        </p:nvSpPr>
        <p:spPr>
          <a:xfrm flipH="1">
            <a:off x="11831128" y="6341343"/>
            <a:ext cx="360872" cy="365125"/>
          </a:xfrm>
        </p:spPr>
        <p:txBody>
          <a:bodyPr anchor="ctr">
            <a:normAutofit lnSpcReduction="10000"/>
          </a:bodyPr>
          <a:lstStyle/>
          <a:p>
            <a:pPr>
              <a:spcAft>
                <a:spcPts val="600"/>
              </a:spcAft>
            </a:pPr>
            <a:fld id="{6D22F896-40B5-4ADD-8801-0D06FADFA095}" type="slidenum">
              <a:rPr lang="en-US" smtClean="0"/>
              <a:pPr>
                <a:spcAft>
                  <a:spcPts val="600"/>
                </a:spcAft>
              </a:pPr>
              <a:t>9</a:t>
            </a:fld>
            <a:endParaRPr lang="en-US"/>
          </a:p>
        </p:txBody>
      </p:sp>
      <p:graphicFrame>
        <p:nvGraphicFramePr>
          <p:cNvPr id="18" name="Content Placeholder 2">
            <a:extLst>
              <a:ext uri="{FF2B5EF4-FFF2-40B4-BE49-F238E27FC236}">
                <a16:creationId xmlns:a16="http://schemas.microsoft.com/office/drawing/2014/main" id="{0595015B-EA28-7438-7A3C-6555AF8BC330}"/>
              </a:ext>
            </a:extLst>
          </p:cNvPr>
          <p:cNvGraphicFramePr>
            <a:graphicFrameLocks/>
          </p:cNvGraphicFramePr>
          <p:nvPr>
            <p:extLst>
              <p:ext uri="{D42A27DB-BD31-4B8C-83A1-F6EECF244321}">
                <p14:modId xmlns:p14="http://schemas.microsoft.com/office/powerpoint/2010/main" val="3105541506"/>
              </p:ext>
            </p:extLst>
          </p:nvPr>
        </p:nvGraphicFramePr>
        <p:xfrm>
          <a:off x="2799121" y="1359052"/>
          <a:ext cx="6836391" cy="2526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Content Placeholder 5">
            <a:extLst>
              <a:ext uri="{FF2B5EF4-FFF2-40B4-BE49-F238E27FC236}">
                <a16:creationId xmlns:a16="http://schemas.microsoft.com/office/drawing/2014/main" id="{B3BCDF2C-58BC-BABD-C746-19104EBD1FF3}"/>
              </a:ext>
            </a:extLst>
          </p:cNvPr>
          <p:cNvGraphicFramePr>
            <a:graphicFrameLocks/>
          </p:cNvGraphicFramePr>
          <p:nvPr>
            <p:extLst>
              <p:ext uri="{D42A27DB-BD31-4B8C-83A1-F6EECF244321}">
                <p14:modId xmlns:p14="http://schemas.microsoft.com/office/powerpoint/2010/main" val="213657647"/>
              </p:ext>
            </p:extLst>
          </p:nvPr>
        </p:nvGraphicFramePr>
        <p:xfrm>
          <a:off x="333" y="4128601"/>
          <a:ext cx="12192909" cy="1989549"/>
        </p:xfrm>
        <a:graphic>
          <a:graphicData uri="http://schemas.openxmlformats.org/drawingml/2006/table">
            <a:tbl>
              <a:tblPr firstRow="1" bandRow="1">
                <a:tableStyleId>{7DF18680-E054-41AD-8BC1-D1AEF772440D}</a:tableStyleId>
              </a:tblPr>
              <a:tblGrid>
                <a:gridCol w="748344">
                  <a:extLst>
                    <a:ext uri="{9D8B030D-6E8A-4147-A177-3AD203B41FA5}">
                      <a16:colId xmlns:a16="http://schemas.microsoft.com/office/drawing/2014/main" val="2047255301"/>
                    </a:ext>
                  </a:extLst>
                </a:gridCol>
                <a:gridCol w="419816">
                  <a:extLst>
                    <a:ext uri="{9D8B030D-6E8A-4147-A177-3AD203B41FA5}">
                      <a16:colId xmlns:a16="http://schemas.microsoft.com/office/drawing/2014/main" val="159142146"/>
                    </a:ext>
                  </a:extLst>
                </a:gridCol>
                <a:gridCol w="906650">
                  <a:extLst>
                    <a:ext uri="{9D8B030D-6E8A-4147-A177-3AD203B41FA5}">
                      <a16:colId xmlns:a16="http://schemas.microsoft.com/office/drawing/2014/main" val="3362714064"/>
                    </a:ext>
                  </a:extLst>
                </a:gridCol>
                <a:gridCol w="748344">
                  <a:extLst>
                    <a:ext uri="{9D8B030D-6E8A-4147-A177-3AD203B41FA5}">
                      <a16:colId xmlns:a16="http://schemas.microsoft.com/office/drawing/2014/main" val="1419178641"/>
                    </a:ext>
                  </a:extLst>
                </a:gridCol>
                <a:gridCol w="647604">
                  <a:extLst>
                    <a:ext uri="{9D8B030D-6E8A-4147-A177-3AD203B41FA5}">
                      <a16:colId xmlns:a16="http://schemas.microsoft.com/office/drawing/2014/main" val="1462572298"/>
                    </a:ext>
                  </a:extLst>
                </a:gridCol>
                <a:gridCol w="483805">
                  <a:extLst>
                    <a:ext uri="{9D8B030D-6E8A-4147-A177-3AD203B41FA5}">
                      <a16:colId xmlns:a16="http://schemas.microsoft.com/office/drawing/2014/main" val="4009873240"/>
                    </a:ext>
                  </a:extLst>
                </a:gridCol>
                <a:gridCol w="892257">
                  <a:extLst>
                    <a:ext uri="{9D8B030D-6E8A-4147-A177-3AD203B41FA5}">
                      <a16:colId xmlns:a16="http://schemas.microsoft.com/office/drawing/2014/main" val="2305500384"/>
                    </a:ext>
                  </a:extLst>
                </a:gridCol>
                <a:gridCol w="1021781">
                  <a:extLst>
                    <a:ext uri="{9D8B030D-6E8A-4147-A177-3AD203B41FA5}">
                      <a16:colId xmlns:a16="http://schemas.microsoft.com/office/drawing/2014/main" val="4199706483"/>
                    </a:ext>
                  </a:extLst>
                </a:gridCol>
                <a:gridCol w="1036170">
                  <a:extLst>
                    <a:ext uri="{9D8B030D-6E8A-4147-A177-3AD203B41FA5}">
                      <a16:colId xmlns:a16="http://schemas.microsoft.com/office/drawing/2014/main" val="1436747496"/>
                    </a:ext>
                  </a:extLst>
                </a:gridCol>
                <a:gridCol w="1180080">
                  <a:extLst>
                    <a:ext uri="{9D8B030D-6E8A-4147-A177-3AD203B41FA5}">
                      <a16:colId xmlns:a16="http://schemas.microsoft.com/office/drawing/2014/main" val="3921519312"/>
                    </a:ext>
                  </a:extLst>
                </a:gridCol>
                <a:gridCol w="1194474">
                  <a:extLst>
                    <a:ext uri="{9D8B030D-6E8A-4147-A177-3AD203B41FA5}">
                      <a16:colId xmlns:a16="http://schemas.microsoft.com/office/drawing/2014/main" val="1356030456"/>
                    </a:ext>
                  </a:extLst>
                </a:gridCol>
                <a:gridCol w="514864">
                  <a:extLst>
                    <a:ext uri="{9D8B030D-6E8A-4147-A177-3AD203B41FA5}">
                      <a16:colId xmlns:a16="http://schemas.microsoft.com/office/drawing/2014/main" val="331123553"/>
                    </a:ext>
                  </a:extLst>
                </a:gridCol>
                <a:gridCol w="1356984">
                  <a:extLst>
                    <a:ext uri="{9D8B030D-6E8A-4147-A177-3AD203B41FA5}">
                      <a16:colId xmlns:a16="http://schemas.microsoft.com/office/drawing/2014/main" val="710186365"/>
                    </a:ext>
                  </a:extLst>
                </a:gridCol>
                <a:gridCol w="1041736">
                  <a:extLst>
                    <a:ext uri="{9D8B030D-6E8A-4147-A177-3AD203B41FA5}">
                      <a16:colId xmlns:a16="http://schemas.microsoft.com/office/drawing/2014/main" val="3900073468"/>
                    </a:ext>
                  </a:extLst>
                </a:gridCol>
              </a:tblGrid>
              <a:tr h="759425">
                <a:tc>
                  <a:txBody>
                    <a:bodyPr/>
                    <a:lstStyle/>
                    <a:p>
                      <a:pPr>
                        <a:buNone/>
                      </a:pPr>
                      <a:r>
                        <a:rPr lang="en-US" sz="1000" cap="none" spc="0">
                          <a:solidFill>
                            <a:srgbClr val="FFFFFF"/>
                          </a:solidFill>
                        </a:rPr>
                        <a:t>ds</a:t>
                      </a:r>
                    </a:p>
                  </a:txBody>
                  <a:tcPr marL="113148" marR="42887" marT="87037" marB="87037" anchor="ctr"/>
                </a:tc>
                <a:tc>
                  <a:txBody>
                    <a:bodyPr/>
                    <a:lstStyle/>
                    <a:p>
                      <a:pPr algn="r">
                        <a:buNone/>
                      </a:pPr>
                      <a:r>
                        <a:rPr lang="en-US" sz="1000" cap="none" spc="0">
                          <a:solidFill>
                            <a:srgbClr val="FFFFFF"/>
                          </a:solidFill>
                        </a:rPr>
                        <a:t>y</a:t>
                      </a:r>
                    </a:p>
                  </a:txBody>
                  <a:tcPr marL="113148" marR="42887" marT="87037" marB="87037" anchor="ctr"/>
                </a:tc>
                <a:tc>
                  <a:txBody>
                    <a:bodyPr/>
                    <a:lstStyle/>
                    <a:p>
                      <a:pPr algn="r">
                        <a:buNone/>
                      </a:pPr>
                      <a:r>
                        <a:rPr lang="en-US" sz="1000" cap="none" spc="0" err="1">
                          <a:solidFill>
                            <a:srgbClr val="FFFFFF"/>
                          </a:solidFill>
                        </a:rPr>
                        <a:t>dayofweek</a:t>
                      </a:r>
                    </a:p>
                  </a:txBody>
                  <a:tcPr marL="113148" marR="42887" marT="87037" marB="87037" anchor="ctr"/>
                </a:tc>
                <a:tc>
                  <a:txBody>
                    <a:bodyPr/>
                    <a:lstStyle/>
                    <a:p>
                      <a:pPr algn="r">
                        <a:buNone/>
                      </a:pPr>
                      <a:r>
                        <a:rPr lang="en-US" sz="1000" cap="none" spc="0">
                          <a:solidFill>
                            <a:srgbClr val="FFFFFF"/>
                          </a:solidFill>
                        </a:rPr>
                        <a:t>quarter</a:t>
                      </a:r>
                    </a:p>
                  </a:txBody>
                  <a:tcPr marL="113148" marR="42887" marT="87037" marB="87037" anchor="ctr"/>
                </a:tc>
                <a:tc>
                  <a:txBody>
                    <a:bodyPr/>
                    <a:lstStyle/>
                    <a:p>
                      <a:pPr algn="r">
                        <a:buNone/>
                      </a:pPr>
                      <a:r>
                        <a:rPr lang="en-US" sz="1000" cap="none" spc="0">
                          <a:solidFill>
                            <a:srgbClr val="FFFFFF"/>
                          </a:solidFill>
                        </a:rPr>
                        <a:t>month</a:t>
                      </a:r>
                    </a:p>
                  </a:txBody>
                  <a:tcPr marL="113148" marR="42887" marT="87037" marB="87037" anchor="ctr"/>
                </a:tc>
                <a:tc>
                  <a:txBody>
                    <a:bodyPr/>
                    <a:lstStyle/>
                    <a:p>
                      <a:pPr algn="r">
                        <a:buNone/>
                      </a:pPr>
                      <a:r>
                        <a:rPr lang="en-US" sz="1000" cap="none" spc="0">
                          <a:solidFill>
                            <a:srgbClr val="FFFFFF"/>
                          </a:solidFill>
                        </a:rPr>
                        <a:t>year</a:t>
                      </a:r>
                    </a:p>
                  </a:txBody>
                  <a:tcPr marL="113148" marR="42887" marT="87037" marB="87037" anchor="ctr"/>
                </a:tc>
                <a:tc>
                  <a:txBody>
                    <a:bodyPr/>
                    <a:lstStyle/>
                    <a:p>
                      <a:pPr algn="r">
                        <a:buNone/>
                      </a:pPr>
                      <a:r>
                        <a:rPr lang="en-US" sz="1000" cap="none" spc="0" err="1">
                          <a:solidFill>
                            <a:srgbClr val="FFFFFF"/>
                          </a:solidFill>
                        </a:rPr>
                        <a:t>dayofyear</a:t>
                      </a:r>
                    </a:p>
                  </a:txBody>
                  <a:tcPr marL="113148" marR="42887" marT="87037" marB="87037" anchor="ctr"/>
                </a:tc>
                <a:tc>
                  <a:txBody>
                    <a:bodyPr/>
                    <a:lstStyle/>
                    <a:p>
                      <a:pPr algn="r">
                        <a:buNone/>
                      </a:pPr>
                      <a:r>
                        <a:rPr lang="en-US" sz="1000" cap="none" spc="0" err="1">
                          <a:solidFill>
                            <a:srgbClr val="FFFFFF"/>
                          </a:solidFill>
                        </a:rPr>
                        <a:t>dayofmonth</a:t>
                      </a:r>
                    </a:p>
                  </a:txBody>
                  <a:tcPr marL="113148" marR="42887" marT="87037" marB="87037" anchor="ctr"/>
                </a:tc>
                <a:tc>
                  <a:txBody>
                    <a:bodyPr/>
                    <a:lstStyle/>
                    <a:p>
                      <a:pPr algn="r">
                        <a:buNone/>
                      </a:pPr>
                      <a:r>
                        <a:rPr lang="en-US" sz="1000" cap="none" spc="0" err="1">
                          <a:solidFill>
                            <a:srgbClr val="FFFFFF"/>
                          </a:solidFill>
                        </a:rPr>
                        <a:t>weekofyear</a:t>
                      </a:r>
                    </a:p>
                  </a:txBody>
                  <a:tcPr marL="113148" marR="42887" marT="87037" marB="87037" anchor="ctr"/>
                </a:tc>
                <a:tc>
                  <a:txBody>
                    <a:bodyPr/>
                    <a:lstStyle/>
                    <a:p>
                      <a:pPr algn="r">
                        <a:buNone/>
                      </a:pPr>
                      <a:r>
                        <a:rPr lang="en-US" sz="1000" cap="none" spc="0" err="1">
                          <a:solidFill>
                            <a:srgbClr val="FFFFFF"/>
                          </a:solidFill>
                        </a:rPr>
                        <a:t>dayofweek_sin</a:t>
                      </a:r>
                    </a:p>
                  </a:txBody>
                  <a:tcPr marL="113148" marR="42887" marT="87037" marB="87037" anchor="ctr"/>
                </a:tc>
                <a:tc>
                  <a:txBody>
                    <a:bodyPr/>
                    <a:lstStyle/>
                    <a:p>
                      <a:pPr algn="r">
                        <a:buNone/>
                      </a:pPr>
                      <a:r>
                        <a:rPr lang="en-US" sz="1000" cap="none" spc="0" err="1">
                          <a:solidFill>
                            <a:srgbClr val="FFFFFF"/>
                          </a:solidFill>
                        </a:rPr>
                        <a:t>dayofweek_cos</a:t>
                      </a:r>
                    </a:p>
                  </a:txBody>
                  <a:tcPr marL="113148" marR="42887" marT="87037" marB="87037" anchor="ctr"/>
                </a:tc>
                <a:tc>
                  <a:txBody>
                    <a:bodyPr/>
                    <a:lstStyle/>
                    <a:p>
                      <a:pPr lvl="0" algn="r">
                        <a:buNone/>
                      </a:pPr>
                      <a:r>
                        <a:rPr lang="en-US" sz="1000" cap="none" spc="0">
                          <a:solidFill>
                            <a:srgbClr val="FFFFFF"/>
                          </a:solidFill>
                        </a:rPr>
                        <a:t>...</a:t>
                      </a:r>
                      <a:endParaRPr lang="en-US"/>
                    </a:p>
                  </a:txBody>
                  <a:tcPr marL="113148" marR="42887" marT="87036" marB="87036" anchor="ctr"/>
                </a:tc>
                <a:tc>
                  <a:txBody>
                    <a:bodyPr/>
                    <a:lstStyle/>
                    <a:p>
                      <a:pPr lvl="0" algn="r">
                        <a:buNone/>
                      </a:pPr>
                      <a:r>
                        <a:rPr lang="en-US" sz="1000" u="none" strike="noStrike" cap="none" spc="0" noProof="0" err="1">
                          <a:solidFill>
                            <a:srgbClr val="FFFFFF"/>
                          </a:solidFill>
                        </a:rPr>
                        <a:t>Rat_mitigation_Zone</a:t>
                      </a:r>
                    </a:p>
                  </a:txBody>
                  <a:tcPr marL="113148" marR="42887" marT="87035" marB="87035" anchor="ctr"/>
                </a:tc>
                <a:tc>
                  <a:txBody>
                    <a:bodyPr/>
                    <a:lstStyle/>
                    <a:p>
                      <a:pPr lvl="0" algn="r">
                        <a:buNone/>
                      </a:pPr>
                      <a:r>
                        <a:rPr lang="en-US" sz="1000" u="none" strike="noStrike" cap="none" spc="0" noProof="0">
                          <a:solidFill>
                            <a:srgbClr val="FFFFFF"/>
                          </a:solidFill>
                        </a:rPr>
                        <a:t>Rat_Czar_Appointed</a:t>
                      </a:r>
                      <a:endParaRPr lang="en-US"/>
                    </a:p>
                  </a:txBody>
                  <a:tcPr marL="113148" marR="42887" marT="87035" marB="87035" anchor="ctr"/>
                </a:tc>
                <a:extLst>
                  <a:ext uri="{0D108BD9-81ED-4DB2-BD59-A6C34878D82A}">
                    <a16:rowId xmlns:a16="http://schemas.microsoft.com/office/drawing/2014/main" val="1218910225"/>
                  </a:ext>
                </a:extLst>
              </a:tr>
              <a:tr h="615062">
                <a:tc>
                  <a:txBody>
                    <a:bodyPr/>
                    <a:lstStyle/>
                    <a:p>
                      <a:pPr>
                        <a:buNone/>
                      </a:pPr>
                      <a:r>
                        <a:rPr lang="en-US" sz="1000" cap="none" spc="0">
                          <a:solidFill>
                            <a:srgbClr val="000000"/>
                          </a:solidFill>
                        </a:rPr>
                        <a:t>2020-01-01</a:t>
                      </a:r>
                    </a:p>
                  </a:txBody>
                  <a:tcPr marL="113148" marR="42887" marT="87037" marB="87037" anchor="ctr"/>
                </a:tc>
                <a:tc>
                  <a:txBody>
                    <a:bodyPr/>
                    <a:lstStyle/>
                    <a:p>
                      <a:pPr algn="r">
                        <a:buNone/>
                      </a:pPr>
                      <a:r>
                        <a:rPr lang="en-US" sz="1000" cap="none" spc="0">
                          <a:solidFill>
                            <a:srgbClr val="000000"/>
                          </a:solidFill>
                        </a:rPr>
                        <a:t>7</a:t>
                      </a:r>
                    </a:p>
                  </a:txBody>
                  <a:tcPr marL="113148" marR="42887" marT="87037" marB="87037" anchor="ctr"/>
                </a:tc>
                <a:tc>
                  <a:txBody>
                    <a:bodyPr/>
                    <a:lstStyle/>
                    <a:p>
                      <a:pPr algn="r">
                        <a:buNone/>
                      </a:pPr>
                      <a:r>
                        <a:rPr lang="en-US" sz="1000" cap="none" spc="0">
                          <a:solidFill>
                            <a:srgbClr val="000000"/>
                          </a:solidFill>
                        </a:rPr>
                        <a:t>2</a:t>
                      </a:r>
                    </a:p>
                  </a:txBody>
                  <a:tcPr marL="113148" marR="42887" marT="87037" marB="87037" anchor="ctr"/>
                </a:tc>
                <a:tc>
                  <a:txBody>
                    <a:bodyPr/>
                    <a:lstStyle/>
                    <a:p>
                      <a:pPr algn="r">
                        <a:buNone/>
                      </a:pPr>
                      <a:r>
                        <a:rPr lang="en-US" sz="1000" cap="none" spc="0">
                          <a:solidFill>
                            <a:srgbClr val="000000"/>
                          </a:solidFill>
                        </a:rPr>
                        <a:t>1</a:t>
                      </a:r>
                    </a:p>
                  </a:txBody>
                  <a:tcPr marL="113148" marR="42887" marT="87037" marB="87037" anchor="ctr"/>
                </a:tc>
                <a:tc>
                  <a:txBody>
                    <a:bodyPr/>
                    <a:lstStyle/>
                    <a:p>
                      <a:pPr algn="r">
                        <a:buNone/>
                      </a:pPr>
                      <a:r>
                        <a:rPr lang="en-US" sz="1000" cap="none" spc="0">
                          <a:solidFill>
                            <a:srgbClr val="000000"/>
                          </a:solidFill>
                        </a:rPr>
                        <a:t>1</a:t>
                      </a:r>
                    </a:p>
                  </a:txBody>
                  <a:tcPr marL="113148" marR="42887" marT="87037" marB="87037" anchor="ctr"/>
                </a:tc>
                <a:tc>
                  <a:txBody>
                    <a:bodyPr/>
                    <a:lstStyle/>
                    <a:p>
                      <a:pPr algn="r">
                        <a:buNone/>
                      </a:pPr>
                      <a:r>
                        <a:rPr lang="en-US" sz="1000" cap="none" spc="0">
                          <a:solidFill>
                            <a:srgbClr val="000000"/>
                          </a:solidFill>
                        </a:rPr>
                        <a:t>2020</a:t>
                      </a:r>
                    </a:p>
                  </a:txBody>
                  <a:tcPr marL="113148" marR="42887" marT="87037" marB="87037" anchor="ctr"/>
                </a:tc>
                <a:tc>
                  <a:txBody>
                    <a:bodyPr/>
                    <a:lstStyle/>
                    <a:p>
                      <a:pPr algn="r">
                        <a:buNone/>
                      </a:pPr>
                      <a:r>
                        <a:rPr lang="en-US" sz="1000" cap="none" spc="0">
                          <a:solidFill>
                            <a:srgbClr val="000000"/>
                          </a:solidFill>
                        </a:rPr>
                        <a:t>1</a:t>
                      </a:r>
                    </a:p>
                  </a:txBody>
                  <a:tcPr marL="113148" marR="42887" marT="87037" marB="87037" anchor="ctr"/>
                </a:tc>
                <a:tc>
                  <a:txBody>
                    <a:bodyPr/>
                    <a:lstStyle/>
                    <a:p>
                      <a:pPr algn="r">
                        <a:buNone/>
                      </a:pPr>
                      <a:r>
                        <a:rPr lang="en-US" sz="1000" cap="none" spc="0">
                          <a:solidFill>
                            <a:srgbClr val="000000"/>
                          </a:solidFill>
                        </a:rPr>
                        <a:t>1</a:t>
                      </a:r>
                    </a:p>
                  </a:txBody>
                  <a:tcPr marL="113148" marR="42887" marT="87037" marB="87037" anchor="ctr"/>
                </a:tc>
                <a:tc>
                  <a:txBody>
                    <a:bodyPr/>
                    <a:lstStyle/>
                    <a:p>
                      <a:pPr algn="r">
                        <a:buNone/>
                      </a:pPr>
                      <a:r>
                        <a:rPr lang="en-US" sz="1000" cap="none" spc="0">
                          <a:solidFill>
                            <a:srgbClr val="000000"/>
                          </a:solidFill>
                        </a:rPr>
                        <a:t>1</a:t>
                      </a:r>
                    </a:p>
                  </a:txBody>
                  <a:tcPr marL="113148" marR="42887" marT="87037" marB="87037" anchor="ctr"/>
                </a:tc>
                <a:tc>
                  <a:txBody>
                    <a:bodyPr/>
                    <a:lstStyle/>
                    <a:p>
                      <a:pPr algn="r">
                        <a:buNone/>
                      </a:pPr>
                      <a:r>
                        <a:rPr lang="en-US" sz="1000" cap="none" spc="0">
                          <a:solidFill>
                            <a:srgbClr val="000000"/>
                          </a:solidFill>
                        </a:rPr>
                        <a:t>0.974928</a:t>
                      </a:r>
                    </a:p>
                  </a:txBody>
                  <a:tcPr marL="113148" marR="42887" marT="87037" marB="87037" anchor="ctr"/>
                </a:tc>
                <a:tc>
                  <a:txBody>
                    <a:bodyPr/>
                    <a:lstStyle/>
                    <a:p>
                      <a:pPr algn="r">
                        <a:buNone/>
                      </a:pPr>
                      <a:r>
                        <a:rPr lang="en-US" sz="1000" cap="none" spc="0">
                          <a:solidFill>
                            <a:srgbClr val="000000"/>
                          </a:solidFill>
                        </a:rPr>
                        <a:t>-0.222521</a:t>
                      </a:r>
                    </a:p>
                  </a:txBody>
                  <a:tcPr marL="113148" marR="42887" marT="87037" marB="87037" anchor="ctr"/>
                </a:tc>
                <a:tc>
                  <a:txBody>
                    <a:bodyPr/>
                    <a:lstStyle/>
                    <a:p>
                      <a:pPr lvl="0" algn="r">
                        <a:buNone/>
                      </a:pPr>
                      <a:r>
                        <a:rPr lang="en-US" sz="1000" cap="none" spc="0">
                          <a:solidFill>
                            <a:srgbClr val="000000"/>
                          </a:solidFill>
                        </a:rPr>
                        <a:t>...</a:t>
                      </a:r>
                      <a:endParaRPr lang="en-US"/>
                    </a:p>
                  </a:txBody>
                  <a:tcPr marL="113148" marR="42887" marT="87036" marB="87036" anchor="ctr"/>
                </a:tc>
                <a:tc>
                  <a:txBody>
                    <a:bodyPr/>
                    <a:lstStyle/>
                    <a:p>
                      <a:pPr lvl="0" algn="r">
                        <a:buNone/>
                      </a:pPr>
                      <a:r>
                        <a:rPr lang="en-US" sz="1000" cap="none" spc="0">
                          <a:solidFill>
                            <a:srgbClr val="000000"/>
                          </a:solidFill>
                        </a:rPr>
                        <a:t>0</a:t>
                      </a:r>
                    </a:p>
                  </a:txBody>
                  <a:tcPr marL="113148" marR="42887" marT="87035" marB="87035" anchor="ctr"/>
                </a:tc>
                <a:tc>
                  <a:txBody>
                    <a:bodyPr/>
                    <a:lstStyle/>
                    <a:p>
                      <a:pPr lvl="0" algn="r">
                        <a:buNone/>
                      </a:pPr>
                      <a:r>
                        <a:rPr lang="en-US" sz="1000" cap="none" spc="0">
                          <a:solidFill>
                            <a:srgbClr val="000000"/>
                          </a:solidFill>
                        </a:rPr>
                        <a:t>0</a:t>
                      </a:r>
                    </a:p>
                  </a:txBody>
                  <a:tcPr marL="113148" marR="42887" marT="87035" marB="87035" anchor="ctr"/>
                </a:tc>
                <a:extLst>
                  <a:ext uri="{0D108BD9-81ED-4DB2-BD59-A6C34878D82A}">
                    <a16:rowId xmlns:a16="http://schemas.microsoft.com/office/drawing/2014/main" val="209491073"/>
                  </a:ext>
                </a:extLst>
              </a:tr>
              <a:tr h="615062">
                <a:tc>
                  <a:txBody>
                    <a:bodyPr/>
                    <a:lstStyle/>
                    <a:p>
                      <a:pPr>
                        <a:buNone/>
                      </a:pPr>
                      <a:r>
                        <a:rPr lang="en-US" sz="1000" cap="none" spc="0">
                          <a:solidFill>
                            <a:srgbClr val="000000"/>
                          </a:solidFill>
                        </a:rPr>
                        <a:t>2020-01-02</a:t>
                      </a:r>
                    </a:p>
                  </a:txBody>
                  <a:tcPr marL="113148" marR="42887" marT="87037" marB="87037" anchor="ctr"/>
                </a:tc>
                <a:tc>
                  <a:txBody>
                    <a:bodyPr/>
                    <a:lstStyle/>
                    <a:p>
                      <a:pPr algn="r">
                        <a:buNone/>
                      </a:pPr>
                      <a:r>
                        <a:rPr lang="en-US" sz="1000" cap="none" spc="0">
                          <a:solidFill>
                            <a:srgbClr val="000000"/>
                          </a:solidFill>
                        </a:rPr>
                        <a:t>21</a:t>
                      </a:r>
                    </a:p>
                  </a:txBody>
                  <a:tcPr marL="113148" marR="42887" marT="87037" marB="87037" anchor="ctr"/>
                </a:tc>
                <a:tc>
                  <a:txBody>
                    <a:bodyPr/>
                    <a:lstStyle/>
                    <a:p>
                      <a:pPr algn="r">
                        <a:buNone/>
                      </a:pPr>
                      <a:r>
                        <a:rPr lang="en-US" sz="1000" cap="none" spc="0">
                          <a:solidFill>
                            <a:srgbClr val="000000"/>
                          </a:solidFill>
                        </a:rPr>
                        <a:t>3</a:t>
                      </a:r>
                    </a:p>
                  </a:txBody>
                  <a:tcPr marL="113148" marR="42887" marT="87037" marB="87037" anchor="ctr"/>
                </a:tc>
                <a:tc>
                  <a:txBody>
                    <a:bodyPr/>
                    <a:lstStyle/>
                    <a:p>
                      <a:pPr algn="r">
                        <a:buNone/>
                      </a:pPr>
                      <a:r>
                        <a:rPr lang="en-US" sz="1000" cap="none" spc="0">
                          <a:solidFill>
                            <a:srgbClr val="000000"/>
                          </a:solidFill>
                        </a:rPr>
                        <a:t>1</a:t>
                      </a:r>
                    </a:p>
                  </a:txBody>
                  <a:tcPr marL="113148" marR="42887" marT="87037" marB="87037" anchor="ctr"/>
                </a:tc>
                <a:tc>
                  <a:txBody>
                    <a:bodyPr/>
                    <a:lstStyle/>
                    <a:p>
                      <a:pPr algn="r">
                        <a:buNone/>
                      </a:pPr>
                      <a:r>
                        <a:rPr lang="en-US" sz="1000" cap="none" spc="0">
                          <a:solidFill>
                            <a:srgbClr val="000000"/>
                          </a:solidFill>
                        </a:rPr>
                        <a:t>1</a:t>
                      </a:r>
                    </a:p>
                  </a:txBody>
                  <a:tcPr marL="113148" marR="42887" marT="87037" marB="87037" anchor="ctr"/>
                </a:tc>
                <a:tc>
                  <a:txBody>
                    <a:bodyPr/>
                    <a:lstStyle/>
                    <a:p>
                      <a:pPr algn="r">
                        <a:buNone/>
                      </a:pPr>
                      <a:r>
                        <a:rPr lang="en-US" sz="1000" cap="none" spc="0">
                          <a:solidFill>
                            <a:srgbClr val="000000"/>
                          </a:solidFill>
                        </a:rPr>
                        <a:t>2020</a:t>
                      </a:r>
                    </a:p>
                  </a:txBody>
                  <a:tcPr marL="113148" marR="42887" marT="87037" marB="87037" anchor="ctr"/>
                </a:tc>
                <a:tc>
                  <a:txBody>
                    <a:bodyPr/>
                    <a:lstStyle/>
                    <a:p>
                      <a:pPr algn="r">
                        <a:buNone/>
                      </a:pPr>
                      <a:r>
                        <a:rPr lang="en-US" sz="1000" cap="none" spc="0">
                          <a:solidFill>
                            <a:srgbClr val="000000"/>
                          </a:solidFill>
                        </a:rPr>
                        <a:t>2</a:t>
                      </a:r>
                    </a:p>
                  </a:txBody>
                  <a:tcPr marL="113148" marR="42887" marT="87037" marB="87037" anchor="ctr"/>
                </a:tc>
                <a:tc>
                  <a:txBody>
                    <a:bodyPr/>
                    <a:lstStyle/>
                    <a:p>
                      <a:pPr algn="r">
                        <a:buNone/>
                      </a:pPr>
                      <a:r>
                        <a:rPr lang="en-US" sz="1000" cap="none" spc="0">
                          <a:solidFill>
                            <a:srgbClr val="000000"/>
                          </a:solidFill>
                        </a:rPr>
                        <a:t>2</a:t>
                      </a:r>
                    </a:p>
                  </a:txBody>
                  <a:tcPr marL="113148" marR="42887" marT="87037" marB="87037" anchor="ctr"/>
                </a:tc>
                <a:tc>
                  <a:txBody>
                    <a:bodyPr/>
                    <a:lstStyle/>
                    <a:p>
                      <a:pPr algn="r">
                        <a:buNone/>
                      </a:pPr>
                      <a:r>
                        <a:rPr lang="en-US" sz="1000" cap="none" spc="0">
                          <a:solidFill>
                            <a:srgbClr val="000000"/>
                          </a:solidFill>
                        </a:rPr>
                        <a:t>1</a:t>
                      </a:r>
                    </a:p>
                  </a:txBody>
                  <a:tcPr marL="113148" marR="42887" marT="87037" marB="87037" anchor="ctr"/>
                </a:tc>
                <a:tc>
                  <a:txBody>
                    <a:bodyPr/>
                    <a:lstStyle/>
                    <a:p>
                      <a:pPr algn="r">
                        <a:buNone/>
                      </a:pPr>
                      <a:r>
                        <a:rPr lang="en-US" sz="1000" cap="none" spc="0">
                          <a:solidFill>
                            <a:srgbClr val="000000"/>
                          </a:solidFill>
                        </a:rPr>
                        <a:t>0.433884</a:t>
                      </a:r>
                    </a:p>
                  </a:txBody>
                  <a:tcPr marL="113148" marR="42887" marT="87037" marB="87037" anchor="ctr"/>
                </a:tc>
                <a:tc>
                  <a:txBody>
                    <a:bodyPr/>
                    <a:lstStyle/>
                    <a:p>
                      <a:pPr algn="r">
                        <a:buNone/>
                      </a:pPr>
                      <a:r>
                        <a:rPr lang="en-US" sz="1000" cap="none" spc="0">
                          <a:solidFill>
                            <a:srgbClr val="000000"/>
                          </a:solidFill>
                        </a:rPr>
                        <a:t>-0.900969</a:t>
                      </a:r>
                    </a:p>
                  </a:txBody>
                  <a:tcPr marL="113148" marR="42887" marT="87037" marB="87037" anchor="ctr"/>
                </a:tc>
                <a:tc>
                  <a:txBody>
                    <a:bodyPr/>
                    <a:lstStyle/>
                    <a:p>
                      <a:pPr lvl="0" algn="r">
                        <a:buNone/>
                      </a:pPr>
                      <a:r>
                        <a:rPr lang="en-US" sz="1000" cap="none" spc="0">
                          <a:solidFill>
                            <a:srgbClr val="000000"/>
                          </a:solidFill>
                        </a:rPr>
                        <a:t>...</a:t>
                      </a:r>
                    </a:p>
                  </a:txBody>
                  <a:tcPr marL="113148" marR="42887" marT="87036" marB="87036" anchor="ctr"/>
                </a:tc>
                <a:tc>
                  <a:txBody>
                    <a:bodyPr/>
                    <a:lstStyle/>
                    <a:p>
                      <a:pPr lvl="0" algn="r">
                        <a:buNone/>
                      </a:pPr>
                      <a:r>
                        <a:rPr lang="en-US" sz="1000" cap="none" spc="0">
                          <a:solidFill>
                            <a:srgbClr val="000000"/>
                          </a:solidFill>
                        </a:rPr>
                        <a:t>0</a:t>
                      </a:r>
                    </a:p>
                  </a:txBody>
                  <a:tcPr marL="113148" marR="42887" marT="87035" marB="87035" anchor="ctr"/>
                </a:tc>
                <a:tc>
                  <a:txBody>
                    <a:bodyPr/>
                    <a:lstStyle/>
                    <a:p>
                      <a:pPr lvl="0" algn="r">
                        <a:buNone/>
                      </a:pPr>
                      <a:r>
                        <a:rPr lang="en-US" sz="1000" cap="none" spc="0">
                          <a:solidFill>
                            <a:srgbClr val="000000"/>
                          </a:solidFill>
                        </a:rPr>
                        <a:t>0</a:t>
                      </a:r>
                    </a:p>
                  </a:txBody>
                  <a:tcPr marL="113148" marR="42887" marT="87035" marB="87035" anchor="ctr"/>
                </a:tc>
                <a:extLst>
                  <a:ext uri="{0D108BD9-81ED-4DB2-BD59-A6C34878D82A}">
                    <a16:rowId xmlns:a16="http://schemas.microsoft.com/office/drawing/2014/main" val="3825696036"/>
                  </a:ext>
                </a:extLst>
              </a:tr>
            </a:tbl>
          </a:graphicData>
        </a:graphic>
      </p:graphicFrame>
      <p:sp>
        <p:nvSpPr>
          <p:cNvPr id="256" name="Rectangle 255">
            <a:extLst>
              <a:ext uri="{FF2B5EF4-FFF2-40B4-BE49-F238E27FC236}">
                <a16:creationId xmlns:a16="http://schemas.microsoft.com/office/drawing/2014/main" id="{A96FC76B-99C9-63DB-EC4A-515A390CDA2E}"/>
              </a:ext>
            </a:extLst>
          </p:cNvPr>
          <p:cNvSpPr/>
          <p:nvPr/>
        </p:nvSpPr>
        <p:spPr>
          <a:xfrm>
            <a:off x="7764255" y="2950895"/>
            <a:ext cx="543055" cy="746396"/>
          </a:xfrm>
          <a:prstGeom prst="rect">
            <a:avLst/>
          </a:prstGeom>
          <a:solidFill>
            <a:srgbClr val="A02B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5" name="Graphic 254" descr="Beaker with solid fill">
            <a:extLst>
              <a:ext uri="{FF2B5EF4-FFF2-40B4-BE49-F238E27FC236}">
                <a16:creationId xmlns:a16="http://schemas.microsoft.com/office/drawing/2014/main" id="{427E4778-2AFA-39E1-E28D-7ED5B28E4BD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44032" y="2934451"/>
            <a:ext cx="790833" cy="780536"/>
          </a:xfrm>
          <a:prstGeom prst="rect">
            <a:avLst/>
          </a:prstGeom>
        </p:spPr>
      </p:pic>
      <p:sp>
        <p:nvSpPr>
          <p:cNvPr id="270" name="Rectangle 269">
            <a:extLst>
              <a:ext uri="{FF2B5EF4-FFF2-40B4-BE49-F238E27FC236}">
                <a16:creationId xmlns:a16="http://schemas.microsoft.com/office/drawing/2014/main" id="{3EDBA706-0EBC-8D7F-170D-5C90FC8DC641}"/>
              </a:ext>
            </a:extLst>
          </p:cNvPr>
          <p:cNvSpPr/>
          <p:nvPr/>
        </p:nvSpPr>
        <p:spPr>
          <a:xfrm>
            <a:off x="5323795" y="2950895"/>
            <a:ext cx="584244" cy="766990"/>
          </a:xfrm>
          <a:prstGeom prst="rect">
            <a:avLst/>
          </a:prstGeom>
          <a:solidFill>
            <a:srgbClr val="A02B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1" name="Graphic 270" descr="Bar chart with solid fill">
            <a:extLst>
              <a:ext uri="{FF2B5EF4-FFF2-40B4-BE49-F238E27FC236}">
                <a16:creationId xmlns:a16="http://schemas.microsoft.com/office/drawing/2014/main" id="{15F6899E-C0C5-9ECA-EC7B-B8F8E73D727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33391" y="2871593"/>
            <a:ext cx="759941" cy="924697"/>
          </a:xfrm>
          <a:prstGeom prst="rect">
            <a:avLst/>
          </a:prstGeom>
        </p:spPr>
      </p:pic>
    </p:spTree>
    <p:extLst>
      <p:ext uri="{BB962C8B-B14F-4D97-AF65-F5344CB8AC3E}">
        <p14:creationId xmlns:p14="http://schemas.microsoft.com/office/powerpoint/2010/main" val="2203001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FA272-89C6-15C6-F80F-11219FC24AED}"/>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F0DADCC5-E542-817E-26AA-718D6400DB60}"/>
              </a:ext>
            </a:extLst>
          </p:cNvPr>
          <p:cNvSpPr>
            <a:spLocks noGrp="1"/>
          </p:cNvSpPr>
          <p:nvPr>
            <p:ph type="title"/>
          </p:nvPr>
        </p:nvSpPr>
        <p:spPr>
          <a:xfrm>
            <a:off x="827343" y="320550"/>
            <a:ext cx="10526805" cy="471798"/>
          </a:xfrm>
        </p:spPr>
        <p:txBody>
          <a:bodyPr anchor="ctr">
            <a:normAutofit fontScale="90000"/>
          </a:bodyPr>
          <a:lstStyle/>
          <a:p>
            <a:pPr algn="ctr"/>
            <a:r>
              <a:rPr lang="en-US" b="1">
                <a:solidFill>
                  <a:srgbClr val="000000"/>
                </a:solidFill>
              </a:rPr>
              <a:t>Example: Brooklyn – Validation and Models</a:t>
            </a:r>
            <a:endParaRPr lang="en-US">
              <a:solidFill>
                <a:srgbClr val="000000"/>
              </a:solidFill>
            </a:endParaRPr>
          </a:p>
        </p:txBody>
      </p:sp>
      <p:pic>
        <p:nvPicPr>
          <p:cNvPr id="4" name="Content Placeholder 3">
            <a:extLst>
              <a:ext uri="{FF2B5EF4-FFF2-40B4-BE49-F238E27FC236}">
                <a16:creationId xmlns:a16="http://schemas.microsoft.com/office/drawing/2014/main" id="{AD9CA207-2F8D-AC60-86C2-C735614D8F22}"/>
              </a:ext>
            </a:extLst>
          </p:cNvPr>
          <p:cNvPicPr>
            <a:picLocks noGrp="1" noChangeAspect="1"/>
          </p:cNvPicPr>
          <p:nvPr>
            <p:ph sz="half" idx="1"/>
          </p:nvPr>
        </p:nvPicPr>
        <p:blipFill>
          <a:blip r:embed="rId3"/>
          <a:srcRect l="1107" r="1021" b="52306"/>
          <a:stretch>
            <a:fillRect/>
          </a:stretch>
        </p:blipFill>
        <p:spPr>
          <a:xfrm>
            <a:off x="10677" y="809325"/>
            <a:ext cx="6433205" cy="2703827"/>
          </a:xfrm>
          <a:prstGeom prst="rect">
            <a:avLst/>
          </a:prstGeom>
          <a:noFill/>
          <a:ln>
            <a:solidFill>
              <a:srgbClr val="D1D1D1"/>
            </a:solidFill>
          </a:ln>
        </p:spPr>
      </p:pic>
      <p:sp>
        <p:nvSpPr>
          <p:cNvPr id="7" name="Slide Number Placeholder 6">
            <a:extLst>
              <a:ext uri="{FF2B5EF4-FFF2-40B4-BE49-F238E27FC236}">
                <a16:creationId xmlns:a16="http://schemas.microsoft.com/office/drawing/2014/main" id="{61AF13F8-A56F-DACA-A73B-B36844E5222C}"/>
              </a:ext>
            </a:extLst>
          </p:cNvPr>
          <p:cNvSpPr>
            <a:spLocks noGrp="1"/>
          </p:cNvSpPr>
          <p:nvPr>
            <p:ph type="sldNum" sz="quarter" idx="12"/>
          </p:nvPr>
        </p:nvSpPr>
        <p:spPr>
          <a:xfrm>
            <a:off x="11800325" y="6440304"/>
            <a:ext cx="381000" cy="365125"/>
          </a:xfrm>
        </p:spPr>
        <p:txBody>
          <a:bodyPr anchor="ctr">
            <a:normAutofit fontScale="77500" lnSpcReduction="20000"/>
          </a:bodyPr>
          <a:lstStyle/>
          <a:p>
            <a:pPr>
              <a:spcAft>
                <a:spcPts val="600"/>
              </a:spcAft>
            </a:pPr>
            <a:fld id="{6D22F896-40B5-4ADD-8801-0D06FADFA095}" type="slidenum">
              <a:rPr lang="en-US" smtClean="0"/>
              <a:pPr>
                <a:spcAft>
                  <a:spcPts val="600"/>
                </a:spcAft>
              </a:pPr>
              <a:t>10</a:t>
            </a:fld>
            <a:endParaRPr lang="en-US"/>
          </a:p>
        </p:txBody>
      </p:sp>
      <p:pic>
        <p:nvPicPr>
          <p:cNvPr id="24" name="Google Shape;236;p23">
            <a:extLst>
              <a:ext uri="{FF2B5EF4-FFF2-40B4-BE49-F238E27FC236}">
                <a16:creationId xmlns:a16="http://schemas.microsoft.com/office/drawing/2014/main" id="{3A756806-D343-BF2E-9528-CE49E4ED2D35}"/>
              </a:ext>
            </a:extLst>
          </p:cNvPr>
          <p:cNvPicPr preferRelativeResize="0"/>
          <p:nvPr/>
        </p:nvPicPr>
        <p:blipFill>
          <a:blip r:embed="rId4">
            <a:alphaModFix/>
          </a:blip>
          <a:srcRect t="46936"/>
          <a:stretch>
            <a:fillRect/>
          </a:stretch>
        </p:blipFill>
        <p:spPr>
          <a:xfrm>
            <a:off x="10675" y="3531570"/>
            <a:ext cx="6433204" cy="3012029"/>
          </a:xfrm>
          <a:prstGeom prst="rect">
            <a:avLst/>
          </a:prstGeom>
          <a:noFill/>
          <a:ln>
            <a:solidFill>
              <a:srgbClr val="D1D1D1"/>
            </a:solidFill>
          </a:ln>
        </p:spPr>
      </p:pic>
      <p:graphicFrame>
        <p:nvGraphicFramePr>
          <p:cNvPr id="25" name="Content Placeholder 5">
            <a:extLst>
              <a:ext uri="{FF2B5EF4-FFF2-40B4-BE49-F238E27FC236}">
                <a16:creationId xmlns:a16="http://schemas.microsoft.com/office/drawing/2014/main" id="{B49A9589-DFF6-9493-083A-4C6835EF76F2}"/>
              </a:ext>
            </a:extLst>
          </p:cNvPr>
          <p:cNvGraphicFramePr>
            <a:graphicFrameLocks/>
          </p:cNvGraphicFramePr>
          <p:nvPr>
            <p:extLst>
              <p:ext uri="{D42A27DB-BD31-4B8C-83A1-F6EECF244321}">
                <p14:modId xmlns:p14="http://schemas.microsoft.com/office/powerpoint/2010/main" val="3248897640"/>
              </p:ext>
            </p:extLst>
          </p:nvPr>
        </p:nvGraphicFramePr>
        <p:xfrm>
          <a:off x="6528486" y="1915297"/>
          <a:ext cx="5578834" cy="3402058"/>
        </p:xfrm>
        <a:graphic>
          <a:graphicData uri="http://schemas.openxmlformats.org/drawingml/2006/table">
            <a:tbl>
              <a:tblPr firstRow="1" bandRow="1">
                <a:tableStyleId>{8799B23B-EC83-4686-B30A-512413B5E67A}</a:tableStyleId>
              </a:tblPr>
              <a:tblGrid>
                <a:gridCol w="571269">
                  <a:extLst>
                    <a:ext uri="{9D8B030D-6E8A-4147-A177-3AD203B41FA5}">
                      <a16:colId xmlns:a16="http://schemas.microsoft.com/office/drawing/2014/main" val="2259796962"/>
                    </a:ext>
                  </a:extLst>
                </a:gridCol>
                <a:gridCol w="720809">
                  <a:extLst>
                    <a:ext uri="{9D8B030D-6E8A-4147-A177-3AD203B41FA5}">
                      <a16:colId xmlns:a16="http://schemas.microsoft.com/office/drawing/2014/main" val="1498307143"/>
                    </a:ext>
                  </a:extLst>
                </a:gridCol>
                <a:gridCol w="585106">
                  <a:extLst>
                    <a:ext uri="{9D8B030D-6E8A-4147-A177-3AD203B41FA5}">
                      <a16:colId xmlns:a16="http://schemas.microsoft.com/office/drawing/2014/main" val="2815370331"/>
                    </a:ext>
                  </a:extLst>
                </a:gridCol>
                <a:gridCol w="598714">
                  <a:extLst>
                    <a:ext uri="{9D8B030D-6E8A-4147-A177-3AD203B41FA5}">
                      <a16:colId xmlns:a16="http://schemas.microsoft.com/office/drawing/2014/main" val="2098588308"/>
                    </a:ext>
                  </a:extLst>
                </a:gridCol>
                <a:gridCol w="1004349">
                  <a:extLst>
                    <a:ext uri="{9D8B030D-6E8A-4147-A177-3AD203B41FA5}">
                      <a16:colId xmlns:a16="http://schemas.microsoft.com/office/drawing/2014/main" val="3567610518"/>
                    </a:ext>
                  </a:extLst>
                </a:gridCol>
                <a:gridCol w="857250">
                  <a:extLst>
                    <a:ext uri="{9D8B030D-6E8A-4147-A177-3AD203B41FA5}">
                      <a16:colId xmlns:a16="http://schemas.microsoft.com/office/drawing/2014/main" val="1461692423"/>
                    </a:ext>
                  </a:extLst>
                </a:gridCol>
                <a:gridCol w="696538">
                  <a:extLst>
                    <a:ext uri="{9D8B030D-6E8A-4147-A177-3AD203B41FA5}">
                      <a16:colId xmlns:a16="http://schemas.microsoft.com/office/drawing/2014/main" val="2315560306"/>
                    </a:ext>
                  </a:extLst>
                </a:gridCol>
                <a:gridCol w="544799">
                  <a:extLst>
                    <a:ext uri="{9D8B030D-6E8A-4147-A177-3AD203B41FA5}">
                      <a16:colId xmlns:a16="http://schemas.microsoft.com/office/drawing/2014/main" val="2682879132"/>
                    </a:ext>
                  </a:extLst>
                </a:gridCol>
              </a:tblGrid>
              <a:tr h="859168">
                <a:tc>
                  <a:txBody>
                    <a:bodyPr/>
                    <a:lstStyle/>
                    <a:p>
                      <a:pPr>
                        <a:buNone/>
                      </a:pPr>
                      <a:r>
                        <a:rPr lang="en-US" sz="1100">
                          <a:solidFill>
                            <a:schemeClr val="tx1"/>
                          </a:solidFill>
                        </a:rPr>
                        <a:t>model</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chemeClr val="tx1">
                        <a:lumMod val="50000"/>
                        <a:lumOff val="50000"/>
                      </a:schemeClr>
                    </a:solidFill>
                  </a:tcPr>
                </a:tc>
                <a:tc>
                  <a:txBody>
                    <a:bodyPr/>
                    <a:lstStyle/>
                    <a:p>
                      <a:pPr algn="r">
                        <a:buNone/>
                      </a:pPr>
                      <a:r>
                        <a:rPr lang="en-US" sz="1100">
                          <a:solidFill>
                            <a:schemeClr val="tx1"/>
                          </a:solidFill>
                        </a:rPr>
                        <a:t>baseline</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chemeClr val="tx2">
                        <a:lumMod val="50000"/>
                        <a:lumOff val="50000"/>
                      </a:schemeClr>
                    </a:solidFill>
                  </a:tcPr>
                </a:tc>
                <a:tc>
                  <a:txBody>
                    <a:bodyPr/>
                    <a:lstStyle/>
                    <a:p>
                      <a:pPr algn="r">
                        <a:buNone/>
                      </a:pPr>
                      <a:r>
                        <a:rPr lang="en-US" sz="1100">
                          <a:solidFill>
                            <a:schemeClr val="tx1"/>
                          </a:solidFill>
                        </a:rPr>
                        <a:t>hw</a:t>
                      </a:r>
                      <a:endParaRPr lang="en-US" sz="1100" err="1">
                        <a:solidFill>
                          <a:schemeClr val="tx1"/>
                        </a:solidFill>
                      </a:endParaRP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FFC000"/>
                    </a:solidFill>
                  </a:tcPr>
                </a:tc>
                <a:tc>
                  <a:txBody>
                    <a:bodyPr/>
                    <a:lstStyle/>
                    <a:p>
                      <a:pPr algn="r">
                        <a:buNone/>
                      </a:pPr>
                      <a:r>
                        <a:rPr lang="en-US" sz="1100">
                          <a:solidFill>
                            <a:schemeClr val="tx1"/>
                          </a:solidFill>
                        </a:rPr>
                        <a:t>prophet</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chemeClr val="accent6"/>
                    </a:solidFill>
                  </a:tcPr>
                </a:tc>
                <a:tc>
                  <a:txBody>
                    <a:bodyPr/>
                    <a:lstStyle/>
                    <a:p>
                      <a:pPr algn="r">
                        <a:buNone/>
                      </a:pPr>
                      <a:r>
                        <a:rPr lang="en-US" sz="1100">
                          <a:solidFill>
                            <a:schemeClr val="tx1"/>
                          </a:solidFill>
                        </a:rPr>
                        <a:t>prophet+xgb</a:t>
                      </a:r>
                      <a:endParaRPr lang="en-US" sz="1100" err="1">
                        <a:solidFill>
                          <a:schemeClr val="tx1"/>
                        </a:solidFill>
                      </a:endParaRP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FF0000"/>
                    </a:solidFill>
                  </a:tcPr>
                </a:tc>
                <a:tc>
                  <a:txBody>
                    <a:bodyPr/>
                    <a:lstStyle/>
                    <a:p>
                      <a:pPr algn="r">
                        <a:buNone/>
                      </a:pPr>
                      <a:r>
                        <a:rPr lang="en-US" sz="1100">
                          <a:solidFill>
                            <a:schemeClr val="tx1"/>
                          </a:solidFill>
                        </a:rPr>
                        <a:t>rolling4w</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7030A0"/>
                    </a:solidFill>
                  </a:tcPr>
                </a:tc>
                <a:tc>
                  <a:txBody>
                    <a:bodyPr/>
                    <a:lstStyle/>
                    <a:p>
                      <a:pPr algn="r">
                        <a:buNone/>
                      </a:pPr>
                      <a:r>
                        <a:rPr lang="en-US" sz="1100">
                          <a:solidFill>
                            <a:schemeClr val="tx1"/>
                          </a:solidFill>
                        </a:rPr>
                        <a:t>sarima</a:t>
                      </a:r>
                      <a:endParaRPr lang="en-US" sz="1100" err="1">
                        <a:solidFill>
                          <a:schemeClr val="tx1"/>
                        </a:solidFill>
                      </a:endParaRP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chemeClr val="accent2">
                        <a:lumMod val="50000"/>
                      </a:schemeClr>
                    </a:solidFill>
                  </a:tcPr>
                </a:tc>
                <a:tc>
                  <a:txBody>
                    <a:bodyPr/>
                    <a:lstStyle/>
                    <a:p>
                      <a:pPr algn="r">
                        <a:buNone/>
                      </a:pPr>
                      <a:r>
                        <a:rPr lang="en-US" sz="1100">
                          <a:solidFill>
                            <a:schemeClr val="tx1"/>
                          </a:solidFill>
                        </a:rPr>
                        <a:t>xgb</a:t>
                      </a:r>
                      <a:endParaRPr lang="en-US" sz="1100" err="1">
                        <a:solidFill>
                          <a:schemeClr val="tx1"/>
                        </a:solidFill>
                      </a:endParaRP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60000"/>
                        <a:lumOff val="40000"/>
                      </a:schemeClr>
                    </a:solidFill>
                  </a:tcPr>
                </a:tc>
                <a:extLst>
                  <a:ext uri="{0D108BD9-81ED-4DB2-BD59-A6C34878D82A}">
                    <a16:rowId xmlns:a16="http://schemas.microsoft.com/office/drawing/2014/main" val="337976584"/>
                  </a:ext>
                </a:extLst>
              </a:tr>
              <a:tr h="1261418">
                <a:tc>
                  <a:txBody>
                    <a:bodyPr/>
                    <a:lstStyle/>
                    <a:p>
                      <a:pPr>
                        <a:buNone/>
                      </a:pPr>
                      <a:r>
                        <a:rPr lang="en-US" sz="1100" b="1">
                          <a:solidFill>
                            <a:schemeClr val="tx1"/>
                          </a:solidFill>
                        </a:rPr>
                        <a:t>rmse (mean)</a:t>
                      </a:r>
                      <a:endParaRPr lang="en-US" sz="1100">
                        <a:solidFill>
                          <a:schemeClr val="tx1"/>
                        </a:solidFill>
                      </a:endParaRP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8.856</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10.031</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7.309</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8.872</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9.237</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7.945</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10.257</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extLst>
                  <a:ext uri="{0D108BD9-81ED-4DB2-BD59-A6C34878D82A}">
                    <a16:rowId xmlns:a16="http://schemas.microsoft.com/office/drawing/2014/main" val="3756515397"/>
                  </a:ext>
                </a:extLst>
              </a:tr>
              <a:tr h="1281472">
                <a:tc>
                  <a:txBody>
                    <a:bodyPr/>
                    <a:lstStyle/>
                    <a:p>
                      <a:pPr>
                        <a:buNone/>
                      </a:pPr>
                      <a:r>
                        <a:rPr lang="en-US" sz="1100" b="1">
                          <a:solidFill>
                            <a:schemeClr val="tx1"/>
                          </a:solidFill>
                        </a:rPr>
                        <a:t>mape (mean)</a:t>
                      </a:r>
                      <a:endParaRPr lang="en-US" sz="1100">
                        <a:solidFill>
                          <a:schemeClr val="tx1"/>
                        </a:solidFill>
                      </a:endParaRP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0.366</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0.409</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0.330</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0.443</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0.412</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0.329</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tc>
                  <a:txBody>
                    <a:bodyPr/>
                    <a:lstStyle/>
                    <a:p>
                      <a:pPr algn="r">
                        <a:buNone/>
                      </a:pPr>
                      <a:r>
                        <a:rPr lang="en-US" sz="1100">
                          <a:solidFill>
                            <a:schemeClr val="tx1"/>
                          </a:solidFill>
                        </a:rPr>
                        <a:t>0.445</a:t>
                      </a:r>
                    </a:p>
                  </a:txBody>
                  <a:tcPr marL="46719" marR="46719" marT="23360" marB="23360" anchor="ctr">
                    <a:lnL w="12700">
                      <a:solidFill>
                        <a:schemeClr val="tx1"/>
                      </a:solidFill>
                    </a:lnL>
                    <a:lnR w="12700">
                      <a:solidFill>
                        <a:schemeClr val="tx1"/>
                      </a:solidFill>
                    </a:lnR>
                    <a:lnT w="12700">
                      <a:solidFill>
                        <a:schemeClr val="tx1"/>
                      </a:solidFill>
                    </a:lnT>
                    <a:lnB w="12700">
                      <a:solidFill>
                        <a:schemeClr val="tx1"/>
                      </a:solidFill>
                    </a:lnB>
                    <a:solidFill>
                      <a:srgbClr val="D1D1D1"/>
                    </a:solidFill>
                  </a:tcPr>
                </a:tc>
                <a:extLst>
                  <a:ext uri="{0D108BD9-81ED-4DB2-BD59-A6C34878D82A}">
                    <a16:rowId xmlns:a16="http://schemas.microsoft.com/office/drawing/2014/main" val="3674043503"/>
                  </a:ext>
                </a:extLst>
              </a:tr>
            </a:tbl>
          </a:graphicData>
        </a:graphic>
      </p:graphicFrame>
    </p:spTree>
    <p:extLst>
      <p:ext uri="{BB962C8B-B14F-4D97-AF65-F5344CB8AC3E}">
        <p14:creationId xmlns:p14="http://schemas.microsoft.com/office/powerpoint/2010/main" val="39754768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05673-590B-1D06-8A18-4D353441C5ED}"/>
              </a:ext>
            </a:extLst>
          </p:cNvPr>
          <p:cNvSpPr>
            <a:spLocks noGrp="1"/>
          </p:cNvSpPr>
          <p:nvPr>
            <p:ph type="title"/>
          </p:nvPr>
        </p:nvSpPr>
        <p:spPr>
          <a:xfrm>
            <a:off x="838200" y="365125"/>
            <a:ext cx="10515600" cy="507534"/>
          </a:xfrm>
        </p:spPr>
        <p:txBody>
          <a:bodyPr anchor="ctr">
            <a:normAutofit fontScale="90000"/>
          </a:bodyPr>
          <a:lstStyle/>
          <a:p>
            <a:pPr algn="ctr"/>
            <a:r>
              <a:rPr lang="en-US" b="1"/>
              <a:t>Example: Brooklyn - Tuning</a:t>
            </a:r>
            <a:endParaRPr lang="en-US"/>
          </a:p>
        </p:txBody>
      </p:sp>
      <p:graphicFrame>
        <p:nvGraphicFramePr>
          <p:cNvPr id="6" name="Content Placeholder 2">
            <a:extLst>
              <a:ext uri="{FF2B5EF4-FFF2-40B4-BE49-F238E27FC236}">
                <a16:creationId xmlns:a16="http://schemas.microsoft.com/office/drawing/2014/main" id="{151F59C6-CF1F-8F8D-742C-2EE226F7B898}"/>
              </a:ext>
            </a:extLst>
          </p:cNvPr>
          <p:cNvGraphicFramePr>
            <a:graphicFrameLocks noGrp="1"/>
          </p:cNvGraphicFramePr>
          <p:nvPr>
            <p:ph sz="half" idx="1"/>
            <p:extLst>
              <p:ext uri="{D42A27DB-BD31-4B8C-83A1-F6EECF244321}">
                <p14:modId xmlns:p14="http://schemas.microsoft.com/office/powerpoint/2010/main" val="262837048"/>
              </p:ext>
            </p:extLst>
          </p:nvPr>
        </p:nvGraphicFramePr>
        <p:xfrm>
          <a:off x="60735" y="1244857"/>
          <a:ext cx="2722482" cy="49639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8" name="Content Placeholder 5">
            <a:extLst>
              <a:ext uri="{FF2B5EF4-FFF2-40B4-BE49-F238E27FC236}">
                <a16:creationId xmlns:a16="http://schemas.microsoft.com/office/drawing/2014/main" id="{8AC5C52A-2F39-B3D7-E38B-5AABBE8EC68B}"/>
              </a:ext>
            </a:extLst>
          </p:cNvPr>
          <p:cNvGraphicFramePr>
            <a:graphicFrameLocks/>
          </p:cNvGraphicFramePr>
          <p:nvPr>
            <p:extLst>
              <p:ext uri="{D42A27DB-BD31-4B8C-83A1-F6EECF244321}">
                <p14:modId xmlns:p14="http://schemas.microsoft.com/office/powerpoint/2010/main" val="2862452373"/>
              </p:ext>
            </p:extLst>
          </p:nvPr>
        </p:nvGraphicFramePr>
        <p:xfrm>
          <a:off x="2845622" y="1244857"/>
          <a:ext cx="3093155" cy="4944324"/>
        </p:xfrm>
        <a:graphic>
          <a:graphicData uri="http://schemas.openxmlformats.org/drawingml/2006/table">
            <a:tbl>
              <a:tblPr firstRow="1" bandRow="1">
                <a:solidFill>
                  <a:schemeClr val="bg1"/>
                </a:solidFill>
              </a:tblPr>
              <a:tblGrid>
                <a:gridCol w="796180">
                  <a:extLst>
                    <a:ext uri="{9D8B030D-6E8A-4147-A177-3AD203B41FA5}">
                      <a16:colId xmlns:a16="http://schemas.microsoft.com/office/drawing/2014/main" val="3545542566"/>
                    </a:ext>
                  </a:extLst>
                </a:gridCol>
                <a:gridCol w="1200045">
                  <a:extLst>
                    <a:ext uri="{9D8B030D-6E8A-4147-A177-3AD203B41FA5}">
                      <a16:colId xmlns:a16="http://schemas.microsoft.com/office/drawing/2014/main" val="4015547841"/>
                    </a:ext>
                  </a:extLst>
                </a:gridCol>
                <a:gridCol w="1096930">
                  <a:extLst>
                    <a:ext uri="{9D8B030D-6E8A-4147-A177-3AD203B41FA5}">
                      <a16:colId xmlns:a16="http://schemas.microsoft.com/office/drawing/2014/main" val="2596046845"/>
                    </a:ext>
                  </a:extLst>
                </a:gridCol>
              </a:tblGrid>
              <a:tr h="477084">
                <a:tc>
                  <a:txBody>
                    <a:bodyPr/>
                    <a:lstStyle/>
                    <a:p>
                      <a:pPr algn="r">
                        <a:buNone/>
                      </a:pPr>
                      <a:r>
                        <a:rPr lang="en-US" sz="1200" b="1" cap="none" spc="0">
                          <a:solidFill>
                            <a:schemeClr val="bg1"/>
                          </a:solidFill>
                        </a:rPr>
                        <a:t>fold</a:t>
                      </a:r>
                    </a:p>
                  </a:txBody>
                  <a:tcPr marL="158706" marT="122081" marB="12208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solidFill>
                      <a:srgbClr val="0F9ED5"/>
                    </a:solidFill>
                  </a:tcPr>
                </a:tc>
                <a:tc>
                  <a:txBody>
                    <a:bodyPr/>
                    <a:lstStyle/>
                    <a:p>
                      <a:pPr algn="r">
                        <a:buNone/>
                      </a:pPr>
                      <a:r>
                        <a:rPr lang="en-US" sz="1200" b="1" cap="none" spc="0" err="1">
                          <a:solidFill>
                            <a:schemeClr val="bg1"/>
                          </a:solidFill>
                        </a:rPr>
                        <a:t>rmse</a:t>
                      </a:r>
                      <a:endParaRPr lang="en-US" sz="1200" b="1" cap="none" spc="0">
                        <a:solidFill>
                          <a:schemeClr val="bg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solidFill>
                      <a:srgbClr val="0F9ED5"/>
                    </a:solidFill>
                  </a:tcPr>
                </a:tc>
                <a:tc>
                  <a:txBody>
                    <a:bodyPr/>
                    <a:lstStyle/>
                    <a:p>
                      <a:pPr algn="r">
                        <a:buNone/>
                      </a:pPr>
                      <a:r>
                        <a:rPr lang="en-US" sz="1200" b="1" cap="none" spc="0" err="1">
                          <a:solidFill>
                            <a:schemeClr val="bg1"/>
                          </a:solidFill>
                        </a:rPr>
                        <a:t>mape</a:t>
                      </a:r>
                      <a:endParaRPr lang="en-US" sz="1200" b="1" cap="none" spc="0">
                        <a:solidFill>
                          <a:schemeClr val="bg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solidFill>
                      <a:srgbClr val="0F9ED5"/>
                    </a:solidFill>
                  </a:tcPr>
                </a:tc>
                <a:extLst>
                  <a:ext uri="{0D108BD9-81ED-4DB2-BD59-A6C34878D82A}">
                    <a16:rowId xmlns:a16="http://schemas.microsoft.com/office/drawing/2014/main" val="2262576716"/>
                  </a:ext>
                </a:extLst>
              </a:tr>
              <a:tr h="665026">
                <a:tc>
                  <a:txBody>
                    <a:bodyPr/>
                    <a:lstStyle/>
                    <a:p>
                      <a:pPr algn="r">
                        <a:buNone/>
                      </a:pPr>
                      <a:r>
                        <a:rPr lang="en-US" sz="1200" cap="none" spc="0">
                          <a:solidFill>
                            <a:schemeClr val="tx1"/>
                          </a:solidFill>
                        </a:rPr>
                        <a:t>1</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r">
                        <a:buNone/>
                      </a:pPr>
                      <a:r>
                        <a:rPr lang="en-US" sz="1200" cap="none" spc="0">
                          <a:solidFill>
                            <a:schemeClr val="tx1"/>
                          </a:solidFill>
                        </a:rPr>
                        <a:t>11.039</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r">
                        <a:buNone/>
                      </a:pPr>
                      <a:r>
                        <a:rPr lang="en-US" sz="1200" cap="none" spc="0">
                          <a:solidFill>
                            <a:schemeClr val="tx1"/>
                          </a:solidFill>
                        </a:rPr>
                        <a:t>0.597</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672977390"/>
                  </a:ext>
                </a:extLst>
              </a:tr>
              <a:tr h="665026">
                <a:tc>
                  <a:txBody>
                    <a:bodyPr/>
                    <a:lstStyle/>
                    <a:p>
                      <a:pPr algn="r">
                        <a:buNone/>
                      </a:pPr>
                      <a:r>
                        <a:rPr lang="en-US" sz="1200" cap="none" spc="0">
                          <a:solidFill>
                            <a:schemeClr val="tx1"/>
                          </a:solidFill>
                        </a:rPr>
                        <a:t>2</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algn="r">
                        <a:buNone/>
                      </a:pPr>
                      <a:r>
                        <a:rPr lang="en-US" sz="1200" cap="none" spc="0">
                          <a:solidFill>
                            <a:schemeClr val="tx1"/>
                          </a:solidFill>
                        </a:rPr>
                        <a:t>8.040</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algn="r">
                        <a:buNone/>
                      </a:pPr>
                      <a:r>
                        <a:rPr lang="en-US" sz="1200" cap="none" spc="0">
                          <a:solidFill>
                            <a:schemeClr val="tx1"/>
                          </a:solidFill>
                        </a:rPr>
                        <a:t>0.359</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extLst>
                  <a:ext uri="{0D108BD9-81ED-4DB2-BD59-A6C34878D82A}">
                    <a16:rowId xmlns:a16="http://schemas.microsoft.com/office/drawing/2014/main" val="3959526517"/>
                  </a:ext>
                </a:extLst>
              </a:tr>
              <a:tr h="665026">
                <a:tc>
                  <a:txBody>
                    <a:bodyPr/>
                    <a:lstStyle/>
                    <a:p>
                      <a:pPr algn="r">
                        <a:buNone/>
                      </a:pPr>
                      <a:r>
                        <a:rPr lang="en-US" sz="1200" cap="none" spc="0">
                          <a:solidFill>
                            <a:schemeClr val="tx1"/>
                          </a:solidFill>
                        </a:rPr>
                        <a:t>3</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r">
                        <a:buNone/>
                      </a:pPr>
                      <a:r>
                        <a:rPr lang="en-US" sz="1200" cap="none" spc="0">
                          <a:solidFill>
                            <a:schemeClr val="tx1"/>
                          </a:solidFill>
                        </a:rPr>
                        <a:t>4.512</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r">
                        <a:buNone/>
                      </a:pPr>
                      <a:r>
                        <a:rPr lang="en-US" sz="1200" cap="none" spc="0">
                          <a:solidFill>
                            <a:schemeClr val="tx1"/>
                          </a:solidFill>
                        </a:rPr>
                        <a:t>0.100</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395498094"/>
                  </a:ext>
                </a:extLst>
              </a:tr>
              <a:tr h="665026">
                <a:tc>
                  <a:txBody>
                    <a:bodyPr/>
                    <a:lstStyle/>
                    <a:p>
                      <a:pPr algn="r">
                        <a:buNone/>
                      </a:pPr>
                      <a:r>
                        <a:rPr lang="en-US" sz="1200" cap="none" spc="0">
                          <a:solidFill>
                            <a:schemeClr val="tx1"/>
                          </a:solidFill>
                        </a:rPr>
                        <a:t>4</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algn="r">
                        <a:buNone/>
                      </a:pPr>
                      <a:r>
                        <a:rPr lang="en-US" sz="1200" cap="none" spc="0">
                          <a:solidFill>
                            <a:schemeClr val="tx1"/>
                          </a:solidFill>
                        </a:rPr>
                        <a:t>7.334</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algn="r">
                        <a:buNone/>
                      </a:pPr>
                      <a:r>
                        <a:rPr lang="en-US" sz="1200" cap="none" spc="0">
                          <a:solidFill>
                            <a:schemeClr val="tx1"/>
                          </a:solidFill>
                        </a:rPr>
                        <a:t>0.123</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extLst>
                  <a:ext uri="{0D108BD9-81ED-4DB2-BD59-A6C34878D82A}">
                    <a16:rowId xmlns:a16="http://schemas.microsoft.com/office/drawing/2014/main" val="2929429820"/>
                  </a:ext>
                </a:extLst>
              </a:tr>
              <a:tr h="665026">
                <a:tc>
                  <a:txBody>
                    <a:bodyPr/>
                    <a:lstStyle/>
                    <a:p>
                      <a:pPr algn="r">
                        <a:buNone/>
                      </a:pPr>
                      <a:r>
                        <a:rPr lang="en-US" sz="1200" cap="none" spc="0">
                          <a:solidFill>
                            <a:schemeClr val="tx1"/>
                          </a:solidFill>
                        </a:rPr>
                        <a:t>5</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r">
                        <a:buNone/>
                      </a:pPr>
                      <a:r>
                        <a:rPr lang="en-US" sz="1200" cap="none" spc="0">
                          <a:solidFill>
                            <a:schemeClr val="tx1"/>
                          </a:solidFill>
                        </a:rPr>
                        <a:t>10.050</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r">
                        <a:buNone/>
                      </a:pPr>
                      <a:r>
                        <a:rPr lang="en-US" sz="1200" cap="none" spc="0">
                          <a:solidFill>
                            <a:schemeClr val="tx1"/>
                          </a:solidFill>
                        </a:rPr>
                        <a:t>0.212</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981707172"/>
                  </a:ext>
                </a:extLst>
              </a:tr>
              <a:tr h="477084">
                <a:tc>
                  <a:txBody>
                    <a:bodyPr/>
                    <a:lstStyle/>
                    <a:p>
                      <a:pPr algn="r">
                        <a:buNone/>
                      </a:pPr>
                      <a:r>
                        <a:rPr lang="en-US" sz="1200" cap="none" spc="0">
                          <a:solidFill>
                            <a:schemeClr val="tx1"/>
                          </a:solidFill>
                        </a:rPr>
                        <a:t>…</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algn="r">
                        <a:buNone/>
                      </a:pPr>
                      <a:r>
                        <a:rPr lang="en-US" sz="1200" cap="none" spc="0">
                          <a:solidFill>
                            <a:schemeClr val="tx1"/>
                          </a:solidFill>
                        </a:rPr>
                        <a:t>…</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algn="r">
                        <a:buNone/>
                      </a:pPr>
                      <a:r>
                        <a:rPr lang="en-US" sz="1200" cap="none" spc="0">
                          <a:solidFill>
                            <a:schemeClr val="tx1"/>
                          </a:solidFill>
                        </a:rPr>
                        <a:t>…</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extLst>
                  <a:ext uri="{0D108BD9-81ED-4DB2-BD59-A6C34878D82A}">
                    <a16:rowId xmlns:a16="http://schemas.microsoft.com/office/drawing/2014/main" val="4205092635"/>
                  </a:ext>
                </a:extLst>
              </a:tr>
              <a:tr h="665026">
                <a:tc>
                  <a:txBody>
                    <a:bodyPr/>
                    <a:lstStyle/>
                    <a:p>
                      <a:pPr algn="r">
                        <a:buNone/>
                      </a:pPr>
                      <a:r>
                        <a:rPr lang="en-US" sz="1400" b="1" cap="none" spc="0">
                          <a:solidFill>
                            <a:schemeClr val="tx1"/>
                          </a:solidFill>
                        </a:rPr>
                        <a:t>Mean</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lgn="r">
                        <a:buNone/>
                      </a:pPr>
                      <a:r>
                        <a:rPr lang="en-US" sz="1400" b="1" cap="none" spc="0">
                          <a:solidFill>
                            <a:schemeClr val="tx1"/>
                          </a:solidFill>
                        </a:rPr>
                        <a:t>7.171</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lgn="r">
                        <a:buNone/>
                      </a:pPr>
                      <a:r>
                        <a:rPr lang="en-US" sz="1400" b="1" cap="none" spc="0">
                          <a:solidFill>
                            <a:schemeClr val="tx1"/>
                          </a:solidFill>
                        </a:rPr>
                        <a:t>0.300</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400257024"/>
                  </a:ext>
                </a:extLst>
              </a:tr>
            </a:tbl>
          </a:graphicData>
        </a:graphic>
      </p:graphicFrame>
      <p:graphicFrame>
        <p:nvGraphicFramePr>
          <p:cNvPr id="1403" name="Content Placeholder 2">
            <a:extLst>
              <a:ext uri="{FF2B5EF4-FFF2-40B4-BE49-F238E27FC236}">
                <a16:creationId xmlns:a16="http://schemas.microsoft.com/office/drawing/2014/main" id="{AB375CC3-D7D2-2D41-0FE7-C0608FB4D37F}"/>
              </a:ext>
            </a:extLst>
          </p:cNvPr>
          <p:cNvGraphicFramePr>
            <a:graphicFrameLocks/>
          </p:cNvGraphicFramePr>
          <p:nvPr>
            <p:extLst>
              <p:ext uri="{D42A27DB-BD31-4B8C-83A1-F6EECF244321}">
                <p14:modId xmlns:p14="http://schemas.microsoft.com/office/powerpoint/2010/main" val="72531433"/>
              </p:ext>
            </p:extLst>
          </p:nvPr>
        </p:nvGraphicFramePr>
        <p:xfrm>
          <a:off x="6098786" y="1244857"/>
          <a:ext cx="2622861" cy="494219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3055" name="Content Placeholder 5">
            <a:extLst>
              <a:ext uri="{FF2B5EF4-FFF2-40B4-BE49-F238E27FC236}">
                <a16:creationId xmlns:a16="http://schemas.microsoft.com/office/drawing/2014/main" id="{41374351-6ED5-8060-D91A-3FFDE7BDC082}"/>
              </a:ext>
            </a:extLst>
          </p:cNvPr>
          <p:cNvGraphicFramePr>
            <a:graphicFrameLocks/>
          </p:cNvGraphicFramePr>
          <p:nvPr>
            <p:extLst>
              <p:ext uri="{D42A27DB-BD31-4B8C-83A1-F6EECF244321}">
                <p14:modId xmlns:p14="http://schemas.microsoft.com/office/powerpoint/2010/main" val="1164104703"/>
              </p:ext>
            </p:extLst>
          </p:nvPr>
        </p:nvGraphicFramePr>
        <p:xfrm>
          <a:off x="8838649" y="1244857"/>
          <a:ext cx="3247659" cy="4944324"/>
        </p:xfrm>
        <a:graphic>
          <a:graphicData uri="http://schemas.openxmlformats.org/drawingml/2006/table">
            <a:tbl>
              <a:tblPr firstRow="1" bandRow="1">
                <a:solidFill>
                  <a:schemeClr val="bg1"/>
                </a:solidFill>
              </a:tblPr>
              <a:tblGrid>
                <a:gridCol w="835949">
                  <a:extLst>
                    <a:ext uri="{9D8B030D-6E8A-4147-A177-3AD203B41FA5}">
                      <a16:colId xmlns:a16="http://schemas.microsoft.com/office/drawing/2014/main" val="3545542566"/>
                    </a:ext>
                  </a:extLst>
                </a:gridCol>
                <a:gridCol w="1259988">
                  <a:extLst>
                    <a:ext uri="{9D8B030D-6E8A-4147-A177-3AD203B41FA5}">
                      <a16:colId xmlns:a16="http://schemas.microsoft.com/office/drawing/2014/main" val="4015547841"/>
                    </a:ext>
                  </a:extLst>
                </a:gridCol>
                <a:gridCol w="1151722">
                  <a:extLst>
                    <a:ext uri="{9D8B030D-6E8A-4147-A177-3AD203B41FA5}">
                      <a16:colId xmlns:a16="http://schemas.microsoft.com/office/drawing/2014/main" val="2596046845"/>
                    </a:ext>
                  </a:extLst>
                </a:gridCol>
              </a:tblGrid>
              <a:tr h="477084">
                <a:tc>
                  <a:txBody>
                    <a:bodyPr/>
                    <a:lstStyle/>
                    <a:p>
                      <a:pPr algn="r">
                        <a:buNone/>
                      </a:pPr>
                      <a:r>
                        <a:rPr lang="en-US" sz="1200" b="1" cap="none" spc="0">
                          <a:solidFill>
                            <a:schemeClr val="bg1"/>
                          </a:solidFill>
                        </a:rPr>
                        <a:t>fold</a:t>
                      </a:r>
                    </a:p>
                  </a:txBody>
                  <a:tcPr marL="158706" marT="122081" marB="12208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solidFill>
                      <a:srgbClr val="0F9ED5"/>
                    </a:solidFill>
                  </a:tcPr>
                </a:tc>
                <a:tc>
                  <a:txBody>
                    <a:bodyPr/>
                    <a:lstStyle/>
                    <a:p>
                      <a:pPr algn="r">
                        <a:buNone/>
                      </a:pPr>
                      <a:r>
                        <a:rPr lang="en-US" sz="1200" b="1" cap="none" spc="0" err="1">
                          <a:solidFill>
                            <a:schemeClr val="bg1"/>
                          </a:solidFill>
                        </a:rPr>
                        <a:t>rmse</a:t>
                      </a:r>
                      <a:endParaRPr lang="en-US" sz="1200" b="1" cap="none" spc="0">
                        <a:solidFill>
                          <a:schemeClr val="bg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solidFill>
                      <a:srgbClr val="0F9ED5"/>
                    </a:solidFill>
                  </a:tcPr>
                </a:tc>
                <a:tc>
                  <a:txBody>
                    <a:bodyPr/>
                    <a:lstStyle/>
                    <a:p>
                      <a:pPr algn="r">
                        <a:buNone/>
                      </a:pPr>
                      <a:r>
                        <a:rPr lang="en-US" sz="1200" b="1" cap="none" spc="0" err="1">
                          <a:solidFill>
                            <a:schemeClr val="bg1"/>
                          </a:solidFill>
                        </a:rPr>
                        <a:t>mape</a:t>
                      </a:r>
                      <a:endParaRPr lang="en-US" sz="1200" b="1" cap="none" spc="0">
                        <a:solidFill>
                          <a:schemeClr val="bg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solidFill>
                      <a:srgbClr val="0F9ED5"/>
                    </a:solidFill>
                  </a:tcPr>
                </a:tc>
                <a:extLst>
                  <a:ext uri="{0D108BD9-81ED-4DB2-BD59-A6C34878D82A}">
                    <a16:rowId xmlns:a16="http://schemas.microsoft.com/office/drawing/2014/main" val="2262576716"/>
                  </a:ext>
                </a:extLst>
              </a:tr>
              <a:tr h="665026">
                <a:tc>
                  <a:txBody>
                    <a:bodyPr/>
                    <a:lstStyle/>
                    <a:p>
                      <a:pPr algn="r">
                        <a:buNone/>
                      </a:pPr>
                      <a:r>
                        <a:rPr lang="en-US" sz="1200" cap="none" spc="0">
                          <a:solidFill>
                            <a:schemeClr val="tx1"/>
                          </a:solidFill>
                        </a:rPr>
                        <a:t>1</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lvl="0" algn="r">
                        <a:buNone/>
                      </a:pPr>
                      <a:r>
                        <a:rPr lang="en-US" sz="1200" b="0" i="0" u="none" strike="noStrike" cap="none" spc="0" noProof="0">
                          <a:solidFill>
                            <a:schemeClr val="tx1"/>
                          </a:solidFill>
                          <a:latin typeface="Aptos"/>
                        </a:rPr>
                        <a:t>7.062</a:t>
                      </a:r>
                      <a:endParaRPr lang="en-US"/>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lvl="0" algn="r">
                        <a:buNone/>
                      </a:pPr>
                      <a:r>
                        <a:rPr lang="en-US" sz="1200" b="0" i="0" u="none" strike="noStrike" cap="none" spc="0" noProof="0">
                          <a:solidFill>
                            <a:schemeClr val="tx1"/>
                          </a:solidFill>
                          <a:latin typeface="Aptos"/>
                        </a:rPr>
                        <a:t>0.343</a:t>
                      </a:r>
                      <a:endParaRPr lang="en-US" sz="1200" cap="none" spc="0">
                        <a:solidFill>
                          <a:schemeClr val="tx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672977390"/>
                  </a:ext>
                </a:extLst>
              </a:tr>
              <a:tr h="665026">
                <a:tc>
                  <a:txBody>
                    <a:bodyPr/>
                    <a:lstStyle/>
                    <a:p>
                      <a:pPr algn="r">
                        <a:buNone/>
                      </a:pPr>
                      <a:r>
                        <a:rPr lang="en-US" sz="1200" cap="none" spc="0">
                          <a:solidFill>
                            <a:schemeClr val="tx1"/>
                          </a:solidFill>
                        </a:rPr>
                        <a:t>2</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lvl="0" algn="r">
                        <a:buNone/>
                      </a:pPr>
                      <a:r>
                        <a:rPr lang="en-US" sz="1200" b="0" i="0" u="none" strike="noStrike" cap="none" spc="0" noProof="0">
                          <a:solidFill>
                            <a:schemeClr val="tx1"/>
                          </a:solidFill>
                          <a:latin typeface="Aptos"/>
                        </a:rPr>
                        <a:t>6.650</a:t>
                      </a:r>
                      <a:endParaRPr lang="en-US" sz="1200" cap="none" spc="0">
                        <a:solidFill>
                          <a:schemeClr val="tx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lvl="0" algn="r">
                        <a:buNone/>
                      </a:pPr>
                      <a:r>
                        <a:rPr lang="en-US" sz="1200" b="0" i="0" u="none" strike="noStrike" cap="none" spc="0" noProof="0">
                          <a:solidFill>
                            <a:schemeClr val="tx1"/>
                          </a:solidFill>
                          <a:latin typeface="Aptos"/>
                        </a:rPr>
                        <a:t>0.306</a:t>
                      </a:r>
                      <a:endParaRPr lang="en-US" sz="1200" cap="none" spc="0">
                        <a:solidFill>
                          <a:schemeClr val="tx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extLst>
                  <a:ext uri="{0D108BD9-81ED-4DB2-BD59-A6C34878D82A}">
                    <a16:rowId xmlns:a16="http://schemas.microsoft.com/office/drawing/2014/main" val="3959526517"/>
                  </a:ext>
                </a:extLst>
              </a:tr>
              <a:tr h="665026">
                <a:tc>
                  <a:txBody>
                    <a:bodyPr/>
                    <a:lstStyle/>
                    <a:p>
                      <a:pPr algn="r">
                        <a:buNone/>
                      </a:pPr>
                      <a:r>
                        <a:rPr lang="en-US" sz="1200" cap="none" spc="0">
                          <a:solidFill>
                            <a:schemeClr val="tx1"/>
                          </a:solidFill>
                        </a:rPr>
                        <a:t>3</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lvl="0" algn="r">
                        <a:buNone/>
                      </a:pPr>
                      <a:r>
                        <a:rPr lang="en-US" sz="1200" b="0" i="0" u="none" strike="noStrike" cap="none" spc="0" noProof="0">
                          <a:solidFill>
                            <a:schemeClr val="tx1"/>
                          </a:solidFill>
                          <a:latin typeface="Aptos"/>
                        </a:rPr>
                        <a:t>5.350</a:t>
                      </a:r>
                      <a:endParaRPr lang="en-US" sz="1200" cap="none" spc="0">
                        <a:solidFill>
                          <a:schemeClr val="tx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lvl="0" algn="r">
                        <a:buNone/>
                      </a:pPr>
                      <a:r>
                        <a:rPr lang="en-US" sz="1200" b="0" i="0" u="none" strike="noStrike" cap="none" spc="0" noProof="0">
                          <a:solidFill>
                            <a:schemeClr val="tx1"/>
                          </a:solidFill>
                          <a:latin typeface="Aptos"/>
                        </a:rPr>
                        <a:t>0.141</a:t>
                      </a:r>
                      <a:endParaRPr lang="en-US" sz="1200" cap="none" spc="0">
                        <a:solidFill>
                          <a:schemeClr val="tx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395498094"/>
                  </a:ext>
                </a:extLst>
              </a:tr>
              <a:tr h="665026">
                <a:tc>
                  <a:txBody>
                    <a:bodyPr/>
                    <a:lstStyle/>
                    <a:p>
                      <a:pPr algn="r">
                        <a:buNone/>
                      </a:pPr>
                      <a:r>
                        <a:rPr lang="en-US" sz="1200" cap="none" spc="0">
                          <a:solidFill>
                            <a:schemeClr val="tx1"/>
                          </a:solidFill>
                        </a:rPr>
                        <a:t>4</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lvl="0" algn="r">
                        <a:buNone/>
                      </a:pPr>
                      <a:r>
                        <a:rPr lang="en-US" sz="1200" b="0" i="0" u="none" strike="noStrike" cap="none" spc="0" noProof="0">
                          <a:solidFill>
                            <a:schemeClr val="tx1"/>
                          </a:solidFill>
                          <a:latin typeface="Aptos"/>
                        </a:rPr>
                        <a:t>8.753</a:t>
                      </a:r>
                      <a:endParaRPr lang="en-US" sz="1200" cap="none" spc="0">
                        <a:solidFill>
                          <a:schemeClr val="tx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lvl="0" algn="r">
                        <a:buNone/>
                      </a:pPr>
                      <a:r>
                        <a:rPr lang="en-US" sz="1200" b="0" i="0" u="none" strike="noStrike" cap="none" spc="0" noProof="0">
                          <a:solidFill>
                            <a:schemeClr val="tx1"/>
                          </a:solidFill>
                          <a:latin typeface="Aptos"/>
                        </a:rPr>
                        <a:t>0.166</a:t>
                      </a:r>
                      <a:endParaRPr lang="en-US" sz="1200" cap="none" spc="0">
                        <a:solidFill>
                          <a:schemeClr val="tx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extLst>
                  <a:ext uri="{0D108BD9-81ED-4DB2-BD59-A6C34878D82A}">
                    <a16:rowId xmlns:a16="http://schemas.microsoft.com/office/drawing/2014/main" val="2929429820"/>
                  </a:ext>
                </a:extLst>
              </a:tr>
              <a:tr h="665026">
                <a:tc>
                  <a:txBody>
                    <a:bodyPr/>
                    <a:lstStyle/>
                    <a:p>
                      <a:pPr algn="r">
                        <a:buNone/>
                      </a:pPr>
                      <a:r>
                        <a:rPr lang="en-US" sz="1200" cap="none" spc="0">
                          <a:solidFill>
                            <a:schemeClr val="tx1"/>
                          </a:solidFill>
                        </a:rPr>
                        <a:t>5</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lvl="0" algn="r">
                        <a:buNone/>
                      </a:pPr>
                      <a:r>
                        <a:rPr lang="en-US" sz="1200" b="0" i="0" u="none" strike="noStrike" cap="none" spc="0" noProof="0">
                          <a:solidFill>
                            <a:schemeClr val="tx1"/>
                          </a:solidFill>
                          <a:latin typeface="Aptos"/>
                        </a:rPr>
                        <a:t>9.977</a:t>
                      </a:r>
                      <a:endParaRPr lang="en-US" sz="1200" cap="none" spc="0">
                        <a:solidFill>
                          <a:schemeClr val="tx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lvl="0" algn="r">
                        <a:buNone/>
                      </a:pPr>
                      <a:r>
                        <a:rPr lang="en-US" sz="1200" b="0" i="0" u="none" strike="noStrike" cap="none" spc="0" noProof="0">
                          <a:solidFill>
                            <a:schemeClr val="tx1"/>
                          </a:solidFill>
                          <a:latin typeface="Aptos"/>
                        </a:rPr>
                        <a:t>0.229</a:t>
                      </a:r>
                      <a:endParaRPr lang="en-US" sz="1200" cap="none" spc="0">
                        <a:solidFill>
                          <a:schemeClr val="tx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981707172"/>
                  </a:ext>
                </a:extLst>
              </a:tr>
              <a:tr h="477084">
                <a:tc>
                  <a:txBody>
                    <a:bodyPr/>
                    <a:lstStyle/>
                    <a:p>
                      <a:pPr algn="r">
                        <a:buNone/>
                      </a:pPr>
                      <a:r>
                        <a:rPr lang="en-US" sz="1200" cap="none" spc="0">
                          <a:solidFill>
                            <a:schemeClr val="tx1"/>
                          </a:solidFill>
                        </a:rPr>
                        <a:t>…</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algn="r">
                        <a:buNone/>
                      </a:pPr>
                      <a:r>
                        <a:rPr lang="en-US" sz="1200" cap="none" spc="0">
                          <a:solidFill>
                            <a:schemeClr val="tx1"/>
                          </a:solidFill>
                        </a:rPr>
                        <a:t>…</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tc>
                  <a:txBody>
                    <a:bodyPr/>
                    <a:lstStyle/>
                    <a:p>
                      <a:pPr algn="r">
                        <a:buNone/>
                      </a:pPr>
                      <a:r>
                        <a:rPr lang="en-US" sz="1200" cap="none" spc="0">
                          <a:solidFill>
                            <a:schemeClr val="tx1"/>
                          </a:solidFill>
                        </a:rPr>
                        <a:t>…</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bg1">
                        <a:lumMod val="85000"/>
                      </a:schemeClr>
                    </a:solidFill>
                  </a:tcPr>
                </a:tc>
                <a:extLst>
                  <a:ext uri="{0D108BD9-81ED-4DB2-BD59-A6C34878D82A}">
                    <a16:rowId xmlns:a16="http://schemas.microsoft.com/office/drawing/2014/main" val="4205092635"/>
                  </a:ext>
                </a:extLst>
              </a:tr>
              <a:tr h="665026">
                <a:tc>
                  <a:txBody>
                    <a:bodyPr/>
                    <a:lstStyle/>
                    <a:p>
                      <a:pPr algn="r">
                        <a:buNone/>
                      </a:pPr>
                      <a:r>
                        <a:rPr lang="en-US" sz="1400" b="1" cap="none" spc="0">
                          <a:solidFill>
                            <a:schemeClr val="tx1"/>
                          </a:solidFill>
                        </a:rPr>
                        <a:t>Mean</a:t>
                      </a: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lvl="0" algn="r">
                        <a:buNone/>
                      </a:pPr>
                      <a:r>
                        <a:rPr lang="en-US" sz="1400" b="1" i="0" u="none" strike="noStrike" cap="none" spc="0" noProof="0">
                          <a:solidFill>
                            <a:schemeClr val="tx1"/>
                          </a:solidFill>
                          <a:latin typeface="Aptos"/>
                        </a:rPr>
                        <a:t>7.117</a:t>
                      </a:r>
                      <a:endParaRPr lang="en-US" sz="1400" b="1" cap="none" spc="0">
                        <a:solidFill>
                          <a:schemeClr val="tx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lvl="0" algn="r">
                        <a:buNone/>
                      </a:pPr>
                      <a:r>
                        <a:rPr lang="en-US" sz="1400" b="1" i="0" u="none" strike="noStrike" cap="none" spc="0" noProof="0">
                          <a:solidFill>
                            <a:schemeClr val="tx1"/>
                          </a:solidFill>
                          <a:latin typeface="Aptos"/>
                        </a:rPr>
                        <a:t>0.292</a:t>
                      </a:r>
                      <a:endParaRPr lang="en-US" sz="1400" b="1" cap="none" spc="0">
                        <a:solidFill>
                          <a:schemeClr val="tx1"/>
                        </a:solidFill>
                      </a:endParaRPr>
                    </a:p>
                  </a:txBody>
                  <a:tcPr marL="158706" marT="122081" marB="122081"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400257024"/>
                  </a:ext>
                </a:extLst>
              </a:tr>
            </a:tbl>
          </a:graphicData>
        </a:graphic>
      </p:graphicFrame>
      <p:sp>
        <p:nvSpPr>
          <p:cNvPr id="4" name="Slide Number Placeholder 3">
            <a:extLst>
              <a:ext uri="{FF2B5EF4-FFF2-40B4-BE49-F238E27FC236}">
                <a16:creationId xmlns:a16="http://schemas.microsoft.com/office/drawing/2014/main" id="{D136BBE3-D46C-430E-8357-BAF50E387036}"/>
              </a:ext>
            </a:extLst>
          </p:cNvPr>
          <p:cNvSpPr>
            <a:spLocks noGrp="1"/>
          </p:cNvSpPr>
          <p:nvPr>
            <p:ph type="sldNum" sz="quarter" idx="12"/>
          </p:nvPr>
        </p:nvSpPr>
        <p:spPr/>
        <p:txBody>
          <a:bodyPr/>
          <a:lstStyle/>
          <a:p>
            <a:fld id="{6D22F896-40B5-4ADD-8801-0D06FADFA095}" type="slidenum">
              <a:rPr lang="en-US" smtClean="0"/>
              <a:pPr/>
              <a:t>11</a:t>
            </a:fld>
            <a:endParaRPr lang="en-US"/>
          </a:p>
        </p:txBody>
      </p:sp>
    </p:spTree>
    <p:extLst>
      <p:ext uri="{BB962C8B-B14F-4D97-AF65-F5344CB8AC3E}">
        <p14:creationId xmlns:p14="http://schemas.microsoft.com/office/powerpoint/2010/main" val="6570721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6D5143E9-D31D-FA93-E1EA-1A48543553EC}"/>
              </a:ext>
            </a:extLst>
          </p:cNvPr>
          <p:cNvSpPr>
            <a:spLocks noGrp="1"/>
          </p:cNvSpPr>
          <p:nvPr>
            <p:ph type="title"/>
          </p:nvPr>
        </p:nvSpPr>
        <p:spPr>
          <a:xfrm>
            <a:off x="838200" y="591665"/>
            <a:ext cx="10515600" cy="481185"/>
          </a:xfrm>
        </p:spPr>
        <p:txBody>
          <a:bodyPr>
            <a:normAutofit fontScale="90000"/>
          </a:bodyPr>
          <a:lstStyle/>
          <a:p>
            <a:pPr algn="ctr"/>
            <a:r>
              <a:rPr lang="en-US" b="1"/>
              <a:t>Example: Brooklyn - Selection</a:t>
            </a:r>
            <a:endParaRPr lang="en-US"/>
          </a:p>
        </p:txBody>
      </p:sp>
      <p:graphicFrame>
        <p:nvGraphicFramePr>
          <p:cNvPr id="10" name="Content Placeholder 9">
            <a:extLst>
              <a:ext uri="{FF2B5EF4-FFF2-40B4-BE49-F238E27FC236}">
                <a16:creationId xmlns:a16="http://schemas.microsoft.com/office/drawing/2014/main" id="{1440709E-6E20-D6F1-5C42-3DE1DD1F5355}"/>
              </a:ext>
            </a:extLst>
          </p:cNvPr>
          <p:cNvGraphicFramePr>
            <a:graphicFrameLocks noGrp="1"/>
          </p:cNvGraphicFramePr>
          <p:nvPr>
            <p:ph sz="half" idx="1"/>
            <p:extLst>
              <p:ext uri="{D42A27DB-BD31-4B8C-83A1-F6EECF244321}">
                <p14:modId xmlns:p14="http://schemas.microsoft.com/office/powerpoint/2010/main" val="1243268079"/>
              </p:ext>
            </p:extLst>
          </p:nvPr>
        </p:nvGraphicFramePr>
        <p:xfrm>
          <a:off x="521927" y="1454334"/>
          <a:ext cx="3087848" cy="46808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198CB376-6CE9-A428-66B7-3FA7A5A5A780}"/>
              </a:ext>
            </a:extLst>
          </p:cNvPr>
          <p:cNvSpPr>
            <a:spLocks noGrp="1"/>
          </p:cNvSpPr>
          <p:nvPr>
            <p:ph type="sldNum" sz="quarter" idx="12"/>
          </p:nvPr>
        </p:nvSpPr>
        <p:spPr>
          <a:xfrm>
            <a:off x="11706044" y="6360285"/>
            <a:ext cx="485955" cy="365125"/>
          </a:xfrm>
        </p:spPr>
        <p:txBody>
          <a:bodyPr anchor="ctr">
            <a:normAutofit lnSpcReduction="10000"/>
          </a:bodyPr>
          <a:lstStyle/>
          <a:p>
            <a:pPr>
              <a:spcAft>
                <a:spcPts val="600"/>
              </a:spcAft>
            </a:pPr>
            <a:fld id="{6D22F896-40B5-4ADD-8801-0D06FADFA095}" type="slidenum">
              <a:rPr lang="en-US" smtClean="0"/>
              <a:pPr>
                <a:spcAft>
                  <a:spcPts val="600"/>
                </a:spcAft>
              </a:pPr>
              <a:t>12</a:t>
            </a:fld>
            <a:endParaRPr lang="en-US"/>
          </a:p>
        </p:txBody>
      </p:sp>
      <p:graphicFrame>
        <p:nvGraphicFramePr>
          <p:cNvPr id="9" name="Content Placeholder 8">
            <a:extLst>
              <a:ext uri="{FF2B5EF4-FFF2-40B4-BE49-F238E27FC236}">
                <a16:creationId xmlns:a16="http://schemas.microsoft.com/office/drawing/2014/main" id="{376B7BCF-6D94-62C6-F07C-F29947B1B29A}"/>
              </a:ext>
            </a:extLst>
          </p:cNvPr>
          <p:cNvGraphicFramePr>
            <a:graphicFrameLocks noGrp="1"/>
          </p:cNvGraphicFramePr>
          <p:nvPr>
            <p:ph sz="half" idx="2"/>
            <p:extLst>
              <p:ext uri="{D42A27DB-BD31-4B8C-83A1-F6EECF244321}">
                <p14:modId xmlns:p14="http://schemas.microsoft.com/office/powerpoint/2010/main" val="2022507929"/>
              </p:ext>
            </p:extLst>
          </p:nvPr>
        </p:nvGraphicFramePr>
        <p:xfrm>
          <a:off x="3689039" y="1454923"/>
          <a:ext cx="2467397" cy="4684712"/>
        </p:xfrm>
        <a:graphic>
          <a:graphicData uri="http://schemas.openxmlformats.org/drawingml/2006/table">
            <a:tbl>
              <a:tblPr firstRow="1" bandRow="1">
                <a:tableStyleId>{69012ECD-51FC-41F1-AA8D-1B2483CD663E}</a:tableStyleId>
              </a:tblPr>
              <a:tblGrid>
                <a:gridCol w="638022">
                  <a:extLst>
                    <a:ext uri="{9D8B030D-6E8A-4147-A177-3AD203B41FA5}">
                      <a16:colId xmlns:a16="http://schemas.microsoft.com/office/drawing/2014/main" val="3804182066"/>
                    </a:ext>
                  </a:extLst>
                </a:gridCol>
                <a:gridCol w="864630">
                  <a:extLst>
                    <a:ext uri="{9D8B030D-6E8A-4147-A177-3AD203B41FA5}">
                      <a16:colId xmlns:a16="http://schemas.microsoft.com/office/drawing/2014/main" val="3996258168"/>
                    </a:ext>
                  </a:extLst>
                </a:gridCol>
                <a:gridCol w="964745">
                  <a:extLst>
                    <a:ext uri="{9D8B030D-6E8A-4147-A177-3AD203B41FA5}">
                      <a16:colId xmlns:a16="http://schemas.microsoft.com/office/drawing/2014/main" val="1789101186"/>
                    </a:ext>
                  </a:extLst>
                </a:gridCol>
              </a:tblGrid>
              <a:tr h="585589">
                <a:tc>
                  <a:txBody>
                    <a:bodyPr/>
                    <a:lstStyle/>
                    <a:p>
                      <a:pPr algn="r">
                        <a:buNone/>
                      </a:pPr>
                      <a:r>
                        <a:rPr lang="en-US" sz="1200">
                          <a:solidFill>
                            <a:schemeClr val="bg1"/>
                          </a:solidFill>
                        </a:rPr>
                        <a:t>fold</a:t>
                      </a:r>
                    </a:p>
                  </a:txBody>
                  <a:tcPr anchor="ctr">
                    <a:lnL w="12700">
                      <a:solidFill>
                        <a:schemeClr val="tx1"/>
                      </a:solidFill>
                    </a:lnL>
                    <a:lnR w="12700">
                      <a:solidFill>
                        <a:schemeClr val="tx1"/>
                      </a:solidFill>
                    </a:lnR>
                    <a:lnT w="12700">
                      <a:solidFill>
                        <a:schemeClr val="tx1"/>
                      </a:solidFill>
                    </a:lnT>
                    <a:solidFill>
                      <a:srgbClr val="E15A64"/>
                    </a:solidFill>
                  </a:tcPr>
                </a:tc>
                <a:tc>
                  <a:txBody>
                    <a:bodyPr/>
                    <a:lstStyle/>
                    <a:p>
                      <a:pPr algn="r">
                        <a:buNone/>
                      </a:pPr>
                      <a:r>
                        <a:rPr lang="en-US" sz="1200">
                          <a:solidFill>
                            <a:schemeClr val="bg1"/>
                          </a:solidFill>
                        </a:rPr>
                        <a:t>rmse</a:t>
                      </a:r>
                      <a:endParaRPr lang="en-US" sz="1200" err="1">
                        <a:solidFill>
                          <a:schemeClr val="bg1"/>
                        </a:solidFill>
                      </a:endParaRPr>
                    </a:p>
                  </a:txBody>
                  <a:tcPr anchor="ctr">
                    <a:lnL w="12700">
                      <a:solidFill>
                        <a:schemeClr val="tx1"/>
                      </a:solidFill>
                    </a:lnL>
                    <a:lnR w="12700">
                      <a:solidFill>
                        <a:schemeClr val="tx1"/>
                      </a:solidFill>
                    </a:lnR>
                    <a:lnT w="12700">
                      <a:solidFill>
                        <a:schemeClr val="tx1"/>
                      </a:solidFill>
                    </a:lnT>
                    <a:solidFill>
                      <a:srgbClr val="E15A64"/>
                    </a:solidFill>
                  </a:tcPr>
                </a:tc>
                <a:tc>
                  <a:txBody>
                    <a:bodyPr/>
                    <a:lstStyle/>
                    <a:p>
                      <a:pPr algn="r">
                        <a:buNone/>
                      </a:pPr>
                      <a:r>
                        <a:rPr lang="en-US" sz="1200">
                          <a:solidFill>
                            <a:schemeClr val="bg1"/>
                          </a:solidFill>
                        </a:rPr>
                        <a:t>mape</a:t>
                      </a:r>
                      <a:endParaRPr lang="en-US" sz="1200" err="1">
                        <a:solidFill>
                          <a:schemeClr val="bg1"/>
                        </a:solidFill>
                      </a:endParaRPr>
                    </a:p>
                  </a:txBody>
                  <a:tcPr anchor="ctr">
                    <a:lnL w="12700">
                      <a:solidFill>
                        <a:schemeClr val="tx1"/>
                      </a:solidFill>
                    </a:lnL>
                    <a:lnR w="12700">
                      <a:solidFill>
                        <a:schemeClr val="tx1"/>
                      </a:solidFill>
                    </a:lnR>
                    <a:lnT w="12700">
                      <a:solidFill>
                        <a:schemeClr val="tx1"/>
                      </a:solidFill>
                    </a:lnT>
                    <a:solidFill>
                      <a:srgbClr val="E15A64"/>
                    </a:solidFill>
                  </a:tcPr>
                </a:tc>
                <a:extLst>
                  <a:ext uri="{0D108BD9-81ED-4DB2-BD59-A6C34878D82A}">
                    <a16:rowId xmlns:a16="http://schemas.microsoft.com/office/drawing/2014/main" val="1079858177"/>
                  </a:ext>
                </a:extLst>
              </a:tr>
              <a:tr h="585589">
                <a:tc>
                  <a:txBody>
                    <a:bodyPr/>
                    <a:lstStyle/>
                    <a:p>
                      <a:pPr algn="r">
                        <a:buNone/>
                      </a:pPr>
                      <a:r>
                        <a:rPr lang="en-US" sz="1200"/>
                        <a:t>1</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4.200</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0.158</a:t>
                      </a:r>
                    </a:p>
                  </a:txBody>
                  <a:tcPr anchor="ctr">
                    <a:lnL w="12700">
                      <a:solidFill>
                        <a:schemeClr val="tx1"/>
                      </a:solidFill>
                    </a:lnL>
                    <a:lnR w="12700">
                      <a:solidFill>
                        <a:schemeClr val="tx1"/>
                      </a:solidFill>
                    </a:lnR>
                    <a:solidFill>
                      <a:schemeClr val="bg1">
                        <a:lumMod val="85000"/>
                      </a:schemeClr>
                    </a:solidFill>
                  </a:tcPr>
                </a:tc>
                <a:extLst>
                  <a:ext uri="{0D108BD9-81ED-4DB2-BD59-A6C34878D82A}">
                    <a16:rowId xmlns:a16="http://schemas.microsoft.com/office/drawing/2014/main" val="688078808"/>
                  </a:ext>
                </a:extLst>
              </a:tr>
              <a:tr h="585589">
                <a:tc>
                  <a:txBody>
                    <a:bodyPr/>
                    <a:lstStyle/>
                    <a:p>
                      <a:pPr algn="r">
                        <a:buNone/>
                      </a:pPr>
                      <a:r>
                        <a:rPr lang="en-US" sz="1200"/>
                        <a:t>2</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5.688</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0.221</a:t>
                      </a:r>
                    </a:p>
                  </a:txBody>
                  <a:tcPr anchor="ctr">
                    <a:lnL w="12700">
                      <a:solidFill>
                        <a:schemeClr val="tx1"/>
                      </a:solidFill>
                    </a:lnL>
                    <a:lnR w="12700">
                      <a:solidFill>
                        <a:schemeClr val="tx1"/>
                      </a:solidFill>
                    </a:lnR>
                    <a:solidFill>
                      <a:schemeClr val="bg1">
                        <a:lumMod val="85000"/>
                      </a:schemeClr>
                    </a:solidFill>
                  </a:tcPr>
                </a:tc>
                <a:extLst>
                  <a:ext uri="{0D108BD9-81ED-4DB2-BD59-A6C34878D82A}">
                    <a16:rowId xmlns:a16="http://schemas.microsoft.com/office/drawing/2014/main" val="812655143"/>
                  </a:ext>
                </a:extLst>
              </a:tr>
              <a:tr h="585589">
                <a:tc>
                  <a:txBody>
                    <a:bodyPr/>
                    <a:lstStyle/>
                    <a:p>
                      <a:pPr algn="r">
                        <a:buNone/>
                      </a:pPr>
                      <a:r>
                        <a:rPr lang="en-US" sz="1200"/>
                        <a:t>3</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5.203</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0.112</a:t>
                      </a:r>
                    </a:p>
                  </a:txBody>
                  <a:tcPr anchor="ctr">
                    <a:lnL w="12700">
                      <a:solidFill>
                        <a:schemeClr val="tx1"/>
                      </a:solidFill>
                    </a:lnL>
                    <a:lnR w="12700">
                      <a:solidFill>
                        <a:schemeClr val="tx1"/>
                      </a:solidFill>
                    </a:lnR>
                    <a:solidFill>
                      <a:schemeClr val="bg1">
                        <a:lumMod val="85000"/>
                      </a:schemeClr>
                    </a:solidFill>
                  </a:tcPr>
                </a:tc>
                <a:extLst>
                  <a:ext uri="{0D108BD9-81ED-4DB2-BD59-A6C34878D82A}">
                    <a16:rowId xmlns:a16="http://schemas.microsoft.com/office/drawing/2014/main" val="4060384314"/>
                  </a:ext>
                </a:extLst>
              </a:tr>
              <a:tr h="585589">
                <a:tc>
                  <a:txBody>
                    <a:bodyPr/>
                    <a:lstStyle/>
                    <a:p>
                      <a:pPr algn="r">
                        <a:buNone/>
                      </a:pPr>
                      <a:r>
                        <a:rPr lang="en-US" sz="1200"/>
                        <a:t>4</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7.020</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0.272</a:t>
                      </a:r>
                    </a:p>
                  </a:txBody>
                  <a:tcPr anchor="ctr">
                    <a:lnL w="12700">
                      <a:solidFill>
                        <a:schemeClr val="tx1"/>
                      </a:solidFill>
                    </a:lnL>
                    <a:lnR w="12700">
                      <a:solidFill>
                        <a:schemeClr val="tx1"/>
                      </a:solidFill>
                    </a:lnR>
                    <a:solidFill>
                      <a:schemeClr val="bg1">
                        <a:lumMod val="85000"/>
                      </a:schemeClr>
                    </a:solidFill>
                  </a:tcPr>
                </a:tc>
                <a:extLst>
                  <a:ext uri="{0D108BD9-81ED-4DB2-BD59-A6C34878D82A}">
                    <a16:rowId xmlns:a16="http://schemas.microsoft.com/office/drawing/2014/main" val="1450040545"/>
                  </a:ext>
                </a:extLst>
              </a:tr>
              <a:tr h="585589">
                <a:tc>
                  <a:txBody>
                    <a:bodyPr/>
                    <a:lstStyle/>
                    <a:p>
                      <a:pPr algn="r">
                        <a:buNone/>
                      </a:pPr>
                      <a:r>
                        <a:rPr lang="en-US" sz="1200"/>
                        <a:t>5</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5.701</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0.182</a:t>
                      </a:r>
                    </a:p>
                  </a:txBody>
                  <a:tcPr anchor="ctr">
                    <a:lnL w="12700">
                      <a:solidFill>
                        <a:schemeClr val="tx1"/>
                      </a:solidFill>
                    </a:lnL>
                    <a:lnR w="12700">
                      <a:solidFill>
                        <a:schemeClr val="tx1"/>
                      </a:solidFill>
                    </a:lnR>
                    <a:solidFill>
                      <a:schemeClr val="bg1">
                        <a:lumMod val="85000"/>
                      </a:schemeClr>
                    </a:solidFill>
                  </a:tcPr>
                </a:tc>
                <a:extLst>
                  <a:ext uri="{0D108BD9-81ED-4DB2-BD59-A6C34878D82A}">
                    <a16:rowId xmlns:a16="http://schemas.microsoft.com/office/drawing/2014/main" val="3818359000"/>
                  </a:ext>
                </a:extLst>
              </a:tr>
              <a:tr h="585589">
                <a:tc>
                  <a:txBody>
                    <a:bodyPr/>
                    <a:lstStyle/>
                    <a:p>
                      <a:pPr algn="r">
                        <a:buNone/>
                      </a:pPr>
                      <a:r>
                        <a:rPr lang="en-US" sz="1200"/>
                        <a:t>...</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a:t>
                      </a:r>
                    </a:p>
                  </a:txBody>
                  <a:tcPr anchor="ctr">
                    <a:lnL w="12700">
                      <a:solidFill>
                        <a:schemeClr val="tx1"/>
                      </a:solidFill>
                    </a:lnL>
                    <a:lnR w="12700">
                      <a:solidFill>
                        <a:schemeClr val="tx1"/>
                      </a:solidFill>
                    </a:lnR>
                    <a:solidFill>
                      <a:schemeClr val="bg1">
                        <a:lumMod val="85000"/>
                      </a:schemeClr>
                    </a:solidFill>
                  </a:tcPr>
                </a:tc>
                <a:tc>
                  <a:txBody>
                    <a:bodyPr/>
                    <a:lstStyle/>
                    <a:p>
                      <a:pPr algn="r">
                        <a:buNone/>
                      </a:pPr>
                      <a:r>
                        <a:rPr lang="en-US" sz="1200"/>
                        <a:t>...</a:t>
                      </a:r>
                    </a:p>
                  </a:txBody>
                  <a:tcPr anchor="ctr">
                    <a:lnL w="12700">
                      <a:solidFill>
                        <a:schemeClr val="tx1"/>
                      </a:solidFill>
                    </a:lnL>
                    <a:lnR w="12700">
                      <a:solidFill>
                        <a:schemeClr val="tx1"/>
                      </a:solidFill>
                    </a:lnR>
                    <a:solidFill>
                      <a:schemeClr val="bg1">
                        <a:lumMod val="85000"/>
                      </a:schemeClr>
                    </a:solidFill>
                  </a:tcPr>
                </a:tc>
                <a:extLst>
                  <a:ext uri="{0D108BD9-81ED-4DB2-BD59-A6C34878D82A}">
                    <a16:rowId xmlns:a16="http://schemas.microsoft.com/office/drawing/2014/main" val="1128407288"/>
                  </a:ext>
                </a:extLst>
              </a:tr>
              <a:tr h="585589">
                <a:tc>
                  <a:txBody>
                    <a:bodyPr/>
                    <a:lstStyle/>
                    <a:p>
                      <a:pPr algn="r">
                        <a:buNone/>
                      </a:pPr>
                      <a:r>
                        <a:rPr lang="en-US" sz="1200"/>
                        <a:t>mean</a:t>
                      </a:r>
                    </a:p>
                  </a:txBody>
                  <a:tcPr anchor="ctr">
                    <a:lnL w="12700">
                      <a:solidFill>
                        <a:schemeClr val="tx1"/>
                      </a:solidFill>
                    </a:lnL>
                    <a:lnR w="12700">
                      <a:solidFill>
                        <a:schemeClr val="tx1"/>
                      </a:solidFill>
                    </a:lnR>
                    <a:lnB w="12700">
                      <a:solidFill>
                        <a:schemeClr val="tx1"/>
                      </a:solidFill>
                    </a:lnB>
                    <a:solidFill>
                      <a:schemeClr val="bg1">
                        <a:lumMod val="85000"/>
                      </a:schemeClr>
                    </a:solidFill>
                  </a:tcPr>
                </a:tc>
                <a:tc>
                  <a:txBody>
                    <a:bodyPr/>
                    <a:lstStyle/>
                    <a:p>
                      <a:pPr algn="r">
                        <a:buNone/>
                      </a:pPr>
                      <a:r>
                        <a:rPr lang="en-US" sz="1200"/>
                        <a:t>6.237</a:t>
                      </a:r>
                    </a:p>
                  </a:txBody>
                  <a:tcPr anchor="ctr">
                    <a:lnL w="12700">
                      <a:solidFill>
                        <a:schemeClr val="tx1"/>
                      </a:solidFill>
                    </a:lnL>
                    <a:lnR w="12700">
                      <a:solidFill>
                        <a:schemeClr val="tx1"/>
                      </a:solidFill>
                    </a:lnR>
                    <a:lnB w="12700">
                      <a:solidFill>
                        <a:schemeClr val="tx1"/>
                      </a:solidFill>
                    </a:lnB>
                    <a:solidFill>
                      <a:schemeClr val="bg1">
                        <a:lumMod val="85000"/>
                      </a:schemeClr>
                    </a:solidFill>
                  </a:tcPr>
                </a:tc>
                <a:tc>
                  <a:txBody>
                    <a:bodyPr/>
                    <a:lstStyle/>
                    <a:p>
                      <a:pPr algn="r">
                        <a:buNone/>
                      </a:pPr>
                      <a:r>
                        <a:rPr lang="en-US" sz="1200"/>
                        <a:t>0.350</a:t>
                      </a:r>
                    </a:p>
                  </a:txBody>
                  <a:tcPr anchor="ctr">
                    <a:lnL w="12700">
                      <a:solidFill>
                        <a:schemeClr val="tx1"/>
                      </a:solidFill>
                    </a:lnL>
                    <a:lnR w="12700">
                      <a:solidFill>
                        <a:schemeClr val="tx1"/>
                      </a:solidFill>
                    </a:lnR>
                    <a:lnB w="12700">
                      <a:solidFill>
                        <a:schemeClr val="tx1"/>
                      </a:solidFill>
                    </a:lnB>
                    <a:solidFill>
                      <a:schemeClr val="bg1">
                        <a:lumMod val="85000"/>
                      </a:schemeClr>
                    </a:solidFill>
                  </a:tcPr>
                </a:tc>
                <a:extLst>
                  <a:ext uri="{0D108BD9-81ED-4DB2-BD59-A6C34878D82A}">
                    <a16:rowId xmlns:a16="http://schemas.microsoft.com/office/drawing/2014/main" val="3598524481"/>
                  </a:ext>
                </a:extLst>
              </a:tr>
            </a:tbl>
          </a:graphicData>
        </a:graphic>
      </p:graphicFrame>
      <p:pic>
        <p:nvPicPr>
          <p:cNvPr id="12" name="Google Shape;269;p25">
            <a:extLst>
              <a:ext uri="{FF2B5EF4-FFF2-40B4-BE49-F238E27FC236}">
                <a16:creationId xmlns:a16="http://schemas.microsoft.com/office/drawing/2014/main" id="{E9263681-414F-57A3-C1E4-5051666DD225}"/>
              </a:ext>
            </a:extLst>
          </p:cNvPr>
          <p:cNvPicPr preferRelativeResize="0"/>
          <p:nvPr/>
        </p:nvPicPr>
        <p:blipFill>
          <a:blip r:embed="rId8">
            <a:alphaModFix/>
          </a:blip>
          <a:stretch>
            <a:fillRect/>
          </a:stretch>
        </p:blipFill>
        <p:spPr>
          <a:xfrm>
            <a:off x="6297146" y="1454923"/>
            <a:ext cx="5693973" cy="4696207"/>
          </a:xfrm>
          <a:prstGeom prst="rect">
            <a:avLst/>
          </a:prstGeom>
          <a:noFill/>
          <a:ln>
            <a:solidFill>
              <a:srgbClr val="E15A64"/>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6051509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41A78-15DE-E74A-54CD-B49564E2F84A}"/>
              </a:ext>
            </a:extLst>
          </p:cNvPr>
          <p:cNvSpPr>
            <a:spLocks noGrp="1"/>
          </p:cNvSpPr>
          <p:nvPr>
            <p:ph type="title"/>
          </p:nvPr>
        </p:nvSpPr>
        <p:spPr/>
        <p:txBody>
          <a:bodyPr/>
          <a:lstStyle/>
          <a:p>
            <a:r>
              <a:rPr lang="en-US" b="1"/>
              <a:t>Results: Citywide</a:t>
            </a:r>
            <a:endParaRPr lang="en-US"/>
          </a:p>
        </p:txBody>
      </p:sp>
      <p:sp>
        <p:nvSpPr>
          <p:cNvPr id="5" name="Slide Number Placeholder 4">
            <a:extLst>
              <a:ext uri="{FF2B5EF4-FFF2-40B4-BE49-F238E27FC236}">
                <a16:creationId xmlns:a16="http://schemas.microsoft.com/office/drawing/2014/main" id="{DB7E29F5-BEFE-5747-8FB1-05F08FA6B285}"/>
              </a:ext>
            </a:extLst>
          </p:cNvPr>
          <p:cNvSpPr>
            <a:spLocks noGrp="1"/>
          </p:cNvSpPr>
          <p:nvPr>
            <p:ph type="sldNum" sz="quarter" idx="12"/>
          </p:nvPr>
        </p:nvSpPr>
        <p:spPr/>
        <p:txBody>
          <a:bodyPr/>
          <a:lstStyle/>
          <a:p>
            <a:fld id="{6D22F896-40B5-4ADD-8801-0D06FADFA095}" type="slidenum">
              <a:rPr lang="en-US" smtClean="0"/>
              <a:t>13</a:t>
            </a:fld>
            <a:endParaRPr lang="en-US"/>
          </a:p>
        </p:txBody>
      </p:sp>
      <p:sp>
        <p:nvSpPr>
          <p:cNvPr id="6" name="TextBox 5">
            <a:extLst>
              <a:ext uri="{FF2B5EF4-FFF2-40B4-BE49-F238E27FC236}">
                <a16:creationId xmlns:a16="http://schemas.microsoft.com/office/drawing/2014/main" id="{32A385C7-FDEE-B1EB-DE6B-5A4DC865CF7A}"/>
              </a:ext>
            </a:extLst>
          </p:cNvPr>
          <p:cNvSpPr txBox="1"/>
          <p:nvPr/>
        </p:nvSpPr>
        <p:spPr>
          <a:xfrm>
            <a:off x="5257800" y="445909"/>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Citywide min: 9</a:t>
            </a:r>
          </a:p>
          <a:p>
            <a:r>
              <a:rPr lang="en-US"/>
              <a:t>Citywide max: 149</a:t>
            </a:r>
          </a:p>
          <a:p>
            <a:r>
              <a:rPr lang="en-US"/>
              <a:t>Citywide mean: 163.12</a:t>
            </a:r>
          </a:p>
          <a:p>
            <a:pPr algn="ctr"/>
            <a:endParaRPr lang="en-US"/>
          </a:p>
        </p:txBody>
      </p:sp>
      <p:pic>
        <p:nvPicPr>
          <p:cNvPr id="14" name="Google Shape;313;p27">
            <a:extLst>
              <a:ext uri="{FF2B5EF4-FFF2-40B4-BE49-F238E27FC236}">
                <a16:creationId xmlns:a16="http://schemas.microsoft.com/office/drawing/2014/main" id="{3C43B13C-16E5-4098-0B30-2D01D0B96479}"/>
              </a:ext>
            </a:extLst>
          </p:cNvPr>
          <p:cNvPicPr preferRelativeResize="0">
            <a:picLocks noGrp="1"/>
          </p:cNvPicPr>
          <p:nvPr>
            <p:ph sz="half" idx="1"/>
          </p:nvPr>
        </p:nvPicPr>
        <p:blipFill>
          <a:blip r:embed="rId3">
            <a:alphaModFix/>
          </a:blip>
          <a:stretch>
            <a:fillRect/>
          </a:stretch>
        </p:blipFill>
        <p:spPr>
          <a:xfrm>
            <a:off x="914399" y="1584290"/>
            <a:ext cx="6625087" cy="4772059"/>
          </a:xfrm>
          <a:prstGeom prst="rect">
            <a:avLst/>
          </a:prstGeom>
          <a:noFill/>
          <a:ln>
            <a:solidFill>
              <a:schemeClr val="accent1"/>
            </a:solidFill>
          </a:ln>
          <a:effectLst>
            <a:outerShdw blurRad="63500" sx="102000" sy="102000" algn="ctr" rotWithShape="0">
              <a:prstClr val="black">
                <a:alpha val="40000"/>
              </a:prstClr>
            </a:outerShdw>
          </a:effectLst>
        </p:spPr>
      </p:pic>
      <p:grpSp>
        <p:nvGrpSpPr>
          <p:cNvPr id="15" name="Group 14">
            <a:extLst>
              <a:ext uri="{FF2B5EF4-FFF2-40B4-BE49-F238E27FC236}">
                <a16:creationId xmlns:a16="http://schemas.microsoft.com/office/drawing/2014/main" id="{B3A786FD-9077-A6AF-BBE3-50A31389C18B}"/>
              </a:ext>
            </a:extLst>
          </p:cNvPr>
          <p:cNvGrpSpPr/>
          <p:nvPr/>
        </p:nvGrpSpPr>
        <p:grpSpPr>
          <a:xfrm>
            <a:off x="7778368" y="1584290"/>
            <a:ext cx="3297949" cy="4727610"/>
            <a:chOff x="8122811" y="1489807"/>
            <a:chExt cx="3336550" cy="4866544"/>
          </a:xfrm>
        </p:grpSpPr>
        <p:graphicFrame>
          <p:nvGraphicFramePr>
            <p:cNvPr id="16" name="Content Placeholder 5">
              <a:extLst>
                <a:ext uri="{FF2B5EF4-FFF2-40B4-BE49-F238E27FC236}">
                  <a16:creationId xmlns:a16="http://schemas.microsoft.com/office/drawing/2014/main" id="{E90954E3-EC65-FAD9-BFFD-AFEA8527FCB0}"/>
                </a:ext>
              </a:extLst>
            </p:cNvPr>
            <p:cNvGraphicFramePr>
              <a:graphicFrameLocks/>
            </p:cNvGraphicFramePr>
            <p:nvPr>
              <p:extLst>
                <p:ext uri="{D42A27DB-BD31-4B8C-83A1-F6EECF244321}">
                  <p14:modId xmlns:p14="http://schemas.microsoft.com/office/powerpoint/2010/main" val="3017136494"/>
                </p:ext>
              </p:extLst>
            </p:nvPr>
          </p:nvGraphicFramePr>
          <p:xfrm>
            <a:off x="8122811" y="1489807"/>
            <a:ext cx="3336550" cy="25165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7" name="Google Shape;307;p27">
              <a:extLst>
                <a:ext uri="{FF2B5EF4-FFF2-40B4-BE49-F238E27FC236}">
                  <a16:creationId xmlns:a16="http://schemas.microsoft.com/office/drawing/2014/main" id="{56BCE781-98F2-95DA-BAF8-69BFA3FD8E43}"/>
                </a:ext>
              </a:extLst>
            </p:cNvPr>
            <p:cNvSpPr/>
            <p:nvPr/>
          </p:nvSpPr>
          <p:spPr>
            <a:xfrm>
              <a:off x="8124391" y="4120989"/>
              <a:ext cx="1535884" cy="2235362"/>
            </a:xfrm>
            <a:prstGeom prst="rect">
              <a:avLst/>
            </a:prstGeom>
            <a:solidFill>
              <a:srgbClr val="84E291"/>
            </a:solidFill>
            <a:ln>
              <a:solidFill>
                <a:schemeClr val="tx2"/>
              </a:solid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algn="just">
                <a:buClr>
                  <a:srgbClr val="F4B942"/>
                </a:buClr>
                <a:buSzPts val="1100"/>
              </a:pPr>
              <a:endParaRPr lang="en-US" sz="1600" b="1">
                <a:solidFill>
                  <a:schemeClr val="accent1"/>
                </a:solidFill>
              </a:endParaRPr>
            </a:p>
            <a:p>
              <a:pPr algn="just">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r>
                <a:rPr lang="en-US" sz="1600" b="1">
                  <a:solidFill>
                    <a:schemeClr val="accent1"/>
                  </a:solidFill>
                </a:rPr>
                <a:t>Mean RMSE of Seasonal Average Model:</a:t>
              </a:r>
            </a:p>
            <a:p>
              <a:pPr>
                <a:buClr>
                  <a:srgbClr val="F4B942"/>
                </a:buClr>
                <a:buSzPts val="1100"/>
              </a:pPr>
              <a:endParaRPr lang="en-US" sz="1600" b="1">
                <a:solidFill>
                  <a:schemeClr val="accent1"/>
                </a:solidFill>
              </a:endParaRPr>
            </a:p>
            <a:p>
              <a:pPr>
                <a:buClr>
                  <a:srgbClr val="F4B942"/>
                </a:buClr>
                <a:buSzPts val="1100"/>
              </a:pPr>
              <a:r>
                <a:rPr lang="en-US" sz="1600" b="1">
                  <a:solidFill>
                    <a:schemeClr val="accent1"/>
                  </a:solidFill>
                </a:rPr>
                <a:t>17.57</a:t>
              </a:r>
            </a:p>
            <a:p>
              <a:pP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p:txBody>
        </p:sp>
        <p:sp>
          <p:nvSpPr>
            <p:cNvPr id="18" name="Google Shape;307;p27">
              <a:extLst>
                <a:ext uri="{FF2B5EF4-FFF2-40B4-BE49-F238E27FC236}">
                  <a16:creationId xmlns:a16="http://schemas.microsoft.com/office/drawing/2014/main" id="{CA01FBDE-E5F4-8D6F-C4BF-5DA1EA562538}"/>
                </a:ext>
              </a:extLst>
            </p:cNvPr>
            <p:cNvSpPr/>
            <p:nvPr/>
          </p:nvSpPr>
          <p:spPr>
            <a:xfrm>
              <a:off x="9742768" y="4112345"/>
              <a:ext cx="1709604" cy="2235362"/>
            </a:xfrm>
            <a:prstGeom prst="rect">
              <a:avLst/>
            </a:prstGeom>
            <a:solidFill>
              <a:schemeClr val="accent3">
                <a:lumMod val="40000"/>
                <a:lumOff val="60000"/>
              </a:schemeClr>
            </a:solidFill>
            <a:ln>
              <a:solidFill>
                <a:srgbClr val="54B96A"/>
              </a:solid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a:buClr>
                  <a:srgbClr val="F4B942"/>
                </a:buClr>
                <a:buSzPts val="1100"/>
              </a:pPr>
              <a:endParaRPr lang="en-US" sz="1100" b="1" i="1">
                <a:solidFill>
                  <a:schemeClr val="accent1"/>
                </a:solidFill>
              </a:endParaRPr>
            </a:p>
            <a:p>
              <a:pPr>
                <a:buSzPts val="1100"/>
              </a:pPr>
              <a:endParaRPr lang="en-US" sz="1100" b="1" i="1">
                <a:solidFill>
                  <a:schemeClr val="accent1"/>
                </a:solidFill>
              </a:endParaRPr>
            </a:p>
            <a:p>
              <a:pPr>
                <a:buClr>
                  <a:srgbClr val="F4B942"/>
                </a:buClr>
                <a:buSzPts val="1100"/>
              </a:pPr>
              <a:r>
                <a:rPr lang="en-US" sz="1600" b="1">
                  <a:solidFill>
                    <a:schemeClr val="accent1"/>
                  </a:solidFill>
                </a:rPr>
                <a:t>Mean RMSE of Prophet:</a:t>
              </a:r>
              <a:br>
                <a:rPr lang="en-US" sz="1600" b="1"/>
              </a:br>
              <a:br>
                <a:rPr lang="en-US" sz="1600" b="1"/>
              </a:br>
              <a:r>
                <a:rPr lang="en-US" sz="1600" b="1">
                  <a:solidFill>
                    <a:schemeClr val="accent1"/>
                  </a:solidFill>
                </a:rPr>
                <a:t>13.08</a:t>
              </a:r>
            </a:p>
            <a:p>
              <a:pPr>
                <a:buClr>
                  <a:srgbClr val="F4B942"/>
                </a:buClr>
                <a:buSzPts val="1100"/>
              </a:pPr>
              <a:endParaRPr lang="en-US" sz="20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sz="1600" b="1">
                <a:solidFill>
                  <a:schemeClr val="accent1"/>
                </a:solidFill>
              </a:endParaRPr>
            </a:p>
          </p:txBody>
        </p:sp>
      </p:grpSp>
    </p:spTree>
    <p:extLst>
      <p:ext uri="{BB962C8B-B14F-4D97-AF65-F5344CB8AC3E}">
        <p14:creationId xmlns:p14="http://schemas.microsoft.com/office/powerpoint/2010/main" val="1262798202"/>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036C9-869E-B437-0BE8-FE0C44A63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99D91-1747-F60A-4139-3F0A429DFC4F}"/>
              </a:ext>
            </a:extLst>
          </p:cNvPr>
          <p:cNvSpPr>
            <a:spLocks noGrp="1"/>
          </p:cNvSpPr>
          <p:nvPr>
            <p:ph type="title"/>
          </p:nvPr>
        </p:nvSpPr>
        <p:spPr/>
        <p:txBody>
          <a:bodyPr/>
          <a:lstStyle/>
          <a:p>
            <a:r>
              <a:rPr lang="en-US" b="1"/>
              <a:t>Results: Brooklyn </a:t>
            </a:r>
            <a:endParaRPr lang="en-US"/>
          </a:p>
        </p:txBody>
      </p:sp>
      <p:sp>
        <p:nvSpPr>
          <p:cNvPr id="5" name="Slide Number Placeholder 4">
            <a:extLst>
              <a:ext uri="{FF2B5EF4-FFF2-40B4-BE49-F238E27FC236}">
                <a16:creationId xmlns:a16="http://schemas.microsoft.com/office/drawing/2014/main" id="{CEB2A41E-7BE9-E08E-C7DA-FCC108BEB3CA}"/>
              </a:ext>
            </a:extLst>
          </p:cNvPr>
          <p:cNvSpPr>
            <a:spLocks noGrp="1"/>
          </p:cNvSpPr>
          <p:nvPr>
            <p:ph type="sldNum" sz="quarter" idx="12"/>
          </p:nvPr>
        </p:nvSpPr>
        <p:spPr/>
        <p:txBody>
          <a:bodyPr/>
          <a:lstStyle/>
          <a:p>
            <a:fld id="{6D22F896-40B5-4ADD-8801-0D06FADFA095}" type="slidenum">
              <a:rPr lang="en-US" smtClean="0"/>
              <a:t>14</a:t>
            </a:fld>
            <a:endParaRPr lang="en-US"/>
          </a:p>
        </p:txBody>
      </p:sp>
      <p:sp>
        <p:nvSpPr>
          <p:cNvPr id="6" name="TextBox 5">
            <a:extLst>
              <a:ext uri="{FF2B5EF4-FFF2-40B4-BE49-F238E27FC236}">
                <a16:creationId xmlns:a16="http://schemas.microsoft.com/office/drawing/2014/main" id="{F15DEE7F-5557-FAB7-3FF0-1F6775E1BF11}"/>
              </a:ext>
            </a:extLst>
          </p:cNvPr>
          <p:cNvSpPr txBox="1"/>
          <p:nvPr/>
        </p:nvSpPr>
        <p:spPr>
          <a:xfrm>
            <a:off x="5257800" y="445909"/>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a:latin typeface="Aptos"/>
                <a:ea typeface="Segoe UI"/>
                <a:cs typeface="Segoe UI"/>
              </a:rPr>
              <a:t>Brooklyn</a:t>
            </a:r>
            <a:r>
              <a:rPr lang="en-US" sz="1800" baseline="0">
                <a:latin typeface="Aptos"/>
                <a:ea typeface="Segoe UI"/>
                <a:cs typeface="Segoe UI"/>
              </a:rPr>
              <a:t> </a:t>
            </a:r>
            <a:r>
              <a:rPr lang="en-US">
                <a:latin typeface="Aptos"/>
                <a:ea typeface="Segoe UI"/>
                <a:cs typeface="Segoe UI"/>
              </a:rPr>
              <a:t>min</a:t>
            </a:r>
            <a:r>
              <a:rPr lang="en-US" sz="1800" baseline="0">
                <a:latin typeface="Aptos"/>
                <a:ea typeface="Segoe UI"/>
                <a:cs typeface="Segoe UI"/>
              </a:rPr>
              <a:t>: </a:t>
            </a:r>
            <a:r>
              <a:rPr lang="en-US">
                <a:latin typeface="Aptos"/>
                <a:ea typeface="Segoe UI"/>
                <a:cs typeface="Segoe UI"/>
              </a:rPr>
              <a:t>9</a:t>
            </a:r>
            <a:endParaRPr lang="en-US" sz="1800">
              <a:latin typeface="Aptos"/>
              <a:ea typeface="Segoe UI"/>
              <a:cs typeface="Segoe UI"/>
            </a:endParaRPr>
          </a:p>
          <a:p>
            <a:r>
              <a:rPr lang="en-US">
                <a:latin typeface="Aptos"/>
                <a:ea typeface="Segoe UI"/>
                <a:cs typeface="Segoe UI"/>
              </a:rPr>
              <a:t>Brooklyn max</a:t>
            </a:r>
            <a:r>
              <a:rPr lang="en-US" sz="1800" baseline="0">
                <a:latin typeface="Aptos"/>
                <a:ea typeface="Segoe UI"/>
                <a:cs typeface="Segoe UI"/>
              </a:rPr>
              <a:t>: </a:t>
            </a:r>
            <a:r>
              <a:rPr lang="en-US">
                <a:latin typeface="Aptos"/>
                <a:ea typeface="Segoe UI"/>
                <a:cs typeface="Segoe UI"/>
              </a:rPr>
              <a:t>67</a:t>
            </a:r>
            <a:endParaRPr lang="en-US" sz="1800">
              <a:latin typeface="Aptos"/>
              <a:ea typeface="Segoe UI"/>
              <a:cs typeface="Segoe UI"/>
            </a:endParaRPr>
          </a:p>
          <a:p>
            <a:r>
              <a:rPr lang="en-US">
                <a:latin typeface="Aptos"/>
                <a:ea typeface="Segoe UI"/>
                <a:cs typeface="Segoe UI"/>
              </a:rPr>
              <a:t>Brooklyn </a:t>
            </a:r>
            <a:r>
              <a:rPr lang="en-US" sz="1800" baseline="0">
                <a:latin typeface="Aptos"/>
                <a:ea typeface="Segoe UI"/>
                <a:cs typeface="Segoe UI"/>
              </a:rPr>
              <a:t>mean: </a:t>
            </a:r>
            <a:r>
              <a:rPr lang="en-US">
                <a:latin typeface="Aptos"/>
                <a:ea typeface="Segoe UI"/>
                <a:cs typeface="Segoe UI"/>
              </a:rPr>
              <a:t>24.35</a:t>
            </a:r>
            <a:endParaRPr lang="en-US" sz="1800" baseline="0">
              <a:latin typeface="Aptos"/>
              <a:ea typeface="Segoe UI"/>
              <a:cs typeface="Segoe UI"/>
            </a:endParaRPr>
          </a:p>
          <a:p>
            <a:pPr algn="ctr"/>
            <a:endParaRPr lang="en-US"/>
          </a:p>
        </p:txBody>
      </p:sp>
      <p:pic>
        <p:nvPicPr>
          <p:cNvPr id="7" name="Content Placeholder 9">
            <a:extLst>
              <a:ext uri="{FF2B5EF4-FFF2-40B4-BE49-F238E27FC236}">
                <a16:creationId xmlns:a16="http://schemas.microsoft.com/office/drawing/2014/main" id="{75A71F0F-BB8A-9E05-25E7-74BB6D43CD96}"/>
              </a:ext>
            </a:extLst>
          </p:cNvPr>
          <p:cNvPicPr>
            <a:picLocks noGrp="1" noChangeAspect="1"/>
          </p:cNvPicPr>
          <p:nvPr>
            <p:ph sz="half" idx="1"/>
          </p:nvPr>
        </p:nvPicPr>
        <p:blipFill>
          <a:blip r:embed="rId3"/>
          <a:stretch>
            <a:fillRect/>
          </a:stretch>
        </p:blipFill>
        <p:spPr>
          <a:xfrm>
            <a:off x="838199" y="1646238"/>
            <a:ext cx="6589143" cy="4797308"/>
          </a:xfrm>
          <a:prstGeom prst="rect">
            <a:avLst/>
          </a:prstGeom>
          <a:solidFill>
            <a:schemeClr val="bg1"/>
          </a:solidFill>
          <a:ln w="19050">
            <a:solidFill>
              <a:schemeClr val="tx2">
                <a:alpha val="96000"/>
              </a:schemeClr>
            </a:solidFill>
          </a:ln>
          <a:effectLst>
            <a:outerShdw blurRad="50800" dist="38100" dir="16200000" rotWithShape="0">
              <a:prstClr val="black">
                <a:alpha val="40000"/>
              </a:prstClr>
            </a:outerShdw>
          </a:effectLst>
        </p:spPr>
      </p:pic>
      <p:grpSp>
        <p:nvGrpSpPr>
          <p:cNvPr id="8" name="Group 7">
            <a:extLst>
              <a:ext uri="{FF2B5EF4-FFF2-40B4-BE49-F238E27FC236}">
                <a16:creationId xmlns:a16="http://schemas.microsoft.com/office/drawing/2014/main" id="{5247F14B-EF8B-5D88-9E30-B0448671F384}"/>
              </a:ext>
            </a:extLst>
          </p:cNvPr>
          <p:cNvGrpSpPr/>
          <p:nvPr/>
        </p:nvGrpSpPr>
        <p:grpSpPr>
          <a:xfrm>
            <a:off x="7658565" y="1646238"/>
            <a:ext cx="3141707" cy="4765853"/>
            <a:chOff x="8124391" y="1406174"/>
            <a:chExt cx="3334970" cy="4950177"/>
          </a:xfrm>
        </p:grpSpPr>
        <p:graphicFrame>
          <p:nvGraphicFramePr>
            <p:cNvPr id="9" name="Content Placeholder 5">
              <a:extLst>
                <a:ext uri="{FF2B5EF4-FFF2-40B4-BE49-F238E27FC236}">
                  <a16:creationId xmlns:a16="http://schemas.microsoft.com/office/drawing/2014/main" id="{0782179B-EE7B-C25C-065B-AEE6FAF484BB}"/>
                </a:ext>
              </a:extLst>
            </p:cNvPr>
            <p:cNvGraphicFramePr>
              <a:graphicFrameLocks/>
            </p:cNvGraphicFramePr>
            <p:nvPr/>
          </p:nvGraphicFramePr>
          <p:xfrm>
            <a:off x="8141397" y="1406174"/>
            <a:ext cx="3317964" cy="267448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Google Shape;307;p27">
              <a:extLst>
                <a:ext uri="{FF2B5EF4-FFF2-40B4-BE49-F238E27FC236}">
                  <a16:creationId xmlns:a16="http://schemas.microsoft.com/office/drawing/2014/main" id="{5CFA9413-5144-D377-BB0B-87E2A74F9FAC}"/>
                </a:ext>
              </a:extLst>
            </p:cNvPr>
            <p:cNvSpPr/>
            <p:nvPr/>
          </p:nvSpPr>
          <p:spPr>
            <a:xfrm>
              <a:off x="8124391" y="4120989"/>
              <a:ext cx="1535884" cy="2235362"/>
            </a:xfrm>
            <a:prstGeom prst="rect">
              <a:avLst/>
            </a:prstGeom>
            <a:solidFill>
              <a:srgbClr val="D86ECC"/>
            </a:solidFill>
            <a:ln>
              <a:solidFill>
                <a:schemeClr val="tx2"/>
              </a:solid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algn="just">
                <a:buClr>
                  <a:srgbClr val="F4B942"/>
                </a:buClr>
                <a:buSzPts val="1100"/>
              </a:pPr>
              <a:endParaRPr lang="en-US" sz="1600" b="1">
                <a:solidFill>
                  <a:schemeClr val="accent1"/>
                </a:solidFill>
              </a:endParaRPr>
            </a:p>
            <a:p>
              <a:pPr algn="just">
                <a:buClr>
                  <a:srgbClr val="F4B942"/>
                </a:buClr>
                <a:buSzPts val="1100"/>
              </a:pPr>
              <a:endParaRPr lang="en-US" sz="1600" b="1">
                <a:solidFill>
                  <a:schemeClr val="accent1"/>
                </a:solidFill>
              </a:endParaRPr>
            </a:p>
            <a:p>
              <a:pPr>
                <a:buClr>
                  <a:srgbClr val="F4B942"/>
                </a:buClr>
                <a:buSzPts val="1100"/>
              </a:pPr>
              <a:r>
                <a:rPr lang="en-US" sz="1600" b="1">
                  <a:solidFill>
                    <a:schemeClr val="accent1"/>
                  </a:solidFill>
                </a:rPr>
                <a:t>Mean RMSE of Prophet:</a:t>
              </a:r>
            </a:p>
            <a:p>
              <a:pPr>
                <a:buClr>
                  <a:srgbClr val="F4B942"/>
                </a:buClr>
                <a:buSzPts val="1100"/>
              </a:pPr>
              <a:endParaRPr lang="en-US" sz="1600" b="1">
                <a:solidFill>
                  <a:schemeClr val="accent1"/>
                </a:solidFill>
              </a:endParaRPr>
            </a:p>
            <a:p>
              <a:pPr>
                <a:buClr>
                  <a:srgbClr val="F4B942"/>
                </a:buClr>
                <a:buSzPts val="1100"/>
              </a:pPr>
              <a:r>
                <a:rPr lang="en-US" sz="1600" b="1">
                  <a:solidFill>
                    <a:schemeClr val="accent1"/>
                  </a:solidFill>
                </a:rPr>
                <a:t>7.31</a:t>
              </a: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p:txBody>
        </p:sp>
        <p:sp>
          <p:nvSpPr>
            <p:cNvPr id="11" name="Google Shape;307;p27">
              <a:extLst>
                <a:ext uri="{FF2B5EF4-FFF2-40B4-BE49-F238E27FC236}">
                  <a16:creationId xmlns:a16="http://schemas.microsoft.com/office/drawing/2014/main" id="{B18D28DB-5C0C-D24A-35C5-1A324D31693F}"/>
                </a:ext>
              </a:extLst>
            </p:cNvPr>
            <p:cNvSpPr/>
            <p:nvPr/>
          </p:nvSpPr>
          <p:spPr>
            <a:xfrm>
              <a:off x="9742768" y="4112345"/>
              <a:ext cx="1709604" cy="2235362"/>
            </a:xfrm>
            <a:prstGeom prst="rect">
              <a:avLst/>
            </a:prstGeom>
            <a:solidFill>
              <a:srgbClr val="D86ECC"/>
            </a:solidFill>
            <a:ln>
              <a:solidFill>
                <a:schemeClr val="tx2"/>
              </a:solid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a:buClr>
                  <a:srgbClr val="F4B942"/>
                </a:buClr>
                <a:buSzPts val="1100"/>
              </a:pPr>
              <a:endParaRPr lang="en-US" sz="1100" b="1" i="1">
                <a:solidFill>
                  <a:schemeClr val="accent1"/>
                </a:solidFill>
              </a:endParaRPr>
            </a:p>
            <a:p>
              <a:pPr>
                <a:buSzPts val="1100"/>
              </a:pPr>
              <a:endParaRPr lang="en-US" sz="1100" b="1" i="1">
                <a:solidFill>
                  <a:schemeClr val="accent1"/>
                </a:solidFill>
              </a:endParaRPr>
            </a:p>
            <a:p>
              <a:pPr>
                <a:buClr>
                  <a:srgbClr val="F4B942"/>
                </a:buClr>
                <a:buSzPts val="1100"/>
              </a:pPr>
              <a:r>
                <a:rPr lang="en-US" sz="1600" b="1">
                  <a:solidFill>
                    <a:schemeClr val="accent1"/>
                  </a:solidFill>
                </a:rPr>
                <a:t>Mean RMSE of</a:t>
              </a:r>
            </a:p>
            <a:p>
              <a:pPr>
                <a:buClr>
                  <a:srgbClr val="F4B942"/>
                </a:buClr>
                <a:buSzPts val="1100"/>
              </a:pPr>
              <a:r>
                <a:rPr lang="en-US" sz="1600" b="1">
                  <a:solidFill>
                    <a:schemeClr val="accent1"/>
                  </a:solidFill>
                </a:rPr>
                <a:t>SARIMA:</a:t>
              </a:r>
            </a:p>
            <a:p>
              <a:pPr>
                <a:buClr>
                  <a:srgbClr val="F4B942"/>
                </a:buClr>
                <a:buSzPts val="1100"/>
              </a:pPr>
              <a:endParaRPr lang="en-US" sz="1600" b="1">
                <a:solidFill>
                  <a:schemeClr val="accent1"/>
                </a:solidFill>
              </a:endParaRPr>
            </a:p>
            <a:p>
              <a:pPr>
                <a:buClr>
                  <a:srgbClr val="F4B942"/>
                </a:buClr>
                <a:buSzPts val="1100"/>
              </a:pPr>
              <a:r>
                <a:rPr lang="en-US" sz="1600" b="1">
                  <a:solidFill>
                    <a:schemeClr val="accent1"/>
                  </a:solidFill>
                </a:rPr>
                <a:t>7.94</a:t>
              </a:r>
            </a:p>
            <a:p>
              <a:pPr>
                <a:buClr>
                  <a:srgbClr val="F4B942"/>
                </a:buClr>
                <a:buSzPts val="1100"/>
              </a:pPr>
              <a:endParaRPr lang="en-US" sz="2000" b="1">
                <a:solidFill>
                  <a:srgbClr val="A02B93"/>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sz="1600" b="1">
                <a:solidFill>
                  <a:schemeClr val="accent1"/>
                </a:solidFill>
              </a:endParaRPr>
            </a:p>
          </p:txBody>
        </p:sp>
      </p:grpSp>
    </p:spTree>
    <p:extLst>
      <p:ext uri="{BB962C8B-B14F-4D97-AF65-F5344CB8AC3E}">
        <p14:creationId xmlns:p14="http://schemas.microsoft.com/office/powerpoint/2010/main" val="2525889011"/>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C045C8-664C-4242-E0F1-C0D7F2249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C82E8-4E91-942D-C26B-C71A4C847A0E}"/>
              </a:ext>
            </a:extLst>
          </p:cNvPr>
          <p:cNvSpPr>
            <a:spLocks noGrp="1"/>
          </p:cNvSpPr>
          <p:nvPr>
            <p:ph type="title"/>
          </p:nvPr>
        </p:nvSpPr>
        <p:spPr/>
        <p:txBody>
          <a:bodyPr/>
          <a:lstStyle/>
          <a:p>
            <a:r>
              <a:rPr lang="en-US" b="1"/>
              <a:t>Results: Manhattan</a:t>
            </a:r>
          </a:p>
        </p:txBody>
      </p:sp>
      <p:sp>
        <p:nvSpPr>
          <p:cNvPr id="5" name="Slide Number Placeholder 4">
            <a:extLst>
              <a:ext uri="{FF2B5EF4-FFF2-40B4-BE49-F238E27FC236}">
                <a16:creationId xmlns:a16="http://schemas.microsoft.com/office/drawing/2014/main" id="{4885EA03-A5B0-C38F-B9AA-8017F48B3986}"/>
              </a:ext>
            </a:extLst>
          </p:cNvPr>
          <p:cNvSpPr>
            <a:spLocks noGrp="1"/>
          </p:cNvSpPr>
          <p:nvPr>
            <p:ph type="sldNum" sz="quarter" idx="12"/>
          </p:nvPr>
        </p:nvSpPr>
        <p:spPr/>
        <p:txBody>
          <a:bodyPr/>
          <a:lstStyle/>
          <a:p>
            <a:pPr algn="r"/>
            <a:fld id="{6D22F896-40B5-4ADD-8801-0D06FADFA095}" type="slidenum">
              <a:rPr lang="en-US" smtClean="0">
                <a:solidFill>
                  <a:schemeClr val="accent1"/>
                </a:solidFill>
              </a:rPr>
              <a:pPr algn="r"/>
              <a:t>15</a:t>
            </a:fld>
            <a:endParaRPr lang="en-US">
              <a:solidFill>
                <a:schemeClr val="accent1"/>
              </a:solidFill>
            </a:endParaRPr>
          </a:p>
        </p:txBody>
      </p:sp>
      <p:pic>
        <p:nvPicPr>
          <p:cNvPr id="6" name="Google Shape;306;p27">
            <a:extLst>
              <a:ext uri="{FF2B5EF4-FFF2-40B4-BE49-F238E27FC236}">
                <a16:creationId xmlns:a16="http://schemas.microsoft.com/office/drawing/2014/main" id="{43F2419C-C2CF-3209-0AC4-C7F432530B53}"/>
              </a:ext>
            </a:extLst>
          </p:cNvPr>
          <p:cNvPicPr preferRelativeResize="0">
            <a:picLocks noGrp="1"/>
          </p:cNvPicPr>
          <p:nvPr>
            <p:ph idx="1"/>
          </p:nvPr>
        </p:nvPicPr>
        <p:blipFill>
          <a:blip r:embed="rId2">
            <a:alphaModFix/>
          </a:blip>
          <a:stretch>
            <a:fillRect/>
          </a:stretch>
        </p:blipFill>
        <p:spPr>
          <a:xfrm>
            <a:off x="607576" y="1406174"/>
            <a:ext cx="7420687" cy="4950175"/>
          </a:xfrm>
          <a:prstGeom prst="rect">
            <a:avLst/>
          </a:prstGeom>
          <a:noFill/>
          <a:ln>
            <a:solidFill>
              <a:schemeClr val="tx2"/>
            </a:solidFill>
          </a:ln>
          <a:effectLst>
            <a:outerShdw blurRad="63500" sx="102000" sy="102000" algn="ctr" rotWithShape="0">
              <a:prstClr val="black">
                <a:alpha val="40000"/>
              </a:prstClr>
            </a:outerShdw>
          </a:effectLst>
        </p:spPr>
      </p:pic>
      <p:graphicFrame>
        <p:nvGraphicFramePr>
          <p:cNvPr id="7" name="Content Placeholder 5">
            <a:extLst>
              <a:ext uri="{FF2B5EF4-FFF2-40B4-BE49-F238E27FC236}">
                <a16:creationId xmlns:a16="http://schemas.microsoft.com/office/drawing/2014/main" id="{33FA082B-3BBB-A3F1-5812-85E6EC83E0A7}"/>
              </a:ext>
            </a:extLst>
          </p:cNvPr>
          <p:cNvGraphicFramePr>
            <a:graphicFrameLocks/>
          </p:cNvGraphicFramePr>
          <p:nvPr>
            <p:extLst>
              <p:ext uri="{D42A27DB-BD31-4B8C-83A1-F6EECF244321}">
                <p14:modId xmlns:p14="http://schemas.microsoft.com/office/powerpoint/2010/main" val="1480650425"/>
              </p:ext>
            </p:extLst>
          </p:nvPr>
        </p:nvGraphicFramePr>
        <p:xfrm>
          <a:off x="8178567" y="1406175"/>
          <a:ext cx="3280794" cy="25198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Google Shape;307;p27">
            <a:extLst>
              <a:ext uri="{FF2B5EF4-FFF2-40B4-BE49-F238E27FC236}">
                <a16:creationId xmlns:a16="http://schemas.microsoft.com/office/drawing/2014/main" id="{B444C29C-D2FF-B371-FAC4-C5D9A7DA91B1}"/>
              </a:ext>
            </a:extLst>
          </p:cNvPr>
          <p:cNvSpPr/>
          <p:nvPr/>
        </p:nvSpPr>
        <p:spPr>
          <a:xfrm>
            <a:off x="8178567" y="3973001"/>
            <a:ext cx="1535884" cy="2452966"/>
          </a:xfrm>
          <a:prstGeom prst="rect">
            <a:avLst/>
          </a:prstGeom>
          <a:solidFill>
            <a:srgbClr val="FFC000"/>
          </a:solidFill>
          <a:ln>
            <a:solidFill>
              <a:schemeClr val="tx2"/>
            </a:solid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algn="just">
              <a:buClr>
                <a:srgbClr val="F4B942"/>
              </a:buClr>
              <a:buSzPts val="1100"/>
            </a:pPr>
            <a:r>
              <a:rPr lang="en-US" sz="1600" b="1">
                <a:solidFill>
                  <a:schemeClr val="accent1"/>
                </a:solidFill>
              </a:rPr>
              <a:t>Mean RMSE of </a:t>
            </a:r>
            <a:r>
              <a:rPr lang="en-US" sz="1600" b="1" err="1">
                <a:solidFill>
                  <a:schemeClr val="accent1"/>
                </a:solidFill>
              </a:rPr>
              <a:t>NeuralProphet</a:t>
            </a:r>
            <a:r>
              <a:rPr lang="en-US" sz="1600" b="1">
                <a:solidFill>
                  <a:schemeClr val="accent1"/>
                </a:solidFill>
              </a:rPr>
              <a:t>: 4.61</a:t>
            </a: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p:txBody>
      </p:sp>
      <p:sp>
        <p:nvSpPr>
          <p:cNvPr id="9" name="Google Shape;307;p27">
            <a:extLst>
              <a:ext uri="{FF2B5EF4-FFF2-40B4-BE49-F238E27FC236}">
                <a16:creationId xmlns:a16="http://schemas.microsoft.com/office/drawing/2014/main" id="{4FA11EB9-BEF3-6233-17A4-9EE9ACB543B2}"/>
              </a:ext>
            </a:extLst>
          </p:cNvPr>
          <p:cNvSpPr/>
          <p:nvPr/>
        </p:nvSpPr>
        <p:spPr>
          <a:xfrm>
            <a:off x="9780865" y="3973001"/>
            <a:ext cx="1709604" cy="2452966"/>
          </a:xfrm>
          <a:prstGeom prst="rect">
            <a:avLst/>
          </a:prstGeom>
          <a:solidFill>
            <a:srgbClr val="FFC000"/>
          </a:solidFill>
          <a:ln>
            <a:solidFill>
              <a:schemeClr val="tx2"/>
            </a:solid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a:buClr>
                <a:srgbClr val="F4B942"/>
              </a:buClr>
              <a:buSzPts val="1100"/>
            </a:pPr>
            <a:endParaRPr lang="en-US" sz="1100" b="1" i="1">
              <a:solidFill>
                <a:schemeClr val="accent1"/>
              </a:solidFill>
            </a:endParaRPr>
          </a:p>
          <a:p>
            <a:pPr>
              <a:buClr>
                <a:srgbClr val="F4B942"/>
              </a:buClr>
              <a:buSzPts val="1100"/>
            </a:pPr>
            <a:endParaRPr lang="en-US" sz="1100" b="1" i="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r>
              <a:rPr lang="en-US" sz="1600" b="1">
                <a:solidFill>
                  <a:schemeClr val="accent1"/>
                </a:solidFill>
              </a:rPr>
              <a:t>Mean RMSE of Hybrid Prophet + </a:t>
            </a:r>
            <a:r>
              <a:rPr lang="en-US" sz="1600" b="1" err="1">
                <a:solidFill>
                  <a:schemeClr val="accent1"/>
                </a:solidFill>
              </a:rPr>
              <a:t>XGBoost</a:t>
            </a:r>
            <a:r>
              <a:rPr lang="en-US" sz="1600" b="1">
                <a:solidFill>
                  <a:schemeClr val="accent1"/>
                </a:solidFill>
              </a:rPr>
              <a:t>*:</a:t>
            </a:r>
          </a:p>
          <a:p>
            <a:pPr>
              <a:buClr>
                <a:srgbClr val="F4B942"/>
              </a:buClr>
              <a:buSzPts val="1100"/>
            </a:pPr>
            <a:r>
              <a:rPr lang="en-US" sz="1600" b="1">
                <a:solidFill>
                  <a:schemeClr val="accent1"/>
                </a:solidFill>
              </a:rPr>
              <a:t>4.61.</a:t>
            </a:r>
          </a:p>
          <a:p>
            <a:pPr>
              <a:buClr>
                <a:srgbClr val="F4B942"/>
              </a:buClr>
              <a:buSzPts val="1100"/>
            </a:pPr>
            <a:endParaRPr lang="en-US" sz="2000" b="1">
              <a:solidFill>
                <a:schemeClr val="accent1"/>
              </a:solidFill>
            </a:endParaRPr>
          </a:p>
          <a:p>
            <a:pPr>
              <a:buClr>
                <a:srgbClr val="F4B942"/>
              </a:buClr>
              <a:buSzPts val="1100"/>
            </a:pPr>
            <a:endParaRPr lang="en-US" sz="2000" b="1">
              <a:solidFill>
                <a:schemeClr val="accent1"/>
              </a:solidFill>
            </a:endParaRPr>
          </a:p>
          <a:p>
            <a:pPr>
              <a:buClr>
                <a:srgbClr val="F4B942"/>
              </a:buClr>
              <a:buSzPts val="1100"/>
            </a:pPr>
            <a:endParaRPr lang="en-US" sz="2000" b="1">
              <a:solidFill>
                <a:schemeClr val="accent1"/>
              </a:solidFill>
            </a:endParaRPr>
          </a:p>
          <a:p>
            <a:pPr>
              <a:buClr>
                <a:srgbClr val="F4B942"/>
              </a:buClr>
              <a:buSzPts val="1100"/>
            </a:pPr>
            <a:r>
              <a:rPr lang="en-US" sz="800" b="1">
                <a:solidFill>
                  <a:schemeClr val="accent1"/>
                </a:solidFill>
              </a:rPr>
              <a:t>* After more hyperparameter tuning, the hybrid model produced a mean RMSE of 4.375</a:t>
            </a:r>
          </a:p>
          <a:p>
            <a:pPr>
              <a:buClr>
                <a:srgbClr val="F4B942"/>
              </a:buClr>
              <a:buSzPts val="1100"/>
            </a:pPr>
            <a:endParaRPr lang="en-US" sz="20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sz="1600" b="1">
              <a:solidFill>
                <a:schemeClr val="accent1"/>
              </a:solidFill>
            </a:endParaRPr>
          </a:p>
        </p:txBody>
      </p:sp>
    </p:spTree>
    <p:extLst>
      <p:ext uri="{BB962C8B-B14F-4D97-AF65-F5344CB8AC3E}">
        <p14:creationId xmlns:p14="http://schemas.microsoft.com/office/powerpoint/2010/main" val="2563760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931CF-6CF8-9528-5AB9-BC642F73DB3C}"/>
              </a:ext>
            </a:extLst>
          </p:cNvPr>
          <p:cNvSpPr>
            <a:spLocks noGrp="1"/>
          </p:cNvSpPr>
          <p:nvPr>
            <p:ph type="title"/>
          </p:nvPr>
        </p:nvSpPr>
        <p:spPr/>
        <p:txBody>
          <a:bodyPr/>
          <a:lstStyle/>
          <a:p>
            <a:r>
              <a:rPr lang="en-US" b="1"/>
              <a:t>Results: Bronx /Queens</a:t>
            </a:r>
          </a:p>
        </p:txBody>
      </p:sp>
      <p:sp>
        <p:nvSpPr>
          <p:cNvPr id="5" name="Slide Number Placeholder 4">
            <a:extLst>
              <a:ext uri="{FF2B5EF4-FFF2-40B4-BE49-F238E27FC236}">
                <a16:creationId xmlns:a16="http://schemas.microsoft.com/office/drawing/2014/main" id="{D9F1E2FA-4C23-CA7C-27EF-8005592AC5B1}"/>
              </a:ext>
            </a:extLst>
          </p:cNvPr>
          <p:cNvSpPr>
            <a:spLocks noGrp="1"/>
          </p:cNvSpPr>
          <p:nvPr>
            <p:ph type="sldNum" sz="quarter" idx="12"/>
          </p:nvPr>
        </p:nvSpPr>
        <p:spPr>
          <a:xfrm>
            <a:off x="9448800" y="6451652"/>
            <a:ext cx="2743200" cy="365125"/>
          </a:xfrm>
        </p:spPr>
        <p:txBody>
          <a:bodyPr/>
          <a:lstStyle/>
          <a:p>
            <a:pPr algn="r"/>
            <a:fld id="{6D22F896-40B5-4ADD-8801-0D06FADFA095}" type="slidenum">
              <a:rPr lang="en-US" smtClean="0">
                <a:solidFill>
                  <a:schemeClr val="accent1"/>
                </a:solidFill>
              </a:rPr>
              <a:pPr algn="r"/>
              <a:t>16</a:t>
            </a:fld>
            <a:endParaRPr lang="en-US">
              <a:solidFill>
                <a:schemeClr val="accent1"/>
              </a:solidFill>
            </a:endParaRPr>
          </a:p>
        </p:txBody>
      </p:sp>
      <p:graphicFrame>
        <p:nvGraphicFramePr>
          <p:cNvPr id="7" name="Content Placeholder 5">
            <a:extLst>
              <a:ext uri="{FF2B5EF4-FFF2-40B4-BE49-F238E27FC236}">
                <a16:creationId xmlns:a16="http://schemas.microsoft.com/office/drawing/2014/main" id="{5BBF0B7D-A98A-E96C-F0B7-6F3A27BCB70A}"/>
              </a:ext>
            </a:extLst>
          </p:cNvPr>
          <p:cNvGraphicFramePr>
            <a:graphicFrameLocks/>
          </p:cNvGraphicFramePr>
          <p:nvPr>
            <p:extLst>
              <p:ext uri="{D42A27DB-BD31-4B8C-83A1-F6EECF244321}">
                <p14:modId xmlns:p14="http://schemas.microsoft.com/office/powerpoint/2010/main" val="4140581434"/>
              </p:ext>
            </p:extLst>
          </p:nvPr>
        </p:nvGraphicFramePr>
        <p:xfrm>
          <a:off x="8178567" y="1406175"/>
          <a:ext cx="3280794" cy="25198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Google Shape;307;p27">
            <a:extLst>
              <a:ext uri="{FF2B5EF4-FFF2-40B4-BE49-F238E27FC236}">
                <a16:creationId xmlns:a16="http://schemas.microsoft.com/office/drawing/2014/main" id="{B3454D30-3BEF-2D79-DFC2-4D1A2F444E1D}"/>
              </a:ext>
            </a:extLst>
          </p:cNvPr>
          <p:cNvSpPr/>
          <p:nvPr/>
        </p:nvSpPr>
        <p:spPr>
          <a:xfrm>
            <a:off x="8124391" y="4021351"/>
            <a:ext cx="1535884" cy="2334999"/>
          </a:xfrm>
          <a:prstGeom prst="rect">
            <a:avLst/>
          </a:prstGeom>
          <a:solidFill>
            <a:srgbClr val="FF8888"/>
          </a:solidFill>
          <a:ln>
            <a:solidFill>
              <a:schemeClr val="tx2"/>
            </a:solid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algn="just">
              <a:buClr>
                <a:srgbClr val="F4B942"/>
              </a:buClr>
              <a:buSzPts val="1100"/>
            </a:pPr>
            <a:endParaRPr lang="en-US" sz="1600" b="1">
              <a:solidFill>
                <a:schemeClr val="accent1"/>
              </a:solidFill>
            </a:endParaRPr>
          </a:p>
          <a:p>
            <a:pPr algn="just">
              <a:buClr>
                <a:srgbClr val="F4B942"/>
              </a:buClr>
              <a:buSzPts val="1100"/>
            </a:pPr>
            <a:endParaRPr lang="en-US" sz="1600" b="1">
              <a:solidFill>
                <a:schemeClr val="accent1"/>
              </a:solidFill>
            </a:endParaRPr>
          </a:p>
          <a:p>
            <a:pPr algn="just">
              <a:buClr>
                <a:srgbClr val="F4B942"/>
              </a:buClr>
              <a:buSzPts val="1100"/>
            </a:pPr>
            <a:r>
              <a:rPr lang="en-US" sz="1600" b="1">
                <a:solidFill>
                  <a:schemeClr val="accent1"/>
                </a:solidFill>
              </a:rPr>
              <a:t>Mean RMSE of SARIMA: </a:t>
            </a:r>
          </a:p>
          <a:p>
            <a:pPr algn="just">
              <a:buClr>
                <a:srgbClr val="F4B942"/>
              </a:buClr>
              <a:buSzPts val="1100"/>
            </a:pPr>
            <a:endParaRPr lang="en-US" sz="1600" b="1">
              <a:solidFill>
                <a:schemeClr val="accent1"/>
              </a:solidFill>
            </a:endParaRPr>
          </a:p>
          <a:p>
            <a:pPr algn="just">
              <a:buClr>
                <a:srgbClr val="F4B942"/>
              </a:buClr>
              <a:buSzPts val="1100"/>
            </a:pPr>
            <a:r>
              <a:rPr lang="en-US" sz="1600" b="1">
                <a:solidFill>
                  <a:schemeClr val="accent1"/>
                </a:solidFill>
              </a:rPr>
              <a:t>3.0 / 3.8</a:t>
            </a: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p:txBody>
      </p:sp>
      <p:sp>
        <p:nvSpPr>
          <p:cNvPr id="9" name="Google Shape;307;p27">
            <a:extLst>
              <a:ext uri="{FF2B5EF4-FFF2-40B4-BE49-F238E27FC236}">
                <a16:creationId xmlns:a16="http://schemas.microsoft.com/office/drawing/2014/main" id="{8546F548-7554-7473-337B-1049CE3FC261}"/>
              </a:ext>
            </a:extLst>
          </p:cNvPr>
          <p:cNvSpPr/>
          <p:nvPr/>
        </p:nvSpPr>
        <p:spPr>
          <a:xfrm>
            <a:off x="9742768" y="4012707"/>
            <a:ext cx="1709604" cy="2334999"/>
          </a:xfrm>
          <a:prstGeom prst="rect">
            <a:avLst/>
          </a:prstGeom>
          <a:solidFill>
            <a:srgbClr val="FF8888"/>
          </a:solidFill>
          <a:ln>
            <a:solidFill>
              <a:srgbClr val="156082"/>
            </a:solid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a:buClr>
                <a:srgbClr val="F4B942"/>
              </a:buClr>
              <a:buSzPts val="1100"/>
            </a:pPr>
            <a:endParaRPr lang="en-US" sz="1100" b="1" i="1">
              <a:solidFill>
                <a:schemeClr val="accent1"/>
              </a:solidFill>
            </a:endParaRPr>
          </a:p>
          <a:p>
            <a:pPr>
              <a:buClr>
                <a:srgbClr val="F4B942"/>
              </a:buClr>
              <a:buSzPts val="1100"/>
            </a:pPr>
            <a:endParaRPr lang="en-US" sz="1100" b="1" i="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r>
              <a:rPr lang="en-US" sz="1600" b="1">
                <a:solidFill>
                  <a:schemeClr val="accent1"/>
                </a:solidFill>
              </a:rPr>
              <a:t>Mean RMSE of Ensemble Model (average multiple model’s predictions):</a:t>
            </a:r>
          </a:p>
          <a:p>
            <a:pPr>
              <a:buClr>
                <a:srgbClr val="F4B942"/>
              </a:buClr>
              <a:buSzPts val="1100"/>
            </a:pPr>
            <a:endParaRPr lang="en-US" sz="1600" b="1">
              <a:solidFill>
                <a:schemeClr val="accent1"/>
              </a:solidFill>
            </a:endParaRPr>
          </a:p>
          <a:p>
            <a:pPr>
              <a:buClr>
                <a:srgbClr val="F4B942"/>
              </a:buClr>
              <a:buSzPts val="1100"/>
            </a:pPr>
            <a:r>
              <a:rPr lang="en-US" sz="1600" b="1">
                <a:solidFill>
                  <a:schemeClr val="accent1"/>
                </a:solidFill>
              </a:rPr>
              <a:t>2.9 / 3.6</a:t>
            </a:r>
          </a:p>
          <a:p>
            <a:pPr>
              <a:buClr>
                <a:srgbClr val="F4B942"/>
              </a:buClr>
              <a:buSzPts val="1100"/>
            </a:pPr>
            <a:endParaRPr lang="en-US" sz="20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sz="1600" b="1">
              <a:solidFill>
                <a:schemeClr val="accent1"/>
              </a:solidFill>
            </a:endParaRPr>
          </a:p>
        </p:txBody>
      </p:sp>
      <p:pic>
        <p:nvPicPr>
          <p:cNvPr id="12" name="Content Placeholder 11">
            <a:extLst>
              <a:ext uri="{FF2B5EF4-FFF2-40B4-BE49-F238E27FC236}">
                <a16:creationId xmlns:a16="http://schemas.microsoft.com/office/drawing/2014/main" id="{0C510E83-9078-7ADC-072A-FD184BDABC53}"/>
              </a:ext>
            </a:extLst>
          </p:cNvPr>
          <p:cNvPicPr>
            <a:picLocks noGrp="1" noChangeAspect="1"/>
          </p:cNvPicPr>
          <p:nvPr>
            <p:ph idx="1"/>
          </p:nvPr>
        </p:nvPicPr>
        <p:blipFill>
          <a:blip r:embed="rId8"/>
          <a:stretch>
            <a:fillRect/>
          </a:stretch>
        </p:blipFill>
        <p:spPr>
          <a:xfrm>
            <a:off x="701531" y="1406175"/>
            <a:ext cx="7340367" cy="4950176"/>
          </a:xfrm>
          <a:prstGeom prst="rect">
            <a:avLst/>
          </a:prstGeom>
          <a:ln w="12700">
            <a:solidFill>
              <a:srgbClr val="C0000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95887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4F1BF5-9A23-5119-4A68-2CAEEFE49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60368-76C6-C780-412D-8C8CBC17AD6B}"/>
              </a:ext>
            </a:extLst>
          </p:cNvPr>
          <p:cNvSpPr>
            <a:spLocks noGrp="1"/>
          </p:cNvSpPr>
          <p:nvPr>
            <p:ph type="title"/>
          </p:nvPr>
        </p:nvSpPr>
        <p:spPr/>
        <p:txBody>
          <a:bodyPr/>
          <a:lstStyle/>
          <a:p>
            <a:r>
              <a:rPr lang="en-US" b="1"/>
              <a:t>Results: Staten Island</a:t>
            </a:r>
          </a:p>
        </p:txBody>
      </p:sp>
      <p:sp>
        <p:nvSpPr>
          <p:cNvPr id="5" name="Slide Number Placeholder 4">
            <a:extLst>
              <a:ext uri="{FF2B5EF4-FFF2-40B4-BE49-F238E27FC236}">
                <a16:creationId xmlns:a16="http://schemas.microsoft.com/office/drawing/2014/main" id="{20CA7403-F6C3-5A1F-FAC1-CFEC406F69DE}"/>
              </a:ext>
            </a:extLst>
          </p:cNvPr>
          <p:cNvSpPr>
            <a:spLocks noGrp="1"/>
          </p:cNvSpPr>
          <p:nvPr>
            <p:ph type="sldNum" sz="quarter" idx="12"/>
          </p:nvPr>
        </p:nvSpPr>
        <p:spPr/>
        <p:txBody>
          <a:bodyPr/>
          <a:lstStyle/>
          <a:p>
            <a:pPr algn="r"/>
            <a:fld id="{6D22F896-40B5-4ADD-8801-0D06FADFA095}" type="slidenum">
              <a:rPr lang="en-US" smtClean="0">
                <a:solidFill>
                  <a:schemeClr val="accent1"/>
                </a:solidFill>
              </a:rPr>
              <a:pPr algn="r"/>
              <a:t>17</a:t>
            </a:fld>
            <a:endParaRPr lang="en-US">
              <a:solidFill>
                <a:schemeClr val="accent1"/>
              </a:solidFill>
            </a:endParaRPr>
          </a:p>
        </p:txBody>
      </p:sp>
      <p:graphicFrame>
        <p:nvGraphicFramePr>
          <p:cNvPr id="7" name="Content Placeholder 5">
            <a:extLst>
              <a:ext uri="{FF2B5EF4-FFF2-40B4-BE49-F238E27FC236}">
                <a16:creationId xmlns:a16="http://schemas.microsoft.com/office/drawing/2014/main" id="{703772D5-3446-1BF4-038F-A500BF019DD4}"/>
              </a:ext>
            </a:extLst>
          </p:cNvPr>
          <p:cNvGraphicFramePr>
            <a:graphicFrameLocks/>
          </p:cNvGraphicFramePr>
          <p:nvPr>
            <p:extLst>
              <p:ext uri="{D42A27DB-BD31-4B8C-83A1-F6EECF244321}">
                <p14:modId xmlns:p14="http://schemas.microsoft.com/office/powerpoint/2010/main" val="2555114259"/>
              </p:ext>
            </p:extLst>
          </p:nvPr>
        </p:nvGraphicFramePr>
        <p:xfrm>
          <a:off x="8178567" y="1406174"/>
          <a:ext cx="3280794" cy="26373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Google Shape;307;p27">
            <a:extLst>
              <a:ext uri="{FF2B5EF4-FFF2-40B4-BE49-F238E27FC236}">
                <a16:creationId xmlns:a16="http://schemas.microsoft.com/office/drawing/2014/main" id="{4A314F09-1095-07D1-AB51-52D012C285BE}"/>
              </a:ext>
            </a:extLst>
          </p:cNvPr>
          <p:cNvSpPr/>
          <p:nvPr/>
        </p:nvSpPr>
        <p:spPr>
          <a:xfrm>
            <a:off x="8124391" y="4120989"/>
            <a:ext cx="1535884" cy="2235362"/>
          </a:xfrm>
          <a:prstGeom prst="rect">
            <a:avLst/>
          </a:prstGeom>
          <a:solidFill>
            <a:srgbClr val="747474"/>
          </a:solidFill>
          <a:ln>
            <a:solidFill>
              <a:schemeClr val="tx2"/>
            </a:solid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algn="just">
              <a:buClr>
                <a:srgbClr val="F4B942"/>
              </a:buClr>
              <a:buSzPts val="1100"/>
            </a:pPr>
            <a:endParaRPr lang="en-US" sz="1600" b="1">
              <a:solidFill>
                <a:schemeClr val="accent1"/>
              </a:solidFill>
            </a:endParaRPr>
          </a:p>
          <a:p>
            <a:pPr algn="just">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r>
              <a:rPr lang="en-US" sz="1600" b="1">
                <a:solidFill>
                  <a:schemeClr val="accent1"/>
                </a:solidFill>
              </a:rPr>
              <a:t>Mean RMSE of Seasonal Average Model:</a:t>
            </a:r>
          </a:p>
          <a:p>
            <a:pPr>
              <a:buClr>
                <a:srgbClr val="F4B942"/>
              </a:buClr>
              <a:buSzPts val="1100"/>
            </a:pPr>
            <a:endParaRPr lang="en-US" sz="1600" b="1">
              <a:solidFill>
                <a:schemeClr val="accent1"/>
              </a:solidFill>
            </a:endParaRPr>
          </a:p>
          <a:p>
            <a:pPr>
              <a:buClr>
                <a:srgbClr val="F4B942"/>
              </a:buClr>
              <a:buSzPts val="1100"/>
            </a:pPr>
            <a:r>
              <a:rPr lang="en-US" sz="1600" b="1">
                <a:solidFill>
                  <a:schemeClr val="accent1"/>
                </a:solidFill>
              </a:rPr>
              <a:t>1.48</a:t>
            </a: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p:txBody>
      </p:sp>
      <p:sp>
        <p:nvSpPr>
          <p:cNvPr id="9" name="Google Shape;307;p27">
            <a:extLst>
              <a:ext uri="{FF2B5EF4-FFF2-40B4-BE49-F238E27FC236}">
                <a16:creationId xmlns:a16="http://schemas.microsoft.com/office/drawing/2014/main" id="{168998E8-BBE0-E467-745C-A41A048CF3F0}"/>
              </a:ext>
            </a:extLst>
          </p:cNvPr>
          <p:cNvSpPr/>
          <p:nvPr/>
        </p:nvSpPr>
        <p:spPr>
          <a:xfrm>
            <a:off x="9742768" y="4112345"/>
            <a:ext cx="1709604" cy="2235362"/>
          </a:xfrm>
          <a:prstGeom prst="rect">
            <a:avLst/>
          </a:prstGeom>
          <a:solidFill>
            <a:srgbClr val="747474"/>
          </a:solidFill>
          <a:ln>
            <a:solidFill>
              <a:schemeClr val="tx2"/>
            </a:solid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a:buClr>
                <a:srgbClr val="F4B942"/>
              </a:buClr>
              <a:buSzPts val="1100"/>
            </a:pPr>
            <a:endParaRPr lang="en-US" sz="1100" b="1" i="1">
              <a:solidFill>
                <a:schemeClr val="accent1"/>
              </a:solidFill>
            </a:endParaRPr>
          </a:p>
          <a:p>
            <a:pPr>
              <a:buClr>
                <a:srgbClr val="F4B942"/>
              </a:buClr>
              <a:buSzPts val="1100"/>
            </a:pPr>
            <a:r>
              <a:rPr lang="en-US" sz="1600" b="1">
                <a:solidFill>
                  <a:schemeClr val="accent1"/>
                </a:solidFill>
              </a:rPr>
              <a:t>Mean RMSE of</a:t>
            </a:r>
          </a:p>
          <a:p>
            <a:pPr>
              <a:buClr>
                <a:srgbClr val="F4B942"/>
              </a:buClr>
              <a:buSzPts val="1100"/>
            </a:pPr>
            <a:r>
              <a:rPr lang="en-US" sz="1600" b="1">
                <a:solidFill>
                  <a:schemeClr val="accent1"/>
                </a:solidFill>
              </a:rPr>
              <a:t>SARIMA:</a:t>
            </a:r>
          </a:p>
          <a:p>
            <a:pPr>
              <a:buClr>
                <a:srgbClr val="F4B942"/>
              </a:buClr>
              <a:buSzPts val="1100"/>
            </a:pPr>
            <a:endParaRPr lang="en-US" sz="1600" b="1">
              <a:solidFill>
                <a:schemeClr val="accent1"/>
              </a:solidFill>
            </a:endParaRPr>
          </a:p>
          <a:p>
            <a:pPr>
              <a:buClr>
                <a:srgbClr val="F4B942"/>
              </a:buClr>
              <a:buSzPts val="1100"/>
            </a:pPr>
            <a:r>
              <a:rPr lang="en-US" sz="1600" b="1">
                <a:solidFill>
                  <a:schemeClr val="accent1"/>
                </a:solidFill>
              </a:rPr>
              <a:t>1.57</a:t>
            </a:r>
          </a:p>
          <a:p>
            <a:pPr>
              <a:buClr>
                <a:srgbClr val="F4B942"/>
              </a:buClr>
              <a:buSzPts val="1100"/>
            </a:pPr>
            <a:endParaRPr lang="en-US" sz="20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lang="en-US" sz="1600" b="1">
              <a:solidFill>
                <a:schemeClr val="accent1"/>
              </a:solidFill>
            </a:endParaRPr>
          </a:p>
          <a:p>
            <a:pPr>
              <a:buClr>
                <a:srgbClr val="F4B942"/>
              </a:buClr>
              <a:buSzPts val="1100"/>
            </a:pPr>
            <a:endParaRPr sz="1600" b="1">
              <a:solidFill>
                <a:schemeClr val="accent1"/>
              </a:solidFill>
            </a:endParaRPr>
          </a:p>
        </p:txBody>
      </p:sp>
      <p:pic>
        <p:nvPicPr>
          <p:cNvPr id="11" name="Content Placeholder 10">
            <a:extLst>
              <a:ext uri="{FF2B5EF4-FFF2-40B4-BE49-F238E27FC236}">
                <a16:creationId xmlns:a16="http://schemas.microsoft.com/office/drawing/2014/main" id="{BDB19059-2142-B535-85D8-EC1088254110}"/>
              </a:ext>
            </a:extLst>
          </p:cNvPr>
          <p:cNvPicPr>
            <a:picLocks noGrp="1" noChangeAspect="1"/>
          </p:cNvPicPr>
          <p:nvPr>
            <p:ph idx="1"/>
          </p:nvPr>
        </p:nvPicPr>
        <p:blipFill>
          <a:blip r:embed="rId7"/>
          <a:stretch>
            <a:fillRect/>
          </a:stretch>
        </p:blipFill>
        <p:spPr>
          <a:xfrm>
            <a:off x="838200" y="1406174"/>
            <a:ext cx="6718000" cy="4843624"/>
          </a:xfrm>
          <a:prstGeom prst="rect">
            <a:avLst/>
          </a:prstGeom>
          <a:ln w="12700">
            <a:solidFill>
              <a:schemeClr val="tx2"/>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38145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05C8-9900-E7CD-4637-654E166FC4A0}"/>
              </a:ext>
            </a:extLst>
          </p:cNvPr>
          <p:cNvSpPr>
            <a:spLocks noGrp="1"/>
          </p:cNvSpPr>
          <p:nvPr>
            <p:ph type="title"/>
          </p:nvPr>
        </p:nvSpPr>
        <p:spPr>
          <a:xfrm>
            <a:off x="838200" y="365125"/>
            <a:ext cx="10515600" cy="1325563"/>
          </a:xfrm>
        </p:spPr>
        <p:txBody>
          <a:bodyPr anchor="ctr">
            <a:normAutofit/>
          </a:bodyPr>
          <a:lstStyle/>
          <a:p>
            <a:r>
              <a:rPr lang="en-US" b="1"/>
              <a:t>Lessons learned</a:t>
            </a:r>
            <a:endParaRPr lang="en-US"/>
          </a:p>
        </p:txBody>
      </p:sp>
      <p:sp>
        <p:nvSpPr>
          <p:cNvPr id="3" name="Content Placeholder 2">
            <a:extLst>
              <a:ext uri="{FF2B5EF4-FFF2-40B4-BE49-F238E27FC236}">
                <a16:creationId xmlns:a16="http://schemas.microsoft.com/office/drawing/2014/main" id="{19AF0EDA-563B-B4EA-07ED-73CBD4E29A98}"/>
              </a:ext>
            </a:extLst>
          </p:cNvPr>
          <p:cNvSpPr>
            <a:spLocks noGrp="1"/>
          </p:cNvSpPr>
          <p:nvPr>
            <p:ph sz="half" idx="1"/>
          </p:nvPr>
        </p:nvSpPr>
        <p:spPr>
          <a:xfrm>
            <a:off x="838200" y="1825625"/>
            <a:ext cx="5181600" cy="4351338"/>
          </a:xfrm>
        </p:spPr>
        <p:txBody>
          <a:bodyPr>
            <a:normAutofit/>
          </a:bodyPr>
          <a:lstStyle/>
          <a:p>
            <a:pPr marL="0" indent="0">
              <a:buNone/>
            </a:pPr>
            <a:br>
              <a:rPr lang="en-US"/>
            </a:br>
            <a:endParaRPr lang="en-US"/>
          </a:p>
        </p:txBody>
      </p:sp>
      <p:sp>
        <p:nvSpPr>
          <p:cNvPr id="5" name="Slide Number Placeholder 4">
            <a:extLst>
              <a:ext uri="{FF2B5EF4-FFF2-40B4-BE49-F238E27FC236}">
                <a16:creationId xmlns:a16="http://schemas.microsoft.com/office/drawing/2014/main" id="{394401A2-4A38-DEB0-7179-2F403147481A}"/>
              </a:ext>
            </a:extLst>
          </p:cNvPr>
          <p:cNvSpPr>
            <a:spLocks noGrp="1"/>
          </p:cNvSpPr>
          <p:nvPr>
            <p:ph type="sldNum" sz="quarter" idx="12"/>
          </p:nvPr>
        </p:nvSpPr>
        <p:spPr>
          <a:xfrm>
            <a:off x="8610600" y="6356350"/>
            <a:ext cx="2743200" cy="365125"/>
          </a:xfrm>
        </p:spPr>
        <p:txBody>
          <a:bodyPr anchor="ctr">
            <a:normAutofit lnSpcReduction="10000"/>
          </a:bodyPr>
          <a:lstStyle/>
          <a:p>
            <a:pPr>
              <a:spcAft>
                <a:spcPts val="600"/>
              </a:spcAft>
            </a:pPr>
            <a:fld id="{6D22F896-40B5-4ADD-8801-0D06FADFA095}" type="slidenum">
              <a:rPr lang="en-US" smtClean="0"/>
              <a:pPr>
                <a:spcAft>
                  <a:spcPts val="600"/>
                </a:spcAft>
              </a:pPr>
              <a:t>18</a:t>
            </a:fld>
            <a:endParaRPr lang="en-US"/>
          </a:p>
        </p:txBody>
      </p:sp>
      <p:graphicFrame>
        <p:nvGraphicFramePr>
          <p:cNvPr id="14" name="Content Placeholder 13">
            <a:extLst>
              <a:ext uri="{FF2B5EF4-FFF2-40B4-BE49-F238E27FC236}">
                <a16:creationId xmlns:a16="http://schemas.microsoft.com/office/drawing/2014/main" id="{B7858F2C-70DE-110F-FDBE-E481F285170F}"/>
              </a:ext>
            </a:extLst>
          </p:cNvPr>
          <p:cNvGraphicFramePr>
            <a:graphicFrameLocks noGrp="1"/>
          </p:cNvGraphicFramePr>
          <p:nvPr>
            <p:ph sz="half" idx="2"/>
            <p:extLst>
              <p:ext uri="{D42A27DB-BD31-4B8C-83A1-F6EECF244321}">
                <p14:modId xmlns:p14="http://schemas.microsoft.com/office/powerpoint/2010/main" val="4149392185"/>
              </p:ext>
            </p:extLst>
          </p:nvPr>
        </p:nvGraphicFramePr>
        <p:xfrm>
          <a:off x="5727585" y="1519168"/>
          <a:ext cx="3106023" cy="3990452"/>
        </p:xfrm>
        <a:graphic>
          <a:graphicData uri="http://schemas.openxmlformats.org/drawingml/2006/table">
            <a:tbl>
              <a:tblPr firstRow="1" bandRow="1">
                <a:tableStyleId>{5C22544A-7EE6-4342-B048-85BDC9FD1C3A}</a:tableStyleId>
              </a:tblPr>
              <a:tblGrid>
                <a:gridCol w="820843">
                  <a:extLst>
                    <a:ext uri="{9D8B030D-6E8A-4147-A177-3AD203B41FA5}">
                      <a16:colId xmlns:a16="http://schemas.microsoft.com/office/drawing/2014/main" val="2033734120"/>
                    </a:ext>
                  </a:extLst>
                </a:gridCol>
                <a:gridCol w="1142590">
                  <a:extLst>
                    <a:ext uri="{9D8B030D-6E8A-4147-A177-3AD203B41FA5}">
                      <a16:colId xmlns:a16="http://schemas.microsoft.com/office/drawing/2014/main" val="3672097570"/>
                    </a:ext>
                  </a:extLst>
                </a:gridCol>
                <a:gridCol w="1142590">
                  <a:extLst>
                    <a:ext uri="{9D8B030D-6E8A-4147-A177-3AD203B41FA5}">
                      <a16:colId xmlns:a16="http://schemas.microsoft.com/office/drawing/2014/main" val="988359672"/>
                    </a:ext>
                  </a:extLst>
                </a:gridCol>
              </a:tblGrid>
              <a:tr h="441955">
                <a:tc>
                  <a:txBody>
                    <a:bodyPr/>
                    <a:lstStyle/>
                    <a:p>
                      <a:pPr algn="r">
                        <a:buNone/>
                      </a:pPr>
                      <a:r>
                        <a:rPr lang="en-US" sz="1700" b="0" cap="none" spc="0">
                          <a:solidFill>
                            <a:schemeClr val="bg1"/>
                          </a:solidFill>
                        </a:rPr>
                        <a:t>fold</a:t>
                      </a:r>
                    </a:p>
                  </a:txBody>
                  <a:tcPr marL="141946" marR="53803" marT="109189" marB="109189" anchor="ctr"/>
                </a:tc>
                <a:tc>
                  <a:txBody>
                    <a:bodyPr/>
                    <a:lstStyle/>
                    <a:p>
                      <a:pPr algn="r">
                        <a:buNone/>
                      </a:pPr>
                      <a:r>
                        <a:rPr lang="en-US" sz="1700" b="0" cap="none" spc="0">
                          <a:solidFill>
                            <a:schemeClr val="bg1"/>
                          </a:solidFill>
                        </a:rPr>
                        <a:t>rmse</a:t>
                      </a:r>
                    </a:p>
                  </a:txBody>
                  <a:tcPr marL="141946" marR="53803" marT="109189" marB="109189" anchor="ctr"/>
                </a:tc>
                <a:tc>
                  <a:txBody>
                    <a:bodyPr/>
                    <a:lstStyle/>
                    <a:p>
                      <a:pPr algn="r">
                        <a:buNone/>
                      </a:pPr>
                      <a:r>
                        <a:rPr lang="en-US" sz="1700" b="0" cap="none" spc="0" err="1">
                          <a:solidFill>
                            <a:schemeClr val="bg1"/>
                          </a:solidFill>
                        </a:rPr>
                        <a:t>mape</a:t>
                      </a:r>
                      <a:endParaRPr lang="en-US" sz="1700" b="0" cap="none" spc="0">
                        <a:solidFill>
                          <a:schemeClr val="bg1"/>
                        </a:solidFill>
                      </a:endParaRPr>
                    </a:p>
                  </a:txBody>
                  <a:tcPr marL="141946" marR="53803" marT="109189" marB="109189" anchor="ctr"/>
                </a:tc>
                <a:extLst>
                  <a:ext uri="{0D108BD9-81ED-4DB2-BD59-A6C34878D82A}">
                    <a16:rowId xmlns:a16="http://schemas.microsoft.com/office/drawing/2014/main" val="2449405246"/>
                  </a:ext>
                </a:extLst>
              </a:tr>
              <a:tr h="441955">
                <a:tc>
                  <a:txBody>
                    <a:bodyPr/>
                    <a:lstStyle/>
                    <a:p>
                      <a:pPr algn="r">
                        <a:buNone/>
                      </a:pPr>
                      <a:r>
                        <a:rPr lang="en-US" sz="1700" cap="none" spc="0">
                          <a:solidFill>
                            <a:schemeClr val="tx1"/>
                          </a:solidFill>
                        </a:rPr>
                        <a:t>0</a:t>
                      </a:r>
                    </a:p>
                  </a:txBody>
                  <a:tcPr marL="141946" marR="53803" marT="109189" marB="109189" anchor="ctr"/>
                </a:tc>
                <a:tc>
                  <a:txBody>
                    <a:bodyPr/>
                    <a:lstStyle/>
                    <a:p>
                      <a:pPr algn="r">
                        <a:buNone/>
                      </a:pPr>
                      <a:r>
                        <a:rPr lang="en-US" sz="1700" cap="none" spc="0">
                          <a:solidFill>
                            <a:schemeClr val="tx1"/>
                          </a:solidFill>
                        </a:rPr>
                        <a:t>2.837809</a:t>
                      </a:r>
                    </a:p>
                  </a:txBody>
                  <a:tcPr marL="141946" marR="53803" marT="109189" marB="109189" anchor="ctr"/>
                </a:tc>
                <a:tc>
                  <a:txBody>
                    <a:bodyPr/>
                    <a:lstStyle/>
                    <a:p>
                      <a:pPr algn="r">
                        <a:buNone/>
                      </a:pPr>
                      <a:r>
                        <a:rPr lang="en-US" sz="1700" cap="none" spc="0">
                          <a:solidFill>
                            <a:schemeClr val="tx1"/>
                          </a:solidFill>
                        </a:rPr>
                        <a:t>0.189877</a:t>
                      </a:r>
                    </a:p>
                  </a:txBody>
                  <a:tcPr marL="141946" marR="53803" marT="109189" marB="109189" anchor="ctr"/>
                </a:tc>
                <a:extLst>
                  <a:ext uri="{0D108BD9-81ED-4DB2-BD59-A6C34878D82A}">
                    <a16:rowId xmlns:a16="http://schemas.microsoft.com/office/drawing/2014/main" val="1374050786"/>
                  </a:ext>
                </a:extLst>
              </a:tr>
              <a:tr h="441955">
                <a:tc>
                  <a:txBody>
                    <a:bodyPr/>
                    <a:lstStyle/>
                    <a:p>
                      <a:pPr algn="r">
                        <a:buNone/>
                      </a:pPr>
                      <a:r>
                        <a:rPr lang="en-US" sz="1700" cap="none" spc="0">
                          <a:solidFill>
                            <a:schemeClr val="tx1"/>
                          </a:solidFill>
                        </a:rPr>
                        <a:t>1</a:t>
                      </a:r>
                    </a:p>
                  </a:txBody>
                  <a:tcPr marL="141946" marR="53803" marT="109189" marB="109189" anchor="ctr"/>
                </a:tc>
                <a:tc>
                  <a:txBody>
                    <a:bodyPr/>
                    <a:lstStyle/>
                    <a:p>
                      <a:pPr algn="r">
                        <a:buNone/>
                      </a:pPr>
                      <a:r>
                        <a:rPr lang="en-US" sz="1700" cap="none" spc="0">
                          <a:solidFill>
                            <a:schemeClr val="tx1"/>
                          </a:solidFill>
                        </a:rPr>
                        <a:t>4.389223</a:t>
                      </a:r>
                    </a:p>
                  </a:txBody>
                  <a:tcPr marL="141946" marR="53803" marT="109189" marB="109189" anchor="ctr"/>
                </a:tc>
                <a:tc>
                  <a:txBody>
                    <a:bodyPr/>
                    <a:lstStyle/>
                    <a:p>
                      <a:pPr algn="r">
                        <a:buNone/>
                      </a:pPr>
                      <a:r>
                        <a:rPr lang="en-US" sz="1700" cap="none" spc="0">
                          <a:solidFill>
                            <a:schemeClr val="tx1"/>
                          </a:solidFill>
                        </a:rPr>
                        <a:t>0.252642</a:t>
                      </a:r>
                    </a:p>
                  </a:txBody>
                  <a:tcPr marL="141946" marR="53803" marT="109189" marB="109189" anchor="ctr"/>
                </a:tc>
                <a:extLst>
                  <a:ext uri="{0D108BD9-81ED-4DB2-BD59-A6C34878D82A}">
                    <a16:rowId xmlns:a16="http://schemas.microsoft.com/office/drawing/2014/main" val="2405310155"/>
                  </a:ext>
                </a:extLst>
              </a:tr>
              <a:tr h="441955">
                <a:tc>
                  <a:txBody>
                    <a:bodyPr/>
                    <a:lstStyle/>
                    <a:p>
                      <a:pPr algn="r">
                        <a:buNone/>
                      </a:pPr>
                      <a:r>
                        <a:rPr lang="en-US" sz="1700" cap="none" spc="0">
                          <a:solidFill>
                            <a:schemeClr val="tx1"/>
                          </a:solidFill>
                        </a:rPr>
                        <a:t>2</a:t>
                      </a:r>
                    </a:p>
                  </a:txBody>
                  <a:tcPr marL="141946" marR="53803" marT="109189" marB="109189" anchor="ctr"/>
                </a:tc>
                <a:tc>
                  <a:txBody>
                    <a:bodyPr/>
                    <a:lstStyle/>
                    <a:p>
                      <a:pPr algn="r">
                        <a:buNone/>
                      </a:pPr>
                      <a:r>
                        <a:rPr lang="en-US" sz="1700" cap="none" spc="0">
                          <a:solidFill>
                            <a:schemeClr val="tx1"/>
                          </a:solidFill>
                        </a:rPr>
                        <a:t>4.222367</a:t>
                      </a:r>
                    </a:p>
                  </a:txBody>
                  <a:tcPr marL="141946" marR="53803" marT="109189" marB="109189" anchor="ctr"/>
                </a:tc>
                <a:tc>
                  <a:txBody>
                    <a:bodyPr/>
                    <a:lstStyle/>
                    <a:p>
                      <a:pPr algn="r">
                        <a:buNone/>
                      </a:pPr>
                      <a:r>
                        <a:rPr lang="en-US" sz="1700" cap="none" spc="0">
                          <a:solidFill>
                            <a:schemeClr val="tx1"/>
                          </a:solidFill>
                        </a:rPr>
                        <a:t>0.357147</a:t>
                      </a:r>
                    </a:p>
                  </a:txBody>
                  <a:tcPr marL="141946" marR="53803" marT="109189" marB="109189" anchor="ctr"/>
                </a:tc>
                <a:extLst>
                  <a:ext uri="{0D108BD9-81ED-4DB2-BD59-A6C34878D82A}">
                    <a16:rowId xmlns:a16="http://schemas.microsoft.com/office/drawing/2014/main" val="2645070116"/>
                  </a:ext>
                </a:extLst>
              </a:tr>
              <a:tr h="441955">
                <a:tc>
                  <a:txBody>
                    <a:bodyPr/>
                    <a:lstStyle/>
                    <a:p>
                      <a:pPr algn="r">
                        <a:buNone/>
                      </a:pPr>
                      <a:r>
                        <a:rPr lang="en-US" sz="1700" cap="none" spc="0">
                          <a:solidFill>
                            <a:schemeClr val="tx1"/>
                          </a:solidFill>
                        </a:rPr>
                        <a:t>3</a:t>
                      </a:r>
                    </a:p>
                  </a:txBody>
                  <a:tcPr marL="141946" marR="53803" marT="109189" marB="109189" anchor="ctr"/>
                </a:tc>
                <a:tc>
                  <a:txBody>
                    <a:bodyPr/>
                    <a:lstStyle/>
                    <a:p>
                      <a:pPr algn="r">
                        <a:buNone/>
                      </a:pPr>
                      <a:r>
                        <a:rPr lang="en-US" sz="1700" cap="none" spc="0">
                          <a:solidFill>
                            <a:schemeClr val="tx1"/>
                          </a:solidFill>
                        </a:rPr>
                        <a:t>5.742150</a:t>
                      </a:r>
                    </a:p>
                  </a:txBody>
                  <a:tcPr marL="141946" marR="53803" marT="109189" marB="109189" anchor="ctr"/>
                </a:tc>
                <a:tc>
                  <a:txBody>
                    <a:bodyPr/>
                    <a:lstStyle/>
                    <a:p>
                      <a:pPr algn="r">
                        <a:buNone/>
                      </a:pPr>
                      <a:r>
                        <a:rPr lang="en-US" sz="1700" cap="none" spc="0">
                          <a:solidFill>
                            <a:schemeClr val="tx1"/>
                          </a:solidFill>
                        </a:rPr>
                        <a:t>0.314968</a:t>
                      </a:r>
                    </a:p>
                  </a:txBody>
                  <a:tcPr marL="141946" marR="53803" marT="109189" marB="109189" anchor="ctr"/>
                </a:tc>
                <a:extLst>
                  <a:ext uri="{0D108BD9-81ED-4DB2-BD59-A6C34878D82A}">
                    <a16:rowId xmlns:a16="http://schemas.microsoft.com/office/drawing/2014/main" val="2702356948"/>
                  </a:ext>
                </a:extLst>
              </a:tr>
              <a:tr h="441955">
                <a:tc>
                  <a:txBody>
                    <a:bodyPr/>
                    <a:lstStyle/>
                    <a:p>
                      <a:pPr algn="r">
                        <a:buNone/>
                      </a:pPr>
                      <a:r>
                        <a:rPr lang="en-US" sz="1700" cap="none" spc="0">
                          <a:solidFill>
                            <a:schemeClr val="tx1"/>
                          </a:solidFill>
                        </a:rPr>
                        <a:t>4</a:t>
                      </a:r>
                    </a:p>
                  </a:txBody>
                  <a:tcPr marL="141946" marR="53803" marT="109189" marB="109189" anchor="ctr"/>
                </a:tc>
                <a:tc>
                  <a:txBody>
                    <a:bodyPr/>
                    <a:lstStyle/>
                    <a:p>
                      <a:pPr algn="r">
                        <a:buNone/>
                      </a:pPr>
                      <a:r>
                        <a:rPr lang="en-US" sz="1700" cap="none" spc="0">
                          <a:solidFill>
                            <a:schemeClr val="tx1"/>
                          </a:solidFill>
                        </a:rPr>
                        <a:t>5.111527</a:t>
                      </a:r>
                    </a:p>
                  </a:txBody>
                  <a:tcPr marL="141946" marR="53803" marT="109189" marB="109189" anchor="ctr"/>
                </a:tc>
                <a:tc>
                  <a:txBody>
                    <a:bodyPr/>
                    <a:lstStyle/>
                    <a:p>
                      <a:pPr algn="r">
                        <a:buNone/>
                      </a:pPr>
                      <a:r>
                        <a:rPr lang="en-US" sz="1700" cap="none" spc="0">
                          <a:solidFill>
                            <a:schemeClr val="tx1"/>
                          </a:solidFill>
                        </a:rPr>
                        <a:t>0.386820</a:t>
                      </a:r>
                    </a:p>
                  </a:txBody>
                  <a:tcPr marL="141946" marR="53803" marT="109189" marB="109189" anchor="ctr"/>
                </a:tc>
                <a:extLst>
                  <a:ext uri="{0D108BD9-81ED-4DB2-BD59-A6C34878D82A}">
                    <a16:rowId xmlns:a16="http://schemas.microsoft.com/office/drawing/2014/main" val="2385403308"/>
                  </a:ext>
                </a:extLst>
              </a:tr>
              <a:tr h="441955">
                <a:tc>
                  <a:txBody>
                    <a:bodyPr/>
                    <a:lstStyle/>
                    <a:p>
                      <a:pPr algn="r">
                        <a:buNone/>
                      </a:pPr>
                      <a:r>
                        <a:rPr lang="en-US" sz="1700" cap="none" spc="0">
                          <a:solidFill>
                            <a:schemeClr val="tx1"/>
                          </a:solidFill>
                        </a:rPr>
                        <a:t>...</a:t>
                      </a:r>
                    </a:p>
                  </a:txBody>
                  <a:tcPr marL="141946" marR="53803" marT="109189" marB="109189" anchor="ctr"/>
                </a:tc>
                <a:tc>
                  <a:txBody>
                    <a:bodyPr/>
                    <a:lstStyle/>
                    <a:p>
                      <a:pPr algn="r">
                        <a:buNone/>
                      </a:pPr>
                      <a:r>
                        <a:rPr lang="en-US" sz="1700" cap="none" spc="0">
                          <a:solidFill>
                            <a:schemeClr val="tx1"/>
                          </a:solidFill>
                        </a:rPr>
                        <a:t>...</a:t>
                      </a:r>
                    </a:p>
                  </a:txBody>
                  <a:tcPr marL="141946" marR="53803" marT="109189" marB="109189" anchor="ctr"/>
                </a:tc>
                <a:tc>
                  <a:txBody>
                    <a:bodyPr/>
                    <a:lstStyle/>
                    <a:p>
                      <a:pPr algn="r">
                        <a:buNone/>
                      </a:pPr>
                      <a:r>
                        <a:rPr lang="en-US" sz="1700" cap="none" spc="0">
                          <a:solidFill>
                            <a:schemeClr val="tx1"/>
                          </a:solidFill>
                        </a:rPr>
                        <a:t>...</a:t>
                      </a:r>
                    </a:p>
                  </a:txBody>
                  <a:tcPr marL="141946" marR="53803" marT="109189" marB="109189" anchor="ctr"/>
                </a:tc>
                <a:extLst>
                  <a:ext uri="{0D108BD9-81ED-4DB2-BD59-A6C34878D82A}">
                    <a16:rowId xmlns:a16="http://schemas.microsoft.com/office/drawing/2014/main" val="2948590117"/>
                  </a:ext>
                </a:extLst>
              </a:tr>
              <a:tr h="648246">
                <a:tc>
                  <a:txBody>
                    <a:bodyPr/>
                    <a:lstStyle/>
                    <a:p>
                      <a:pPr algn="r">
                        <a:buNone/>
                      </a:pPr>
                      <a:r>
                        <a:rPr lang="en-US" sz="1700" cap="none" spc="0">
                          <a:solidFill>
                            <a:schemeClr val="tx1"/>
                          </a:solidFill>
                        </a:rPr>
                        <a:t>mean</a:t>
                      </a:r>
                    </a:p>
                  </a:txBody>
                  <a:tcPr marL="141946" marR="53803" marT="109189" marB="109189" anchor="ctr"/>
                </a:tc>
                <a:tc>
                  <a:txBody>
                    <a:bodyPr/>
                    <a:lstStyle/>
                    <a:p>
                      <a:pPr algn="r">
                        <a:buNone/>
                      </a:pPr>
                      <a:r>
                        <a:rPr lang="en-US" sz="1700" cap="none" spc="0">
                          <a:solidFill>
                            <a:schemeClr val="tx1"/>
                          </a:solidFill>
                        </a:rPr>
                        <a:t>4.572423</a:t>
                      </a:r>
                    </a:p>
                  </a:txBody>
                  <a:tcPr marL="141946" marR="53803" marT="109189" marB="109189" anchor="ctr"/>
                </a:tc>
                <a:tc>
                  <a:txBody>
                    <a:bodyPr/>
                    <a:lstStyle/>
                    <a:p>
                      <a:pPr algn="r">
                        <a:buNone/>
                      </a:pPr>
                      <a:r>
                        <a:rPr lang="en-US" sz="1700" cap="none" spc="0">
                          <a:solidFill>
                            <a:schemeClr val="tx1"/>
                          </a:solidFill>
                        </a:rPr>
                        <a:t>0.285820</a:t>
                      </a:r>
                    </a:p>
                  </a:txBody>
                  <a:tcPr marL="141946" marR="53803" marT="109189" marB="109189" anchor="ctr"/>
                </a:tc>
                <a:extLst>
                  <a:ext uri="{0D108BD9-81ED-4DB2-BD59-A6C34878D82A}">
                    <a16:rowId xmlns:a16="http://schemas.microsoft.com/office/drawing/2014/main" val="3069660705"/>
                  </a:ext>
                </a:extLst>
              </a:tr>
            </a:tbl>
          </a:graphicData>
        </a:graphic>
      </p:graphicFrame>
      <p:graphicFrame>
        <p:nvGraphicFramePr>
          <p:cNvPr id="16" name="Content Placeholder 5">
            <a:extLst>
              <a:ext uri="{FF2B5EF4-FFF2-40B4-BE49-F238E27FC236}">
                <a16:creationId xmlns:a16="http://schemas.microsoft.com/office/drawing/2014/main" id="{2BE4A35C-CF99-ACB6-76AB-00698F0E5A1A}"/>
              </a:ext>
            </a:extLst>
          </p:cNvPr>
          <p:cNvGraphicFramePr>
            <a:graphicFrameLocks/>
          </p:cNvGraphicFramePr>
          <p:nvPr>
            <p:extLst>
              <p:ext uri="{D42A27DB-BD31-4B8C-83A1-F6EECF244321}">
                <p14:modId xmlns:p14="http://schemas.microsoft.com/office/powerpoint/2010/main" val="560064557"/>
              </p:ext>
            </p:extLst>
          </p:nvPr>
        </p:nvGraphicFramePr>
        <p:xfrm>
          <a:off x="8877449" y="1532133"/>
          <a:ext cx="2833582" cy="4033152"/>
        </p:xfrm>
        <a:graphic>
          <a:graphicData uri="http://schemas.openxmlformats.org/drawingml/2006/table">
            <a:tbl>
              <a:tblPr firstRow="1" bandRow="1">
                <a:tableStyleId>{69C7853C-536D-4A76-A0AE-DD22124D55A5}</a:tableStyleId>
              </a:tblPr>
              <a:tblGrid>
                <a:gridCol w="1203705">
                  <a:extLst>
                    <a:ext uri="{9D8B030D-6E8A-4147-A177-3AD203B41FA5}">
                      <a16:colId xmlns:a16="http://schemas.microsoft.com/office/drawing/2014/main" val="1494705363"/>
                    </a:ext>
                  </a:extLst>
                </a:gridCol>
                <a:gridCol w="1629877">
                  <a:extLst>
                    <a:ext uri="{9D8B030D-6E8A-4147-A177-3AD203B41FA5}">
                      <a16:colId xmlns:a16="http://schemas.microsoft.com/office/drawing/2014/main" val="105020127"/>
                    </a:ext>
                  </a:extLst>
                </a:gridCol>
              </a:tblGrid>
              <a:tr h="448479">
                <a:tc>
                  <a:txBody>
                    <a:bodyPr/>
                    <a:lstStyle/>
                    <a:p>
                      <a:pPr algn="r">
                        <a:buNone/>
                      </a:pPr>
                      <a:r>
                        <a:rPr lang="en-US" sz="1800" b="0" cap="none" spc="0">
                          <a:solidFill>
                            <a:schemeClr val="bg1"/>
                          </a:solidFill>
                        </a:rPr>
                        <a:t>fold</a:t>
                      </a:r>
                    </a:p>
                  </a:txBody>
                  <a:tcPr marL="149386" marR="56623" marT="114912" marB="114912" anchor="ctr"/>
                </a:tc>
                <a:tc>
                  <a:txBody>
                    <a:bodyPr/>
                    <a:lstStyle/>
                    <a:p>
                      <a:pPr algn="r">
                        <a:buNone/>
                      </a:pPr>
                      <a:r>
                        <a:rPr lang="en-US" sz="1800" b="0" cap="none" spc="0">
                          <a:solidFill>
                            <a:schemeClr val="bg1"/>
                          </a:solidFill>
                        </a:rPr>
                        <a:t>RMSE</a:t>
                      </a:r>
                    </a:p>
                  </a:txBody>
                  <a:tcPr marL="149386" marR="56623" marT="114912" marB="114912" anchor="ctr"/>
                </a:tc>
                <a:extLst>
                  <a:ext uri="{0D108BD9-81ED-4DB2-BD59-A6C34878D82A}">
                    <a16:rowId xmlns:a16="http://schemas.microsoft.com/office/drawing/2014/main" val="3962060790"/>
                  </a:ext>
                </a:extLst>
              </a:tr>
              <a:tr h="498807">
                <a:tc>
                  <a:txBody>
                    <a:bodyPr/>
                    <a:lstStyle/>
                    <a:p>
                      <a:pPr algn="r">
                        <a:buNone/>
                      </a:pPr>
                      <a:r>
                        <a:rPr lang="en-US" sz="1800" cap="none" spc="0">
                          <a:solidFill>
                            <a:schemeClr val="tx1"/>
                          </a:solidFill>
                        </a:rPr>
                        <a:t>0</a:t>
                      </a:r>
                    </a:p>
                  </a:txBody>
                  <a:tcPr marL="149386" marR="56623" marT="114912" marB="114912" anchor="ctr"/>
                </a:tc>
                <a:tc>
                  <a:txBody>
                    <a:bodyPr/>
                    <a:lstStyle/>
                    <a:p>
                      <a:pPr algn="r">
                        <a:buNone/>
                      </a:pPr>
                      <a:r>
                        <a:rPr lang="en-US" sz="1800" cap="none" spc="0">
                          <a:solidFill>
                            <a:schemeClr val="tx1"/>
                          </a:solidFill>
                        </a:rPr>
                        <a:t>3.443420</a:t>
                      </a:r>
                    </a:p>
                  </a:txBody>
                  <a:tcPr marL="149386" marR="56623" marT="114912" marB="114912" anchor="ctr"/>
                </a:tc>
                <a:extLst>
                  <a:ext uri="{0D108BD9-81ED-4DB2-BD59-A6C34878D82A}">
                    <a16:rowId xmlns:a16="http://schemas.microsoft.com/office/drawing/2014/main" val="571800638"/>
                  </a:ext>
                </a:extLst>
              </a:tr>
              <a:tr h="498807">
                <a:tc>
                  <a:txBody>
                    <a:bodyPr/>
                    <a:lstStyle/>
                    <a:p>
                      <a:pPr algn="r">
                        <a:buNone/>
                      </a:pPr>
                      <a:r>
                        <a:rPr lang="en-US" sz="1800" cap="none" spc="0">
                          <a:solidFill>
                            <a:schemeClr val="tx1"/>
                          </a:solidFill>
                        </a:rPr>
                        <a:t>1</a:t>
                      </a:r>
                    </a:p>
                  </a:txBody>
                  <a:tcPr marL="149386" marR="56623" marT="114912" marB="114912" anchor="ctr"/>
                </a:tc>
                <a:tc>
                  <a:txBody>
                    <a:bodyPr/>
                    <a:lstStyle/>
                    <a:p>
                      <a:pPr algn="r">
                        <a:buNone/>
                      </a:pPr>
                      <a:r>
                        <a:rPr lang="en-US" sz="1800" cap="none" spc="0">
                          <a:solidFill>
                            <a:schemeClr val="tx1"/>
                          </a:solidFill>
                        </a:rPr>
                        <a:t>4.367085</a:t>
                      </a:r>
                    </a:p>
                  </a:txBody>
                  <a:tcPr marL="149386" marR="56623" marT="114912" marB="114912" anchor="ctr"/>
                </a:tc>
                <a:extLst>
                  <a:ext uri="{0D108BD9-81ED-4DB2-BD59-A6C34878D82A}">
                    <a16:rowId xmlns:a16="http://schemas.microsoft.com/office/drawing/2014/main" val="1906669222"/>
                  </a:ext>
                </a:extLst>
              </a:tr>
              <a:tr h="498807">
                <a:tc>
                  <a:txBody>
                    <a:bodyPr/>
                    <a:lstStyle/>
                    <a:p>
                      <a:pPr algn="r">
                        <a:buNone/>
                      </a:pPr>
                      <a:r>
                        <a:rPr lang="en-US" sz="1800" cap="none" spc="0">
                          <a:solidFill>
                            <a:schemeClr val="tx1"/>
                          </a:solidFill>
                        </a:rPr>
                        <a:t>2</a:t>
                      </a:r>
                    </a:p>
                  </a:txBody>
                  <a:tcPr marL="149386" marR="56623" marT="114912" marB="114912" anchor="ctr"/>
                </a:tc>
                <a:tc>
                  <a:txBody>
                    <a:bodyPr/>
                    <a:lstStyle/>
                    <a:p>
                      <a:pPr algn="r">
                        <a:buNone/>
                      </a:pPr>
                      <a:r>
                        <a:rPr lang="en-US" sz="1800" cap="none" spc="0">
                          <a:solidFill>
                            <a:schemeClr val="tx1"/>
                          </a:solidFill>
                        </a:rPr>
                        <a:t>5.775564</a:t>
                      </a:r>
                    </a:p>
                  </a:txBody>
                  <a:tcPr marL="149386" marR="56623" marT="114912" marB="114912" anchor="ctr"/>
                </a:tc>
                <a:extLst>
                  <a:ext uri="{0D108BD9-81ED-4DB2-BD59-A6C34878D82A}">
                    <a16:rowId xmlns:a16="http://schemas.microsoft.com/office/drawing/2014/main" val="1356978147"/>
                  </a:ext>
                </a:extLst>
              </a:tr>
              <a:tr h="498807">
                <a:tc>
                  <a:txBody>
                    <a:bodyPr/>
                    <a:lstStyle/>
                    <a:p>
                      <a:pPr algn="r">
                        <a:buNone/>
                      </a:pPr>
                      <a:r>
                        <a:rPr lang="en-US" sz="1800" cap="none" spc="0">
                          <a:solidFill>
                            <a:schemeClr val="tx1"/>
                          </a:solidFill>
                        </a:rPr>
                        <a:t>3</a:t>
                      </a:r>
                    </a:p>
                  </a:txBody>
                  <a:tcPr marL="149386" marR="56623" marT="114912" marB="114912" anchor="ctr"/>
                </a:tc>
                <a:tc>
                  <a:txBody>
                    <a:bodyPr/>
                    <a:lstStyle/>
                    <a:p>
                      <a:pPr algn="r">
                        <a:buNone/>
                      </a:pPr>
                      <a:r>
                        <a:rPr lang="en-US" sz="1800" cap="none" spc="0">
                          <a:solidFill>
                            <a:schemeClr val="tx1"/>
                          </a:solidFill>
                        </a:rPr>
                        <a:t>6.363961</a:t>
                      </a:r>
                    </a:p>
                  </a:txBody>
                  <a:tcPr marL="149386" marR="56623" marT="114912" marB="114912" anchor="ctr"/>
                </a:tc>
                <a:extLst>
                  <a:ext uri="{0D108BD9-81ED-4DB2-BD59-A6C34878D82A}">
                    <a16:rowId xmlns:a16="http://schemas.microsoft.com/office/drawing/2014/main" val="2770211354"/>
                  </a:ext>
                </a:extLst>
              </a:tr>
              <a:tr h="498807">
                <a:tc>
                  <a:txBody>
                    <a:bodyPr/>
                    <a:lstStyle/>
                    <a:p>
                      <a:pPr algn="r">
                        <a:buNone/>
                      </a:pPr>
                      <a:r>
                        <a:rPr lang="en-US" sz="1800" cap="none" spc="0">
                          <a:solidFill>
                            <a:schemeClr val="tx1"/>
                          </a:solidFill>
                        </a:rPr>
                        <a:t>4</a:t>
                      </a:r>
                    </a:p>
                  </a:txBody>
                  <a:tcPr marL="149386" marR="56623" marT="114912" marB="114912" anchor="ctr"/>
                </a:tc>
                <a:tc>
                  <a:txBody>
                    <a:bodyPr/>
                    <a:lstStyle/>
                    <a:p>
                      <a:pPr algn="r">
                        <a:buNone/>
                      </a:pPr>
                      <a:r>
                        <a:rPr lang="en-US" sz="1800" cap="none" spc="0">
                          <a:solidFill>
                            <a:schemeClr val="tx1"/>
                          </a:solidFill>
                        </a:rPr>
                        <a:t>4.200340</a:t>
                      </a:r>
                    </a:p>
                  </a:txBody>
                  <a:tcPr marL="149386" marR="56623" marT="114912" marB="114912" anchor="ctr"/>
                </a:tc>
                <a:extLst>
                  <a:ext uri="{0D108BD9-81ED-4DB2-BD59-A6C34878D82A}">
                    <a16:rowId xmlns:a16="http://schemas.microsoft.com/office/drawing/2014/main" val="4194701155"/>
                  </a:ext>
                </a:extLst>
              </a:tr>
              <a:tr h="498807">
                <a:tc>
                  <a:txBody>
                    <a:bodyPr/>
                    <a:lstStyle/>
                    <a:p>
                      <a:pPr algn="r">
                        <a:buNone/>
                      </a:pPr>
                      <a:r>
                        <a:rPr lang="en-US" sz="1800" cap="none" spc="0">
                          <a:solidFill>
                            <a:schemeClr val="tx1"/>
                          </a:solidFill>
                        </a:rPr>
                        <a:t>...</a:t>
                      </a:r>
                    </a:p>
                  </a:txBody>
                  <a:tcPr marL="149386" marR="56623" marT="114912" marB="114912" anchor="ctr"/>
                </a:tc>
                <a:tc>
                  <a:txBody>
                    <a:bodyPr/>
                    <a:lstStyle/>
                    <a:p>
                      <a:pPr algn="r">
                        <a:buNone/>
                      </a:pPr>
                      <a:r>
                        <a:rPr lang="en-US" sz="1800" cap="none" spc="0">
                          <a:solidFill>
                            <a:schemeClr val="tx1"/>
                          </a:solidFill>
                        </a:rPr>
                        <a:t>...</a:t>
                      </a:r>
                    </a:p>
                  </a:txBody>
                  <a:tcPr marL="149386" marR="56623" marT="114912" marB="114912" anchor="ctr"/>
                </a:tc>
                <a:extLst>
                  <a:ext uri="{0D108BD9-81ED-4DB2-BD59-A6C34878D82A}">
                    <a16:rowId xmlns:a16="http://schemas.microsoft.com/office/drawing/2014/main" val="724650227"/>
                  </a:ext>
                </a:extLst>
              </a:tr>
              <a:tr h="498807">
                <a:tc>
                  <a:txBody>
                    <a:bodyPr/>
                    <a:lstStyle/>
                    <a:p>
                      <a:pPr algn="r">
                        <a:buNone/>
                      </a:pPr>
                      <a:r>
                        <a:rPr lang="en-US" sz="1800" cap="none" spc="0">
                          <a:solidFill>
                            <a:schemeClr val="tx1"/>
                          </a:solidFill>
                        </a:rPr>
                        <a:t>mean</a:t>
                      </a:r>
                    </a:p>
                  </a:txBody>
                  <a:tcPr marL="149386" marR="56623" marT="114912" marB="114912" anchor="ctr"/>
                </a:tc>
                <a:tc>
                  <a:txBody>
                    <a:bodyPr/>
                    <a:lstStyle/>
                    <a:p>
                      <a:pPr algn="r">
                        <a:buNone/>
                      </a:pPr>
                      <a:r>
                        <a:rPr lang="en-US" sz="1800" cap="none" spc="0">
                          <a:solidFill>
                            <a:schemeClr val="tx1"/>
                          </a:solidFill>
                        </a:rPr>
                        <a:t>5.246825</a:t>
                      </a:r>
                    </a:p>
                  </a:txBody>
                  <a:tcPr marL="149386" marR="56623" marT="114912" marB="114912" anchor="ctr"/>
                </a:tc>
                <a:extLst>
                  <a:ext uri="{0D108BD9-81ED-4DB2-BD59-A6C34878D82A}">
                    <a16:rowId xmlns:a16="http://schemas.microsoft.com/office/drawing/2014/main" val="856987050"/>
                  </a:ext>
                </a:extLst>
              </a:tr>
            </a:tbl>
          </a:graphicData>
        </a:graphic>
      </p:graphicFrame>
      <p:sp>
        <p:nvSpPr>
          <p:cNvPr id="20" name="TextBox 19">
            <a:extLst>
              <a:ext uri="{FF2B5EF4-FFF2-40B4-BE49-F238E27FC236}">
                <a16:creationId xmlns:a16="http://schemas.microsoft.com/office/drawing/2014/main" id="{C8F11E26-6821-9FA5-8847-44FD4B502719}"/>
              </a:ext>
            </a:extLst>
          </p:cNvPr>
          <p:cNvSpPr txBox="1"/>
          <p:nvPr/>
        </p:nvSpPr>
        <p:spPr>
          <a:xfrm>
            <a:off x="5683744" y="5552319"/>
            <a:ext cx="3106023" cy="1015663"/>
          </a:xfrm>
          <a:prstGeom prst="rect">
            <a:avLst/>
          </a:prstGeom>
          <a:solidFill>
            <a:schemeClr val="tx2">
              <a:lumMod val="25000"/>
              <a:lumOff val="75000"/>
            </a:schemeClr>
          </a:solidFill>
          <a:ln>
            <a:solidFill>
              <a:schemeClr val="tx2">
                <a:lumMod val="50000"/>
                <a:lumOff val="50000"/>
              </a:schemeClr>
            </a:solidFill>
          </a:ln>
        </p:spPr>
        <p:txBody>
          <a:bodyPr wrap="square">
            <a:spAutoFit/>
          </a:bodyPr>
          <a:lstStyle/>
          <a:p>
            <a:r>
              <a:rPr lang="en-US" sz="2000" err="1"/>
              <a:t>NeuralProphet</a:t>
            </a:r>
            <a:r>
              <a:rPr lang="en-US" sz="2000"/>
              <a:t> improved only slightly in the shown run.</a:t>
            </a:r>
          </a:p>
        </p:txBody>
      </p:sp>
      <p:sp>
        <p:nvSpPr>
          <p:cNvPr id="21" name="TextBox 20">
            <a:extLst>
              <a:ext uri="{FF2B5EF4-FFF2-40B4-BE49-F238E27FC236}">
                <a16:creationId xmlns:a16="http://schemas.microsoft.com/office/drawing/2014/main" id="{AD6DA897-F72C-8E26-E10A-D82C9DCF2855}"/>
              </a:ext>
            </a:extLst>
          </p:cNvPr>
          <p:cNvSpPr txBox="1"/>
          <p:nvPr/>
        </p:nvSpPr>
        <p:spPr>
          <a:xfrm>
            <a:off x="8845726" y="5571610"/>
            <a:ext cx="2865306" cy="1015663"/>
          </a:xfrm>
          <a:prstGeom prst="rect">
            <a:avLst/>
          </a:prstGeom>
          <a:solidFill>
            <a:schemeClr val="accent3">
              <a:lumMod val="20000"/>
              <a:lumOff val="80000"/>
            </a:schemeClr>
          </a:solidFill>
          <a:ln>
            <a:solidFill>
              <a:schemeClr val="tx1">
                <a:lumMod val="85000"/>
                <a:lumOff val="15000"/>
              </a:schemeClr>
            </a:solidFill>
          </a:ln>
        </p:spPr>
        <p:txBody>
          <a:bodyPr wrap="square">
            <a:spAutoFit/>
          </a:bodyPr>
          <a:lstStyle/>
          <a:p>
            <a:r>
              <a:rPr lang="en-US" sz="2000"/>
              <a:t>The hybrid model was more complex, but not more useful here.</a:t>
            </a:r>
          </a:p>
        </p:txBody>
      </p:sp>
      <p:graphicFrame>
        <p:nvGraphicFramePr>
          <p:cNvPr id="22" name="Content Placeholder 3">
            <a:extLst>
              <a:ext uri="{FF2B5EF4-FFF2-40B4-BE49-F238E27FC236}">
                <a16:creationId xmlns:a16="http://schemas.microsoft.com/office/drawing/2014/main" id="{A2014570-4AEA-9DCB-BAAF-3EE354245B2D}"/>
              </a:ext>
            </a:extLst>
          </p:cNvPr>
          <p:cNvGraphicFramePr>
            <a:graphicFrameLocks/>
          </p:cNvGraphicFramePr>
          <p:nvPr>
            <p:extLst>
              <p:ext uri="{D42A27DB-BD31-4B8C-83A1-F6EECF244321}">
                <p14:modId xmlns:p14="http://schemas.microsoft.com/office/powerpoint/2010/main" val="1557506749"/>
              </p:ext>
            </p:extLst>
          </p:nvPr>
        </p:nvGraphicFramePr>
        <p:xfrm>
          <a:off x="644744" y="1519168"/>
          <a:ext cx="5039000" cy="50488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3" name="Rounded Rectangle 13">
            <a:extLst>
              <a:ext uri="{FF2B5EF4-FFF2-40B4-BE49-F238E27FC236}">
                <a16:creationId xmlns:a16="http://schemas.microsoft.com/office/drawing/2014/main" id="{B42FA757-BF0C-C4E7-3386-4B1B258FBEEE}"/>
              </a:ext>
            </a:extLst>
          </p:cNvPr>
          <p:cNvSpPr/>
          <p:nvPr/>
        </p:nvSpPr>
        <p:spPr>
          <a:xfrm>
            <a:off x="644743" y="5596697"/>
            <a:ext cx="4995159" cy="990576"/>
          </a:xfrm>
          <a:prstGeom prst="roundRect">
            <a:avLst/>
          </a:prstGeom>
          <a:solidFill>
            <a:srgbClr val="DDDDDD"/>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00" b="1">
                <a:solidFill>
                  <a:srgbClr val="0A0A0A"/>
                </a:solidFill>
                <a:latin typeface="Aptos"/>
              </a:rPr>
              <a:t>Models such as SARIMA whose performance over “longer” forecast horizons tend to not perform better. 14 days ends up being too large for SARIMA to handle well.</a:t>
            </a:r>
          </a:p>
        </p:txBody>
      </p:sp>
    </p:spTree>
    <p:extLst>
      <p:ext uri="{BB962C8B-B14F-4D97-AF65-F5344CB8AC3E}">
        <p14:creationId xmlns:p14="http://schemas.microsoft.com/office/powerpoint/2010/main" val="8185016"/>
      </p:ext>
    </p:extLst>
  </p:cSld>
  <p:clrMapOvr>
    <a:masterClrMapping/>
  </p:clrMapOvr>
  <p:transition spd="slow">
    <p:fade/>
  </p:transition>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2ABB4-94D4-441B-56B0-1D055DD94D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50F9D-21D6-AF65-F9CE-B5FBC79BDC6E}"/>
              </a:ext>
            </a:extLst>
          </p:cNvPr>
          <p:cNvSpPr>
            <a:spLocks noGrp="1"/>
          </p:cNvSpPr>
          <p:nvPr>
            <p:ph type="title"/>
          </p:nvPr>
        </p:nvSpPr>
        <p:spPr>
          <a:xfrm>
            <a:off x="463463" y="365125"/>
            <a:ext cx="10890337" cy="1325563"/>
          </a:xfrm>
        </p:spPr>
        <p:txBody>
          <a:bodyPr>
            <a:normAutofit/>
          </a:bodyPr>
          <a:lstStyle/>
          <a:p>
            <a:r>
              <a:rPr lang="en-US" b="1"/>
              <a:t>Future direction: Better Features, Better Data</a:t>
            </a:r>
          </a:p>
        </p:txBody>
      </p:sp>
      <p:graphicFrame>
        <p:nvGraphicFramePr>
          <p:cNvPr id="7" name="Content Placeholder 6">
            <a:extLst>
              <a:ext uri="{FF2B5EF4-FFF2-40B4-BE49-F238E27FC236}">
                <a16:creationId xmlns:a16="http://schemas.microsoft.com/office/drawing/2014/main" id="{9FBF6EFB-C326-20CA-997F-8921C5614525}"/>
              </a:ext>
            </a:extLst>
          </p:cNvPr>
          <p:cNvGraphicFramePr>
            <a:graphicFrameLocks noGrp="1"/>
          </p:cNvGraphicFramePr>
          <p:nvPr>
            <p:ph sz="half" idx="1"/>
          </p:nvPr>
        </p:nvGraphicFramePr>
        <p:xfrm>
          <a:off x="838199" y="1825625"/>
          <a:ext cx="5025705" cy="385372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8" name="Content Placeholder 7">
            <a:extLst>
              <a:ext uri="{FF2B5EF4-FFF2-40B4-BE49-F238E27FC236}">
                <a16:creationId xmlns:a16="http://schemas.microsoft.com/office/drawing/2014/main" id="{40930C90-36F8-EBA8-FD6E-D92420757227}"/>
              </a:ext>
            </a:extLst>
          </p:cNvPr>
          <p:cNvGraphicFramePr>
            <a:graphicFrameLocks noGrp="1"/>
          </p:cNvGraphicFramePr>
          <p:nvPr>
            <p:ph sz="half" idx="2"/>
          </p:nvPr>
        </p:nvGraphicFramePr>
        <p:xfrm>
          <a:off x="6172200" y="1825625"/>
          <a:ext cx="5181600" cy="3853722"/>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9" name="Rounded Rectangle 13">
            <a:extLst>
              <a:ext uri="{FF2B5EF4-FFF2-40B4-BE49-F238E27FC236}">
                <a16:creationId xmlns:a16="http://schemas.microsoft.com/office/drawing/2014/main" id="{ED9AC653-E838-DB66-8C75-168D2AB9BD2A}"/>
              </a:ext>
            </a:extLst>
          </p:cNvPr>
          <p:cNvSpPr/>
          <p:nvPr/>
        </p:nvSpPr>
        <p:spPr>
          <a:xfrm>
            <a:off x="838200" y="5804661"/>
            <a:ext cx="10515600" cy="530352"/>
          </a:xfrm>
          <a:prstGeom prst="roundRect">
            <a:avLst/>
          </a:prstGeom>
          <a:solidFill>
            <a:srgbClr val="DDDDDD"/>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700" b="1">
                <a:solidFill>
                  <a:srgbClr val="0A0A0A"/>
                </a:solidFill>
                <a:latin typeface="Aptos"/>
              </a:rPr>
              <a:t>Key idea: Better feature design and richer data can further strengthen the model(s).</a:t>
            </a:r>
          </a:p>
        </p:txBody>
      </p:sp>
      <p:sp>
        <p:nvSpPr>
          <p:cNvPr id="3" name="Slide Number Placeholder 2">
            <a:extLst>
              <a:ext uri="{FF2B5EF4-FFF2-40B4-BE49-F238E27FC236}">
                <a16:creationId xmlns:a16="http://schemas.microsoft.com/office/drawing/2014/main" id="{F44C798A-DA3B-ECEA-1259-BD4EF145FA67}"/>
              </a:ext>
            </a:extLst>
          </p:cNvPr>
          <p:cNvSpPr>
            <a:spLocks noGrp="1"/>
          </p:cNvSpPr>
          <p:nvPr>
            <p:ph type="sldNum" sz="quarter" idx="12"/>
          </p:nvPr>
        </p:nvSpPr>
        <p:spPr/>
        <p:txBody>
          <a:bodyPr/>
          <a:lstStyle/>
          <a:p>
            <a:fld id="{6D22F896-40B5-4ADD-8801-0D06FADFA095}" type="slidenum">
              <a:rPr lang="en-US" b="1" smtClean="0"/>
              <a:t>19</a:t>
            </a:fld>
            <a:r>
              <a:rPr lang="en-US" b="1"/>
              <a:t>9</a:t>
            </a:r>
          </a:p>
        </p:txBody>
      </p:sp>
      <p:pic>
        <p:nvPicPr>
          <p:cNvPr id="19" name="Video 18">
            <a:hlinkClick r:id="" action="ppaction://media"/>
            <a:extLst>
              <a:ext uri="{FF2B5EF4-FFF2-40B4-BE49-F238E27FC236}">
                <a16:creationId xmlns:a16="http://schemas.microsoft.com/office/drawing/2014/main" id="{F029C329-C74E-7FDA-AD8D-9380F56B379F}"/>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15"/>
          <a:srcRect l="21875" r="21875"/>
          <a:stretch>
            <a:fillRect/>
          </a:stretch>
        </p:blipFill>
        <p:spPr>
          <a:xfrm>
            <a:off x="11140003" y="852522"/>
            <a:ext cx="1108027" cy="1108027"/>
          </a:xfrm>
          <a:prstGeom prst="ellipse">
            <a:avLst/>
          </a:prstGeom>
        </p:spPr>
      </p:pic>
    </p:spTree>
    <p:extLst>
      <p:ext uri="{BB962C8B-B14F-4D97-AF65-F5344CB8AC3E}">
        <p14:creationId xmlns:p14="http://schemas.microsoft.com/office/powerpoint/2010/main" val="2978422858"/>
      </p:ext>
    </p:extLst>
  </p:cSld>
  <p:clrMapOvr>
    <a:masterClrMapping/>
  </p:clrMapOvr>
  <p:transition spd="slow" advTm="2647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9"/>
                </p:tgtEl>
              </p:cMediaNode>
            </p:video>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childTnLst>
        </p:cTn>
      </p:par>
    </p:tnLst>
  </p:timing>
  <p:extLst>
    <p:ext uri="{3A86A75C-4F4B-4683-9AE1-C65F6400EC91}">
      <p14:laserTraceLst xmlns:p14="http://schemas.microsoft.com/office/powerpoint/2010/main">
        <p14:tracePtLst>
          <p14:tracePt t="634" x="4646613" y="1981200"/>
          <p14:tracePt t="850" x="4635500" y="1981200"/>
          <p14:tracePt t="2192" x="4635500" y="1992313"/>
          <p14:tracePt t="2238" x="4624388" y="2003425"/>
          <p14:tracePt t="2448" x="4613275" y="2016125"/>
          <p14:tracePt t="2502" x="4600575" y="2027238"/>
          <p14:tracePt t="3774" x="4589463" y="2038350"/>
          <p14:tracePt t="3790" x="4578350" y="2051050"/>
          <p14:tracePt t="3806" x="4578350" y="2062163"/>
          <p14:tracePt t="3843" x="4578350" y="2073275"/>
          <p14:tracePt t="3941" x="4554538" y="2097088"/>
          <p14:tracePt t="3949" x="4554538" y="2108200"/>
          <p14:tracePt t="3958" x="4554538" y="2119313"/>
          <p14:tracePt t="3973" x="4554538" y="2132013"/>
          <p14:tracePt t="3989" x="4554538" y="2143125"/>
          <p14:tracePt t="4190" x="4554538" y="2154238"/>
          <p14:tracePt t="4198" x="4554538" y="2166938"/>
          <p14:tracePt t="4205" x="4543425" y="2189163"/>
          <p14:tracePt t="4238" x="4543425" y="2212975"/>
          <p14:tracePt t="4245" x="4543425" y="2224088"/>
          <p14:tracePt t="4261" x="4543425" y="2235200"/>
          <p14:tracePt t="4269" x="4530725" y="2259013"/>
          <p14:tracePt t="4277" x="4530725" y="2270125"/>
          <p14:tracePt t="4317" x="4530725" y="2293938"/>
          <p14:tracePt t="4325" x="4530725" y="2305050"/>
          <p14:tracePt t="4333" x="4530725" y="2316163"/>
          <p14:tracePt t="4350" x="4530725" y="2328863"/>
          <p14:tracePt t="4437" x="4530725" y="2339975"/>
          <p14:tracePt t="4445" x="4530725" y="2351088"/>
          <p14:tracePt t="4461" x="4530725" y="2374900"/>
          <p14:tracePt t="4493" x="4530725" y="2398713"/>
          <p14:tracePt t="4501" x="4530725" y="2409825"/>
          <p14:tracePt t="4517" x="4530725" y="2420938"/>
          <p14:tracePt t="4525" x="4530725" y="2432050"/>
          <p14:tracePt t="4549" x="4530725" y="2444750"/>
          <p14:tracePt t="4558" x="4530725" y="2455863"/>
          <p14:tracePt t="4573" x="4530725" y="2466975"/>
          <p14:tracePt t="4597" x="4530725" y="2479675"/>
          <p14:tracePt t="4637" x="4530725" y="2501900"/>
          <p14:tracePt t="4838" x="4519613" y="2525713"/>
          <p14:tracePt t="4846" x="4484688" y="2560638"/>
          <p14:tracePt t="4853" x="4462463" y="2595563"/>
          <p14:tracePt t="4862" x="4427538" y="2606675"/>
          <p14:tracePt t="4869" x="4368800" y="2641600"/>
          <p14:tracePt t="4877" x="4241800" y="2698750"/>
          <p14:tracePt t="4885" x="4102100" y="2733675"/>
          <p14:tracePt t="4893" x="3951288" y="2744788"/>
          <p14:tracePt t="4901" x="3789363" y="2792413"/>
          <p14:tracePt t="4909" x="3651250" y="2838450"/>
          <p14:tracePt t="4917" x="3371850" y="2895600"/>
          <p14:tracePt t="4925" x="3233738" y="2976563"/>
          <p14:tracePt t="4934" x="3071813" y="3035300"/>
          <p14:tracePt t="4950" x="2978150" y="3092450"/>
          <p14:tracePt t="4958" x="2862263" y="3151188"/>
          <p14:tracePt t="4965" x="2840038" y="3186113"/>
          <p14:tracePt t="4973" x="2757488" y="3255963"/>
          <p14:tracePt t="4981" x="2711450" y="3289300"/>
          <p14:tracePt t="4989" x="2654300" y="3359150"/>
          <p14:tracePt t="4997" x="2619375" y="3429000"/>
          <p14:tracePt t="5005" x="2595563" y="3463925"/>
          <p14:tracePt t="5013" x="2595563" y="3475038"/>
          <p14:tracePt t="5021" x="2595563" y="3509963"/>
          <p14:tracePt t="5029" x="2595563" y="3521075"/>
          <p14:tracePt t="5037" x="2595563" y="3544888"/>
          <p14:tracePt t="5045" x="2573338" y="3568700"/>
          <p14:tracePt t="5054" x="2573338" y="3602038"/>
          <p14:tracePt t="5061" x="2573338" y="3614738"/>
          <p14:tracePt t="5069" x="2573338" y="3636963"/>
          <p14:tracePt t="5078" x="2573338" y="3660775"/>
          <p14:tracePt t="5093" x="2573338" y="3671888"/>
          <p14:tracePt t="5101" x="2595563" y="3695700"/>
          <p14:tracePt t="5109" x="2619375" y="3706813"/>
          <p14:tracePt t="5118" x="2641600" y="3717925"/>
          <p14:tracePt t="5125" x="2700338" y="3730625"/>
          <p14:tracePt t="5133" x="2757488" y="3730625"/>
          <p14:tracePt t="5141" x="2792413" y="3730625"/>
          <p14:tracePt t="5149" x="2851150" y="3730625"/>
          <p14:tracePt t="5158" x="2908300" y="3730625"/>
          <p14:tracePt t="5165" x="2932113" y="3730625"/>
          <p14:tracePt t="5173" x="2978150" y="3730625"/>
          <p14:tracePt t="5182" x="3059113" y="3717925"/>
          <p14:tracePt t="5190" x="3117850" y="3695700"/>
          <p14:tracePt t="5197" x="3198813" y="3684588"/>
          <p14:tracePt t="5205" x="3325813" y="3649663"/>
          <p14:tracePt t="5213" x="3395663" y="3649663"/>
          <p14:tracePt t="5221" x="3500438" y="3636963"/>
          <p14:tracePt t="5229" x="3592513" y="3636963"/>
          <p14:tracePt t="5237" x="3719513" y="3602038"/>
          <p14:tracePt t="5245" x="3802063" y="3590925"/>
          <p14:tracePt t="5253" x="3917950" y="3568700"/>
          <p14:tracePt t="5261" x="3998913" y="3544888"/>
          <p14:tracePt t="5269" x="4079875" y="3544888"/>
          <p14:tracePt t="5277" x="4149725" y="3509963"/>
          <p14:tracePt t="5285" x="4206875" y="3498850"/>
          <p14:tracePt t="5293" x="4287838" y="3463925"/>
          <p14:tracePt t="5302" x="4414838" y="3440113"/>
          <p14:tracePt t="5310" x="4508500" y="3429000"/>
          <p14:tracePt t="5317" x="4670425" y="3394075"/>
          <p14:tracePt t="5325" x="4786313" y="3382963"/>
          <p14:tracePt t="5334" x="5064125" y="3336925"/>
          <p14:tracePt t="5341" x="5192713" y="3336925"/>
          <p14:tracePt t="5349" x="5354638" y="3324225"/>
          <p14:tracePt t="5357" x="5481638" y="3324225"/>
          <p14:tracePt t="5365" x="5656263" y="3324225"/>
          <p14:tracePt t="5373" x="5794375" y="3324225"/>
          <p14:tracePt t="5381" x="5875338" y="3324225"/>
          <p14:tracePt t="5389" x="5956300" y="3324225"/>
          <p14:tracePt t="5397" x="6026150" y="3324225"/>
          <p14:tracePt t="5405" x="6107113" y="3324225"/>
          <p14:tracePt t="5413" x="6165850" y="3324225"/>
          <p14:tracePt t="5421" x="6211888" y="3324225"/>
          <p14:tracePt t="5429" x="6270625" y="3302000"/>
          <p14:tracePt t="5438" x="6292850" y="3302000"/>
          <p14:tracePt t="5445" x="6316663" y="3289300"/>
          <p14:tracePt t="5453" x="6327775" y="3289300"/>
          <p14:tracePt t="5461" x="6338888" y="3289300"/>
          <p14:tracePt t="5478" x="6351588" y="3289300"/>
          <p14:tracePt t="5509" x="6373813" y="3278188"/>
          <p14:tracePt t="5525" x="6397625" y="3255963"/>
          <p14:tracePt t="5558" x="6408738" y="3232150"/>
          <p14:tracePt t="5565" x="6408738" y="3221038"/>
          <p14:tracePt t="5583" x="6408738" y="3197225"/>
          <p14:tracePt t="5591" x="6408738" y="3186113"/>
          <p14:tracePt t="5602" x="6408738" y="3151188"/>
          <p14:tracePt t="5605" x="6373813" y="3116263"/>
          <p14:tracePt t="5614" x="6351588" y="3092450"/>
          <p14:tracePt t="5624" x="6327775" y="3070225"/>
          <p14:tracePt t="5631" x="6316663" y="3070225"/>
          <p14:tracePt t="5637" x="6292850" y="3057525"/>
          <p14:tracePt t="5645" x="6270625" y="3046413"/>
          <p14:tracePt t="5653" x="6270625" y="3035300"/>
          <p14:tracePt t="5664" x="6257925" y="3035300"/>
          <p14:tracePt t="5669" x="6223000" y="3024188"/>
          <p14:tracePt t="5677" x="6211888" y="3011488"/>
          <p14:tracePt t="5685" x="6176963" y="3011488"/>
          <p14:tracePt t="5693" x="6142038" y="3000375"/>
          <p14:tracePt t="5701" x="6107113" y="2976563"/>
          <p14:tracePt t="5709" x="6072188" y="2976563"/>
          <p14:tracePt t="5717" x="5991225" y="2965450"/>
          <p14:tracePt t="5725" x="5888038" y="2930525"/>
          <p14:tracePt t="5733" x="5772150" y="2919413"/>
          <p14:tracePt t="5741" x="5621338" y="2884488"/>
          <p14:tracePt t="5749" x="5295900" y="2884488"/>
          <p14:tracePt t="5757" x="5087938" y="2873375"/>
          <p14:tracePt t="5765" x="4902200" y="2827338"/>
          <p14:tracePt t="5773" x="4694238" y="2792413"/>
          <p14:tracePt t="5781" x="4554538" y="2768600"/>
          <p14:tracePt t="5789" x="4414838" y="2768600"/>
          <p14:tracePt t="5797" x="4333875" y="2744788"/>
          <p14:tracePt t="5805" x="4311650" y="2744788"/>
          <p14:tracePt t="5813" x="4298950" y="2744788"/>
          <p14:tracePt t="5870" x="4287838" y="2744788"/>
          <p14:tracePt t="5886" x="4276725" y="2744788"/>
          <p14:tracePt t="5893" x="4265613" y="2744788"/>
          <p14:tracePt t="5901" x="4241800" y="2757488"/>
          <p14:tracePt t="7718" x="4217988" y="2757488"/>
          <p14:tracePt t="7743" x="4206875" y="2757488"/>
          <p14:tracePt t="7750" x="4183063" y="2757488"/>
          <p14:tracePt t="7765" x="4160838" y="2757488"/>
          <p14:tracePt t="7781" x="4125913" y="2768600"/>
          <p14:tracePt t="7789" x="4114800" y="2768600"/>
          <p14:tracePt t="7798" x="4102100" y="2768600"/>
          <p14:tracePt t="7805" x="4067175" y="2768600"/>
          <p14:tracePt t="7813" x="4056063" y="2792413"/>
          <p14:tracePt t="7821" x="4021138" y="2792413"/>
          <p14:tracePt t="7831" x="4010025" y="2792413"/>
          <p14:tracePt t="7842" x="3998913" y="2792413"/>
          <p14:tracePt t="7848" x="3986213" y="2792413"/>
          <p14:tracePt t="8582" x="3975100" y="2792413"/>
          <p14:tracePt t="8589" x="3963988" y="2803525"/>
          <p14:tracePt t="8613" x="3917950" y="2814638"/>
          <p14:tracePt t="8621" x="3883025" y="2814638"/>
          <p14:tracePt t="8630" x="3835400" y="2814638"/>
          <p14:tracePt t="8637" x="3778250" y="2814638"/>
          <p14:tracePt t="8649" x="3686175" y="2814638"/>
          <p14:tracePt t="8655" x="3603625" y="2814638"/>
          <p14:tracePt t="8667" x="3487738" y="2814638"/>
          <p14:tracePt t="8674" x="3384550" y="2814638"/>
          <p14:tracePt t="8679" x="3290888" y="2814638"/>
          <p14:tracePt t="8685" x="3233738" y="2814638"/>
          <p14:tracePt t="8698" x="3175000" y="2814638"/>
          <p14:tracePt t="8703" x="3140075" y="2814638"/>
          <p14:tracePt t="8715" x="3128963" y="2814638"/>
          <p14:tracePt t="8800" x="3117850" y="2814638"/>
          <p14:tracePt t="8806" x="3106738" y="2827338"/>
          <p14:tracePt t="9399" x="3117850" y="2827338"/>
          <p14:tracePt t="9406" x="3187700" y="2827338"/>
          <p14:tracePt t="9413" x="3268663" y="2827338"/>
          <p14:tracePt t="9421" x="3395663" y="2827338"/>
          <p14:tracePt t="9430" x="3511550" y="2827338"/>
          <p14:tracePt t="9438" x="3673475" y="2827338"/>
          <p14:tracePt t="9445" x="3802063" y="2827338"/>
          <p14:tracePt t="9453" x="3963988" y="2827338"/>
          <p14:tracePt t="9461" x="4195763" y="2827338"/>
          <p14:tracePt t="9469" x="4276725" y="2827338"/>
          <p14:tracePt t="9477" x="4346575" y="2827338"/>
          <p14:tracePt t="9485" x="4427538" y="2827338"/>
          <p14:tracePt t="9493" x="4484688" y="2827338"/>
          <p14:tracePt t="9502" x="4519613" y="2827338"/>
          <p14:tracePt t="9509" x="4543425" y="2827338"/>
          <p14:tracePt t="9518" x="4543425" y="2814638"/>
          <p14:tracePt t="9582" x="4554538" y="2814638"/>
          <p14:tracePt t="9653" x="4543425" y="2803525"/>
          <p14:tracePt t="9662" x="4508500" y="2803525"/>
          <p14:tracePt t="9669" x="4438650" y="2803525"/>
          <p14:tracePt t="9677" x="4357688" y="2803525"/>
          <p14:tracePt t="9685" x="4217988" y="2803525"/>
          <p14:tracePt t="9693" x="4102100" y="2803525"/>
          <p14:tracePt t="9703" x="4010025" y="2803525"/>
          <p14:tracePt t="9710" x="3894138" y="2779713"/>
          <p14:tracePt t="9717" x="3767138" y="2779713"/>
          <p14:tracePt t="9725" x="3673475" y="2779713"/>
          <p14:tracePt t="9733" x="3627438" y="2757488"/>
          <p14:tracePt t="9741" x="3570288" y="2744788"/>
          <p14:tracePt t="9749" x="3500438" y="2744788"/>
          <p14:tracePt t="9758" x="3465513" y="2744788"/>
          <p14:tracePt t="9766" x="3430588" y="2722563"/>
          <p14:tracePt t="9773" x="3395663" y="2722563"/>
          <p14:tracePt t="9781" x="3384550" y="2722563"/>
          <p14:tracePt t="9789" x="3360738" y="2722563"/>
          <p14:tracePt t="9797" x="3338513" y="2722563"/>
          <p14:tracePt t="9814" x="3325813" y="2722563"/>
          <p14:tracePt t="9821" x="3303588" y="2722563"/>
          <p14:tracePt t="9830" x="3290888" y="2722563"/>
          <p14:tracePt t="11847" x="3279775" y="2722563"/>
          <p14:tracePt t="11934" x="3290888" y="2722563"/>
          <p14:tracePt t="11941" x="3325813" y="2722563"/>
          <p14:tracePt t="11949" x="3349625" y="2722563"/>
          <p14:tracePt t="11958" x="3395663" y="2722563"/>
          <p14:tracePt t="11965" x="3441700" y="2722563"/>
          <p14:tracePt t="11973" x="3487738" y="2722563"/>
          <p14:tracePt t="11982" x="3546475" y="2757488"/>
          <p14:tracePt t="11989" x="3592513" y="2757488"/>
          <p14:tracePt t="12000" x="3616325" y="2757488"/>
          <p14:tracePt t="12006" x="3662363" y="2757488"/>
          <p14:tracePt t="12013" x="3686175" y="2757488"/>
          <p14:tracePt t="12029" x="3697288" y="2757488"/>
          <p14:tracePt t="12079" x="3708400" y="2757488"/>
          <p14:tracePt t="12101" x="3732213" y="2757488"/>
          <p14:tracePt t="12110" x="3767138" y="2757488"/>
          <p14:tracePt t="12117" x="3802063" y="2757488"/>
          <p14:tracePt t="12125" x="3859213" y="2757488"/>
          <p14:tracePt t="12133" x="3883025" y="2757488"/>
          <p14:tracePt t="12141" x="3917950" y="2757488"/>
          <p14:tracePt t="12149" x="3940175" y="2757488"/>
          <p14:tracePt t="12198" x="3963988" y="2779713"/>
          <p14:tracePt t="12213" x="3975100" y="2814638"/>
          <p14:tracePt t="12221" x="3986213" y="2814638"/>
          <p14:tracePt t="12230" x="3986213" y="2838450"/>
          <p14:tracePt t="12245" x="3998913" y="2873375"/>
          <p14:tracePt t="12253" x="4010025" y="2873375"/>
          <p14:tracePt t="12262" x="4021138" y="2895600"/>
          <p14:tracePt t="12269" x="4033838" y="2908300"/>
          <p14:tracePt t="12277" x="4044950" y="2930525"/>
          <p14:tracePt t="12285" x="4079875" y="2943225"/>
          <p14:tracePt t="12297" x="4114800" y="2965450"/>
          <p14:tracePt t="12303" x="4149725" y="2989263"/>
          <p14:tracePt t="12317" x="4183063" y="3024188"/>
          <p14:tracePt t="12325" x="4195763" y="3024188"/>
          <p14:tracePt t="12334" x="4206875" y="3024188"/>
          <p14:tracePt t="12341" x="4230688" y="3046413"/>
          <p14:tracePt t="12349" x="4252913" y="3057525"/>
          <p14:tracePt t="12364" x="4265613" y="3057525"/>
          <p14:tracePt t="12370" x="4287838" y="3070225"/>
          <p14:tracePt t="12376" x="4333875" y="3081338"/>
          <p14:tracePt t="12382" x="4368800" y="3092450"/>
          <p14:tracePt t="12389" x="4392613" y="3116263"/>
          <p14:tracePt t="12400" x="4427538" y="3127375"/>
          <p14:tracePt t="12406" x="4473575" y="3140075"/>
          <p14:tracePt t="12413" x="4484688" y="3140075"/>
          <p14:tracePt t="12421" x="4497388" y="3140075"/>
          <p14:tracePt t="12429" x="4519613" y="3140075"/>
          <p14:tracePt t="12445" x="4543425" y="3140075"/>
          <p14:tracePt t="13437" x="4530725" y="3151188"/>
          <p14:tracePt t="13461" x="4519613" y="3151188"/>
          <p14:tracePt t="13469" x="4497388" y="3151188"/>
          <p14:tracePt t="13477" x="4473575" y="3151188"/>
          <p14:tracePt t="13485" x="4449763" y="3151188"/>
          <p14:tracePt t="13493" x="4414838" y="3151188"/>
          <p14:tracePt t="13501" x="4381500" y="3151188"/>
          <p14:tracePt t="13509" x="4311650" y="3151188"/>
          <p14:tracePt t="13517" x="4217988" y="3151188"/>
          <p14:tracePt t="13525" x="4114800" y="3151188"/>
          <p14:tracePt t="13534" x="4021138" y="3151188"/>
          <p14:tracePt t="13541" x="3905250" y="3151188"/>
          <p14:tracePt t="13549" x="3824288" y="3151188"/>
          <p14:tracePt t="13558" x="3743325" y="3151188"/>
          <p14:tracePt t="13565" x="3686175" y="3151188"/>
          <p14:tracePt t="13574" x="3616325" y="3140075"/>
          <p14:tracePt t="13581" x="3592513" y="3140075"/>
          <p14:tracePt t="13590" x="3557588" y="3140075"/>
          <p14:tracePt t="13597" x="3546475" y="3140075"/>
          <p14:tracePt t="13606" x="3511550" y="3140075"/>
          <p14:tracePt t="13613" x="3500438" y="3140075"/>
          <p14:tracePt t="13621" x="3487738" y="3140075"/>
          <p14:tracePt t="13629" x="3454400" y="3140075"/>
          <p14:tracePt t="13637" x="3419475" y="3140075"/>
          <p14:tracePt t="13645" x="3371850" y="3151188"/>
          <p14:tracePt t="13654" x="3349625" y="3173413"/>
          <p14:tracePt t="13664" x="3325813" y="3173413"/>
          <p14:tracePt t="13669" x="3314700" y="3173413"/>
          <p14:tracePt t="14752" x="3325813" y="3173413"/>
          <p14:tracePt t="14762" x="3338513" y="3173413"/>
          <p14:tracePt t="14765" x="3384550" y="3173413"/>
          <p14:tracePt t="14783" x="3500438" y="3173413"/>
          <p14:tracePt t="14789" x="3603625" y="3173413"/>
          <p14:tracePt t="14798" x="3719513" y="3173413"/>
          <p14:tracePt t="14806" x="3835400" y="3173413"/>
          <p14:tracePt t="14815" x="3986213" y="3186113"/>
          <p14:tracePt t="14821" x="4090988" y="3186113"/>
          <p14:tracePt t="14829" x="4160838" y="3186113"/>
          <p14:tracePt t="14842" x="4206875" y="3186113"/>
          <p14:tracePt t="14854" x="4368800" y="3208338"/>
          <p14:tracePt t="14861" x="4438650" y="3208338"/>
          <p14:tracePt t="14869" x="4473575" y="3221038"/>
          <p14:tracePt t="14877" x="4508500" y="3221038"/>
          <p14:tracePt t="14885" x="4530725" y="3221038"/>
          <p14:tracePt t="15032" x="4530725" y="3232150"/>
          <p14:tracePt t="15040" x="4519613" y="3243263"/>
          <p14:tracePt t="15053" x="4473575" y="3255963"/>
          <p14:tracePt t="15061" x="4427538" y="3278188"/>
          <p14:tracePt t="15070" x="4381500" y="3278188"/>
          <p14:tracePt t="15077" x="4322763" y="3302000"/>
          <p14:tracePt t="15085" x="4276725" y="3313113"/>
          <p14:tracePt t="15097" x="4195763" y="3348038"/>
          <p14:tracePt t="15103" x="4114800" y="3359150"/>
          <p14:tracePt t="15109" x="4033838" y="3382963"/>
          <p14:tracePt t="15118" x="3929063" y="3429000"/>
          <p14:tracePt t="15129" x="3824288" y="3440113"/>
          <p14:tracePt t="15134" x="3743325" y="3475038"/>
          <p14:tracePt t="15141" x="3662363" y="3486150"/>
          <p14:tracePt t="15152" x="3616325" y="3509963"/>
          <p14:tracePt t="15164" x="3581400" y="3521075"/>
          <p14:tracePt t="15169" x="3570288" y="3521075"/>
          <p14:tracePt t="15176" x="3557588" y="3521075"/>
          <p14:tracePt t="15182" x="3546475" y="3533775"/>
          <p14:tracePt t="15270" x="3546475" y="3509963"/>
          <p14:tracePt t="15278" x="3546475" y="3429000"/>
          <p14:tracePt t="15285" x="3546475" y="3394075"/>
          <p14:tracePt t="15293" x="3546475" y="3302000"/>
          <p14:tracePt t="15301" x="3546475" y="3173413"/>
          <p14:tracePt t="15309" x="3546475" y="2873375"/>
          <p14:tracePt t="15317" x="3546475" y="2641600"/>
          <p14:tracePt t="15325" x="3546475" y="2200275"/>
          <p14:tracePt t="15333" x="3546475" y="1609725"/>
          <p14:tracePt t="15341" x="3546475" y="984250"/>
          <p14:tracePt t="15349" x="3557588" y="800100"/>
          <p14:tracePt t="15357" x="3638550" y="428625"/>
          <p14:tracePt t="17245" x="4403725" y="962025"/>
          <p14:tracePt t="17261" x="4427538" y="1517650"/>
          <p14:tracePt t="17267" x="4473575" y="2073275"/>
          <p14:tracePt t="17279" x="4497388" y="2722563"/>
          <p14:tracePt t="17285" x="4497388" y="2930525"/>
          <p14:tracePt t="17297" x="4497388" y="3140075"/>
          <p14:tracePt t="17303" x="4497388" y="3336925"/>
          <p14:tracePt t="17316" x="4497388" y="3509963"/>
          <p14:tracePt t="17321" x="4497388" y="3636963"/>
          <p14:tracePt t="17327" x="4497388" y="3800475"/>
          <p14:tracePt t="17339" x="4497388" y="3914775"/>
          <p14:tracePt t="17345" x="4497388" y="4008438"/>
          <p14:tracePt t="17351" x="4519613" y="4078288"/>
          <p14:tracePt t="17364" x="4530725" y="4135438"/>
          <p14:tracePt t="17370" x="4554538" y="4205288"/>
          <p14:tracePt t="17382" x="4659313" y="4343400"/>
          <p14:tracePt t="17389" x="4729163" y="4378325"/>
          <p14:tracePt t="17397" x="4832350" y="4459288"/>
          <p14:tracePt t="17406" x="4937125" y="4552950"/>
          <p14:tracePt t="17413" x="5099050" y="4645025"/>
          <p14:tracePt t="17421" x="5284788" y="4749800"/>
          <p14:tracePt t="17430" x="5424488" y="4854575"/>
          <p14:tracePt t="17437" x="5586413" y="4957763"/>
          <p14:tracePt t="17448" x="5737225" y="5038725"/>
          <p14:tracePt t="17455" x="5853113" y="5097463"/>
          <p14:tracePt t="17461" x="5991225" y="5143500"/>
          <p14:tracePt t="17469" x="6084888" y="5189538"/>
          <p14:tracePt t="17477" x="6165850" y="5224463"/>
          <p14:tracePt t="17486" x="6235700" y="5270500"/>
          <p14:tracePt t="17493" x="6270625" y="5294313"/>
          <p14:tracePt t="17525" x="6281738" y="5305425"/>
          <p14:tracePt t="17541" x="6281738" y="5316538"/>
          <p14:tracePt t="17549" x="6176963" y="5316538"/>
          <p14:tracePt t="17557" x="6037263" y="5316538"/>
          <p14:tracePt t="17565" x="5586413" y="5259388"/>
          <p14:tracePt t="17575" x="5168900" y="5189538"/>
          <p14:tracePt t="17582" x="4751388" y="5119688"/>
          <p14:tracePt t="17594" x="4427538" y="5108575"/>
          <p14:tracePt t="17600" x="4206875" y="5073650"/>
          <p14:tracePt t="17606" x="3975100" y="5016500"/>
          <p14:tracePt t="17613" x="3917950" y="5016500"/>
          <p14:tracePt t="17653" x="3905250" y="5003800"/>
          <p14:tracePt t="17662" x="3883025" y="5003800"/>
          <p14:tracePt t="17677" x="3870325" y="5003800"/>
          <p14:tracePt t="17685" x="3859213" y="5003800"/>
          <p14:tracePt t="17693" x="3848100" y="5003800"/>
          <p14:tracePt t="17701" x="3835400" y="5003800"/>
          <p14:tracePt t="17717" x="3813175" y="5003800"/>
          <p14:tracePt t="17790" x="3789363" y="5003800"/>
          <p14:tracePt t="17797" x="3778250" y="4992688"/>
          <p14:tracePt t="17822" x="3778250" y="4970463"/>
          <p14:tracePt t="17837" x="3778250" y="4935538"/>
          <p14:tracePt t="17853" x="3789363" y="4935538"/>
          <p14:tracePt t="17861" x="3802063" y="4911725"/>
          <p14:tracePt t="17869" x="3813175" y="4911725"/>
          <p14:tracePt t="17877" x="3848100" y="4900613"/>
          <p14:tracePt t="17885" x="3848100" y="4887913"/>
          <p14:tracePt t="17893" x="3883025" y="4876800"/>
          <p14:tracePt t="17901" x="3917950" y="4854575"/>
          <p14:tracePt t="17909" x="3951288" y="4841875"/>
          <p14:tracePt t="17917" x="3998913" y="4841875"/>
          <p14:tracePt t="17925" x="4044950" y="4819650"/>
          <p14:tracePt t="17933" x="4090988" y="4819650"/>
          <p14:tracePt t="17941" x="4137025" y="4819650"/>
          <p14:tracePt t="17949" x="4160838" y="4819650"/>
          <p14:tracePt t="17957" x="4206875" y="4819650"/>
          <p14:tracePt t="17965" x="4217988" y="4819650"/>
          <p14:tracePt t="18063" x="4230688" y="4806950"/>
          <p14:tracePt t="18561" x="4230688" y="4795838"/>
          <p14:tracePt t="18847" x="4230688" y="4784725"/>
          <p14:tracePt t="18853" x="4217988" y="4784725"/>
          <p14:tracePt t="19171" x="4206875" y="4772025"/>
          <p14:tracePt t="19234" x="4206875" y="4760913"/>
          <p14:tracePt t="20952" x="4195763" y="4760913"/>
          <p14:tracePt t="20959" x="4183063" y="4749800"/>
          <p14:tracePt t="20970" x="4171950" y="4749800"/>
          <p14:tracePt t="21062" x="4171950" y="4738688"/>
          <p14:tracePt t="21069" x="4171950" y="4725988"/>
          <p14:tracePt t="21926" x="4171950" y="4703763"/>
          <p14:tracePt t="21941" x="4171950" y="4691063"/>
          <p14:tracePt t="21957" x="4171950" y="4679950"/>
          <p14:tracePt t="21973" x="4171950" y="4668838"/>
          <p14:tracePt t="21997" x="4171950" y="4657725"/>
          <p14:tracePt t="22104" x="4171950" y="4645025"/>
          <p14:tracePt t="22110" x="4160838" y="4622800"/>
          <p14:tracePt t="22117" x="4149725" y="4622800"/>
          <p14:tracePt t="22127" x="4149725" y="4610100"/>
          <p14:tracePt t="22139" x="4102100" y="4587875"/>
          <p14:tracePt t="22145" x="4090988" y="4587875"/>
          <p14:tracePt t="22151" x="4067175" y="4587875"/>
          <p14:tracePt t="22164" x="4033838" y="4575175"/>
          <p14:tracePt t="22175" x="3963988" y="4552950"/>
          <p14:tracePt t="22182" x="3929063" y="4552950"/>
          <p14:tracePt t="22189" x="3894138" y="4552950"/>
          <p14:tracePt t="22200" x="3859213" y="4552950"/>
          <p14:tracePt t="22206" x="3813175" y="4552950"/>
          <p14:tracePt t="22218" x="3789363" y="4529138"/>
          <p14:tracePt t="22224" x="3778250" y="4529138"/>
          <p14:tracePt t="23190" x="3778250" y="4518025"/>
          <p14:tracePt t="23222" x="3789363" y="4518025"/>
          <p14:tracePt t="23230" x="3802063" y="4518025"/>
          <p14:tracePt t="23238" x="3813175" y="4518025"/>
          <p14:tracePt t="23246" x="3824288" y="4518025"/>
          <p14:tracePt t="23254" x="3859213" y="4518025"/>
          <p14:tracePt t="23261" x="3894138" y="4518025"/>
          <p14:tracePt t="23270" x="3905250" y="4518025"/>
          <p14:tracePt t="23277" x="3929063" y="4529138"/>
          <p14:tracePt t="23285" x="3963988" y="4529138"/>
          <p14:tracePt t="23293" x="3975100" y="4529138"/>
          <p14:tracePt t="23303" x="4010025" y="4529138"/>
          <p14:tracePt t="23315" x="4044950" y="4552950"/>
          <p14:tracePt t="23321" x="4079875" y="4552950"/>
          <p14:tracePt t="23327" x="4102100" y="4552950"/>
          <p14:tracePt t="23339" x="4149725" y="4564063"/>
          <p14:tracePt t="23346" x="4230688" y="4564063"/>
          <p14:tracePt t="23351" x="4265613" y="4575175"/>
          <p14:tracePt t="23364" x="4333875" y="4598988"/>
          <p14:tracePt t="23369" x="4392613" y="4598988"/>
          <p14:tracePt t="23388" x="4508500" y="4633913"/>
          <p14:tracePt t="23395" x="4589463" y="4633913"/>
          <p14:tracePt t="23406" x="4659313" y="4657725"/>
          <p14:tracePt t="23413" x="4694238" y="4657725"/>
          <p14:tracePt t="23422" x="4716463" y="4668838"/>
          <p14:tracePt t="23429" x="4729163" y="4668838"/>
          <p14:tracePt t="23437" x="4740275" y="4668838"/>
          <p14:tracePt t="24615" x="4751388" y="4668838"/>
          <p14:tracePt t="24623" x="4762500" y="4633913"/>
          <p14:tracePt t="24630" x="4786313" y="4564063"/>
          <p14:tracePt t="24637" x="4810125" y="4483100"/>
          <p14:tracePt t="24645" x="4867275" y="4356100"/>
          <p14:tracePt t="24654" x="4891088" y="4240213"/>
          <p14:tracePt t="24662" x="4937125" y="4078288"/>
          <p14:tracePt t="24669" x="4983163" y="3938588"/>
          <p14:tracePt t="24677" x="5110163" y="3452813"/>
          <p14:tracePt t="24685" x="5168900" y="3186113"/>
          <p14:tracePt t="24693" x="5354638" y="2663825"/>
          <p14:tracePt t="24701" x="5481638" y="2166938"/>
          <p14:tracePt t="24709" x="5586413" y="1622425"/>
          <p14:tracePt t="24717" x="5737225" y="1077913"/>
          <p14:tracePt t="24725" x="5899150" y="520700"/>
          <p14:tracePt t="24733" x="6037263" y="80963"/>
        </p14:tracePtLst>
      </p14:laserTraceLst>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0B3CE-6D90-30A8-6960-155BCD7CBDA6}"/>
              </a:ext>
            </a:extLst>
          </p:cNvPr>
          <p:cNvSpPr>
            <a:spLocks noGrp="1"/>
          </p:cNvSpPr>
          <p:nvPr>
            <p:ph type="title"/>
          </p:nvPr>
        </p:nvSpPr>
        <p:spPr/>
        <p:txBody>
          <a:bodyPr/>
          <a:lstStyle/>
          <a:p>
            <a:r>
              <a:rPr lang="en-US" b="1"/>
              <a:t>Future direction: Weekly-Level Forecasting</a:t>
            </a:r>
            <a:endParaRPr lang="en-US"/>
          </a:p>
        </p:txBody>
      </p:sp>
      <p:sp>
        <p:nvSpPr>
          <p:cNvPr id="5" name="Slide Number Placeholder 4">
            <a:extLst>
              <a:ext uri="{FF2B5EF4-FFF2-40B4-BE49-F238E27FC236}">
                <a16:creationId xmlns:a16="http://schemas.microsoft.com/office/drawing/2014/main" id="{D820C5CC-7BB2-35F9-3B43-9B150D01CDEB}"/>
              </a:ext>
            </a:extLst>
          </p:cNvPr>
          <p:cNvSpPr>
            <a:spLocks noGrp="1"/>
          </p:cNvSpPr>
          <p:nvPr>
            <p:ph type="sldNum" sz="quarter" idx="12"/>
          </p:nvPr>
        </p:nvSpPr>
        <p:spPr/>
        <p:txBody>
          <a:bodyPr/>
          <a:lstStyle/>
          <a:p>
            <a:fld id="{6D22F896-40B5-4ADD-8801-0D06FADFA095}" type="slidenum">
              <a:rPr lang="en-US" b="1" smtClean="0"/>
              <a:t>20</a:t>
            </a:fld>
            <a:r>
              <a:rPr lang="en-US" b="1"/>
              <a:t>0</a:t>
            </a:r>
          </a:p>
        </p:txBody>
      </p:sp>
      <p:graphicFrame>
        <p:nvGraphicFramePr>
          <p:cNvPr id="6" name="Content Placeholder 22">
            <a:extLst>
              <a:ext uri="{FF2B5EF4-FFF2-40B4-BE49-F238E27FC236}">
                <a16:creationId xmlns:a16="http://schemas.microsoft.com/office/drawing/2014/main" id="{7520A937-1296-4999-1D44-8C60A7A1ECB6}"/>
              </a:ext>
            </a:extLst>
          </p:cNvPr>
          <p:cNvGraphicFramePr>
            <a:graphicFrameLocks noGrp="1"/>
          </p:cNvGraphicFramePr>
          <p:nvPr>
            <p:ph sz="half" idx="1"/>
          </p:nvPr>
        </p:nvGraphicFramePr>
        <p:xfrm>
          <a:off x="869111" y="1471942"/>
          <a:ext cx="5181600" cy="43513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7" name="Content Placeholder 27">
            <a:extLst>
              <a:ext uri="{FF2B5EF4-FFF2-40B4-BE49-F238E27FC236}">
                <a16:creationId xmlns:a16="http://schemas.microsoft.com/office/drawing/2014/main" id="{59882386-E104-E346-688D-45BC2727187E}"/>
              </a:ext>
            </a:extLst>
          </p:cNvPr>
          <p:cNvGraphicFramePr>
            <a:graphicFrameLocks noGrp="1"/>
          </p:cNvGraphicFramePr>
          <p:nvPr>
            <p:ph sz="half" idx="2"/>
          </p:nvPr>
        </p:nvGraphicFramePr>
        <p:xfrm>
          <a:off x="6172200" y="1471942"/>
          <a:ext cx="5181600" cy="4351338"/>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8" name="Rounded Rectangle 13">
            <a:extLst>
              <a:ext uri="{FF2B5EF4-FFF2-40B4-BE49-F238E27FC236}">
                <a16:creationId xmlns:a16="http://schemas.microsoft.com/office/drawing/2014/main" id="{9C430CA2-BA57-998F-3CA9-B6577E6BDA0C}"/>
              </a:ext>
            </a:extLst>
          </p:cNvPr>
          <p:cNvSpPr/>
          <p:nvPr/>
        </p:nvSpPr>
        <p:spPr>
          <a:xfrm>
            <a:off x="838200" y="5891268"/>
            <a:ext cx="10515600" cy="530352"/>
          </a:xfrm>
          <a:prstGeom prst="roundRect">
            <a:avLst/>
          </a:prstGeom>
          <a:solidFill>
            <a:srgbClr val="DDDDDD"/>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00" b="1">
                <a:solidFill>
                  <a:srgbClr val="0A0A0A"/>
                </a:solidFill>
                <a:latin typeface="Aptos"/>
              </a:rPr>
              <a:t>Key idea: Weekly data smooths short-term fluctuations, leading to more stable and reliable forecasts.</a:t>
            </a:r>
          </a:p>
        </p:txBody>
      </p:sp>
      <p:pic>
        <p:nvPicPr>
          <p:cNvPr id="22" name="Video 21">
            <a:hlinkClick r:id="" action="ppaction://media"/>
            <a:extLst>
              <a:ext uri="{FF2B5EF4-FFF2-40B4-BE49-F238E27FC236}">
                <a16:creationId xmlns:a16="http://schemas.microsoft.com/office/drawing/2014/main" id="{B047EDC7-3099-322E-2BDF-740C341D9117}"/>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15"/>
          <a:srcRect l="21875" r="21875"/>
          <a:stretch>
            <a:fillRect/>
          </a:stretch>
        </p:blipFill>
        <p:spPr>
          <a:xfrm>
            <a:off x="11303747" y="691402"/>
            <a:ext cx="780540" cy="780540"/>
          </a:xfrm>
          <a:prstGeom prst="ellipse">
            <a:avLst/>
          </a:prstGeom>
        </p:spPr>
      </p:pic>
    </p:spTree>
    <p:extLst>
      <p:ext uri="{BB962C8B-B14F-4D97-AF65-F5344CB8AC3E}">
        <p14:creationId xmlns:p14="http://schemas.microsoft.com/office/powerpoint/2010/main" val="769738856"/>
      </p:ext>
    </p:extLst>
  </p:cSld>
  <p:clrMapOvr>
    <a:masterClrMapping/>
  </p:clrMapOvr>
  <p:transition spd="slow" advTm="18713">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2"/>
                </p:tgtEl>
              </p:cMediaNode>
            </p:video>
            <p:seq concurrent="1" nextAc="seek">
              <p:cTn id="8" restart="whenNotActive" fill="hold" evtFilter="cancelBubble" nodeType="interactiveSeq">
                <p:stCondLst>
                  <p:cond evt="onClick" delay="0">
                    <p:tgtEl>
                      <p:spTgt spid="2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2"/>
                                        </p:tgtEl>
                                      </p:cBhvr>
                                    </p:cmd>
                                  </p:childTnLst>
                                </p:cTn>
                              </p:par>
                            </p:childTnLst>
                          </p:cTn>
                        </p:par>
                      </p:childTnLst>
                    </p:cTn>
                  </p:par>
                </p:childTnLst>
              </p:cTn>
              <p:nextCondLst>
                <p:cond evt="onClick" delay="0">
                  <p:tgtEl>
                    <p:spTgt spid="22"/>
                  </p:tgtEl>
                </p:cond>
              </p:nextCondLst>
            </p:seq>
          </p:childTnLst>
        </p:cTn>
      </p:par>
    </p:tnLst>
  </p:timing>
  <p:extLst>
    <p:ext uri="{3A86A75C-4F4B-4683-9AE1-C65F6400EC91}">
      <p14:laserTraceLst xmlns:p14="http://schemas.microsoft.com/office/powerpoint/2010/main">
        <p14:tracePtLst>
          <p14:tracePt t="23" x="6815138" y="3070225"/>
          <p14:tracePt t="38" x="6896100" y="3070225"/>
          <p14:tracePt t="39" x="6953250" y="3070225"/>
          <p14:tracePt t="49" x="7011988" y="3070225"/>
          <p14:tracePt t="55" x="7046913" y="3070225"/>
          <p14:tracePt t="63" x="7081838" y="3070225"/>
          <p14:tracePt t="70" x="7127875" y="3070225"/>
          <p14:tracePt t="79" x="7138988" y="3070225"/>
          <p14:tracePt t="439" x="7150100" y="3070225"/>
          <p14:tracePt t="471" x="7162800" y="3070225"/>
          <p14:tracePt t="1122" x="7185025" y="3070225"/>
          <p14:tracePt t="1127" x="7197725" y="3057525"/>
          <p14:tracePt t="1135" x="7208838" y="3057525"/>
          <p14:tracePt t="1142" x="7219950" y="3057525"/>
          <p14:tracePt t="1151" x="7231063" y="3046413"/>
          <p14:tracePt t="1158" x="7243763" y="3046413"/>
          <p14:tracePt t="1166" x="7265988" y="3046413"/>
          <p14:tracePt t="1183" x="7289800" y="3024188"/>
          <p14:tracePt t="1199" x="7300913" y="3024188"/>
          <p14:tracePt t="1223" x="7313613" y="3024188"/>
          <p14:tracePt t="1231" x="7324725" y="3024188"/>
          <p14:tracePt t="1239" x="7335838" y="3024188"/>
          <p14:tracePt t="1254" x="7346950" y="3024188"/>
          <p14:tracePt t="1263" x="7370763" y="3024188"/>
          <p14:tracePt t="1296" x="7381875" y="3000375"/>
          <p14:tracePt t="5607" x="7394575" y="3024188"/>
          <p14:tracePt t="5615" x="7405688" y="3024188"/>
          <p14:tracePt t="5623" x="7440613" y="3024188"/>
          <p14:tracePt t="5631" x="7475538" y="3024188"/>
          <p14:tracePt t="5638" x="7521575" y="3024188"/>
          <p14:tracePt t="5649" x="7556500" y="3024188"/>
          <p14:tracePt t="5661" x="7637463" y="3011488"/>
          <p14:tracePt t="5667" x="7718425" y="3011488"/>
          <p14:tracePt t="5679" x="7893050" y="2976563"/>
          <p14:tracePt t="5686" x="7974013" y="2976563"/>
          <p14:tracePt t="5694" x="8054975" y="2943225"/>
          <p14:tracePt t="5703" x="8101013" y="2930525"/>
          <p14:tracePt t="5710" x="8170863" y="2919413"/>
          <p14:tracePt t="5718" x="8205788" y="2895600"/>
          <p14:tracePt t="5734" x="8228013" y="2895600"/>
          <p14:tracePt t="5740" x="8286750" y="2873375"/>
          <p14:tracePt t="5746" x="8308975" y="2873375"/>
          <p14:tracePt t="5752" x="8343900" y="2860675"/>
          <p14:tracePt t="5758" x="8356600" y="2860675"/>
          <p14:tracePt t="5766" x="8367713" y="2860675"/>
          <p14:tracePt t="5776" x="8402638" y="2849563"/>
          <p14:tracePt t="5783" x="8424863" y="2827338"/>
          <p14:tracePt t="5801" x="8529638" y="2722563"/>
          <p14:tracePt t="5807" x="8564563" y="2687638"/>
          <p14:tracePt t="5815" x="8599488" y="2628900"/>
          <p14:tracePt t="5825" x="8634413" y="2571750"/>
          <p14:tracePt t="5831" x="8645525" y="2536825"/>
          <p14:tracePt t="5845" x="8680450" y="2479675"/>
          <p14:tracePt t="5849" x="8680450" y="2444750"/>
          <p14:tracePt t="5865" x="8680450" y="2328863"/>
          <p14:tracePt t="5871" x="8680450" y="2282825"/>
          <p14:tracePt t="5879" x="8680450" y="2212975"/>
          <p14:tracePt t="5886" x="8669338" y="2108200"/>
          <p14:tracePt t="5894" x="8599488" y="2051050"/>
          <p14:tracePt t="5903" x="8505825" y="1957388"/>
          <p14:tracePt t="5911" x="8378825" y="1887538"/>
          <p14:tracePt t="5919" x="8262938" y="1841500"/>
          <p14:tracePt t="5927" x="8135938" y="1795463"/>
          <p14:tracePt t="5935" x="8042275" y="1771650"/>
          <p14:tracePt t="5943" x="7961313" y="1760538"/>
          <p14:tracePt t="5951" x="7915275" y="1749425"/>
          <p14:tracePt t="5958" x="7904163" y="1749425"/>
          <p14:tracePt t="5974" x="7893050" y="1749425"/>
          <p14:tracePt t="5983" x="7880350" y="1749425"/>
          <p14:tracePt t="5990" x="7880350" y="1760538"/>
          <p14:tracePt t="5999" x="7858125" y="1771650"/>
          <p14:tracePt t="6006" x="7834313" y="1806575"/>
          <p14:tracePt t="6014" x="7753350" y="1876425"/>
          <p14:tracePt t="6022" x="7694613" y="1970088"/>
          <p14:tracePt t="6031" x="7626350" y="2062163"/>
          <p14:tracePt t="6038" x="7567613" y="2143125"/>
          <p14:tracePt t="6046" x="7510463" y="2235200"/>
          <p14:tracePt t="6054" x="7451725" y="2339975"/>
          <p14:tracePt t="6063" x="7405688" y="2444750"/>
          <p14:tracePt t="6071" x="7370763" y="2536825"/>
          <p14:tracePt t="6079" x="7370763" y="2617788"/>
          <p14:tracePt t="6086" x="7370763" y="2698750"/>
          <p14:tracePt t="6095" x="7370763" y="2779713"/>
          <p14:tracePt t="6103" x="7370763" y="2860675"/>
          <p14:tracePt t="6111" x="7381875" y="2943225"/>
          <p14:tracePt t="6119" x="7405688" y="3000375"/>
          <p14:tracePt t="6127" x="7416800" y="3035300"/>
          <p14:tracePt t="6134" x="7440613" y="3070225"/>
          <p14:tracePt t="6142" x="7462838" y="3105150"/>
          <p14:tracePt t="6150" x="7486650" y="3127375"/>
          <p14:tracePt t="6158" x="7510463" y="3140075"/>
          <p14:tracePt t="6166" x="7556500" y="3162300"/>
          <p14:tracePt t="6175" x="7602538" y="3173413"/>
          <p14:tracePt t="6182" x="7683500" y="3208338"/>
          <p14:tracePt t="6191" x="7764463" y="3208338"/>
          <p14:tracePt t="6198" x="7845425" y="3208338"/>
          <p14:tracePt t="6206" x="7904163" y="3208338"/>
          <p14:tracePt t="6215" x="7996238" y="3208338"/>
          <p14:tracePt t="6223" x="8077200" y="3208338"/>
          <p14:tracePt t="6231" x="8158163" y="3208338"/>
          <p14:tracePt t="6238" x="8228013" y="3173413"/>
          <p14:tracePt t="6246" x="8308975" y="3127375"/>
          <p14:tracePt t="6255" x="8332788" y="3127375"/>
          <p14:tracePt t="6262" x="8356600" y="3105150"/>
          <p14:tracePt t="6271" x="8367713" y="3081338"/>
          <p14:tracePt t="6278" x="8378825" y="3070225"/>
          <p14:tracePt t="6286" x="8402638" y="3070225"/>
          <p14:tracePt t="6303" x="8402638" y="3057525"/>
          <p14:tracePt t="6310" x="8413750" y="3046413"/>
          <p14:tracePt t="6318" x="8413750" y="3035300"/>
          <p14:tracePt t="6326" x="8437563" y="3000375"/>
          <p14:tracePt t="6334" x="8437563" y="2989263"/>
          <p14:tracePt t="6342" x="8437563" y="2965450"/>
          <p14:tracePt t="6351" x="8448675" y="2943225"/>
          <p14:tracePt t="6359" x="8448675" y="2908300"/>
          <p14:tracePt t="6367" x="8448675" y="2884488"/>
          <p14:tracePt t="6374" x="8448675" y="2849563"/>
          <p14:tracePt t="6383" x="8448675" y="2838450"/>
          <p14:tracePt t="6390" x="8448675" y="2827338"/>
          <p14:tracePt t="6399" x="8437563" y="2803525"/>
          <p14:tracePt t="6406" x="8424863" y="2779713"/>
          <p14:tracePt t="6414" x="8413750" y="2779713"/>
          <p14:tracePt t="6422" x="8402638" y="2757488"/>
          <p14:tracePt t="6481" x="8389938" y="2757488"/>
          <p14:tracePt t="6487" x="8378825" y="2744788"/>
          <p14:tracePt t="6494" x="8367713" y="2744788"/>
          <p14:tracePt t="6502" x="8332788" y="2744788"/>
          <p14:tracePt t="6510" x="8321675" y="2722563"/>
          <p14:tracePt t="6518" x="8274050" y="2722563"/>
          <p14:tracePt t="6526" x="8228013" y="2722563"/>
          <p14:tracePt t="6534" x="8170863" y="2711450"/>
          <p14:tracePt t="6543" x="8112125" y="2711450"/>
          <p14:tracePt t="6550" x="8042275" y="2687638"/>
          <p14:tracePt t="6558" x="7985125" y="2687638"/>
          <p14:tracePt t="6567" x="7950200" y="2687638"/>
          <p14:tracePt t="6575" x="7939088" y="2687638"/>
          <p14:tracePt t="6582" x="7926388" y="2687638"/>
          <p14:tracePt t="6598" x="7915275" y="2687638"/>
          <p14:tracePt t="6623" x="7904163" y="2687638"/>
          <p14:tracePt t="6631" x="7880350" y="2687638"/>
          <p14:tracePt t="6663" x="7869238" y="2687638"/>
          <p14:tracePt t="6688" x="7845425" y="2698750"/>
          <p14:tracePt t="6743" x="7834313" y="2711450"/>
          <p14:tracePt t="6768" x="7810500" y="2733675"/>
          <p14:tracePt t="6791" x="7788275" y="2757488"/>
          <p14:tracePt t="6807" x="7777163" y="2768600"/>
          <p14:tracePt t="6823" x="7764463" y="2779713"/>
          <p14:tracePt t="6839" x="7753350" y="2792413"/>
          <p14:tracePt t="6855" x="7742238" y="2803525"/>
          <p14:tracePt t="6879" x="7729538" y="2814638"/>
          <p14:tracePt t="6895" x="7718425" y="2827338"/>
          <p14:tracePt t="6903" x="7707313" y="2827338"/>
          <p14:tracePt t="6919" x="7707313" y="2838450"/>
          <p14:tracePt t="6926" x="7707313" y="2849563"/>
          <p14:tracePt t="6934" x="7694613" y="2860675"/>
          <p14:tracePt t="6951" x="7694613" y="2873375"/>
          <p14:tracePt t="6966" x="7694613" y="2884488"/>
          <p14:tracePt t="6982" x="7694613" y="2895600"/>
          <p14:tracePt t="6990" x="7694613" y="2908300"/>
          <p14:tracePt t="7007" x="7694613" y="2943225"/>
          <p14:tracePt t="7031" x="7694613" y="2954338"/>
          <p14:tracePt t="7777" x="7694613" y="2965450"/>
          <p14:tracePt t="7799" x="7707313" y="2965450"/>
          <p14:tracePt t="7807" x="7718425" y="2965450"/>
          <p14:tracePt t="7815" x="7742238" y="2965450"/>
          <p14:tracePt t="7822" x="7764463" y="2943225"/>
          <p14:tracePt t="7830" x="7799388" y="2930525"/>
          <p14:tracePt t="7838" x="7845425" y="2908300"/>
          <p14:tracePt t="7846" x="7869238" y="2895600"/>
          <p14:tracePt t="7855" x="7915275" y="2895600"/>
          <p14:tracePt t="7862" x="7961313" y="2895600"/>
          <p14:tracePt t="7871" x="7996238" y="2884488"/>
          <p14:tracePt t="7879" x="8054975" y="2838450"/>
          <p14:tracePt t="7887" x="8089900" y="2838450"/>
          <p14:tracePt t="7896" x="8101013" y="2827338"/>
          <p14:tracePt t="8193" x="8124825" y="2827338"/>
          <p14:tracePt t="8201" x="8181975" y="2827338"/>
          <p14:tracePt t="8207" x="8274050" y="2827338"/>
          <p14:tracePt t="8214" x="8402638" y="2827338"/>
          <p14:tracePt t="8222" x="8553450" y="2827338"/>
          <p14:tracePt t="8230" x="8680450" y="2827338"/>
          <p14:tracePt t="8239" x="8842375" y="2827338"/>
          <p14:tracePt t="8246" x="8969375" y="2827338"/>
          <p14:tracePt t="8255" x="9132888" y="2827338"/>
          <p14:tracePt t="8262" x="9248775" y="2827338"/>
          <p14:tracePt t="8270" x="9340850" y="2827338"/>
          <p14:tracePt t="8278" x="9445625" y="2827338"/>
          <p14:tracePt t="8287" x="9515475" y="2827338"/>
          <p14:tracePt t="8294" x="9596438" y="2827338"/>
          <p14:tracePt t="8303" x="9653588" y="2827338"/>
          <p14:tracePt t="8310" x="9734550" y="2827338"/>
          <p14:tracePt t="8318" x="9782175" y="2827338"/>
          <p14:tracePt t="8326" x="9839325" y="2827338"/>
          <p14:tracePt t="8334" x="9863138" y="2827338"/>
          <p14:tracePt t="8342" x="9874250" y="2827338"/>
          <p14:tracePt t="8350" x="9909175" y="2827338"/>
          <p14:tracePt t="8358" x="9920288" y="2827338"/>
          <p14:tracePt t="8527" x="9931400" y="2827338"/>
          <p14:tracePt t="8534" x="9944100" y="2827338"/>
          <p14:tracePt t="8616" x="9955213" y="2827338"/>
          <p14:tracePt t="8622" x="9979025" y="2838450"/>
          <p14:tracePt t="8631" x="10001250" y="2860675"/>
          <p14:tracePt t="8639" x="10047288" y="2860675"/>
          <p14:tracePt t="8646" x="10082213" y="2873375"/>
          <p14:tracePt t="8655" x="10106025" y="2873375"/>
          <p14:tracePt t="8662" x="10129838" y="2884488"/>
          <p14:tracePt t="8670" x="10140950" y="2884488"/>
          <p14:tracePt t="8679" x="10152063" y="2884488"/>
          <p14:tracePt t="8686" x="10163175" y="2895600"/>
          <p14:tracePt t="9526" x="10186988" y="2895600"/>
          <p14:tracePt t="9607" x="10198100" y="2919413"/>
          <p14:tracePt t="9615" x="10210800" y="2930525"/>
          <p14:tracePt t="9622" x="10221913" y="2930525"/>
          <p14:tracePt t="9631" x="10233025" y="2930525"/>
          <p14:tracePt t="9638" x="10245725" y="2930525"/>
          <p14:tracePt t="9646" x="10256838" y="2930525"/>
          <p14:tracePt t="9735" x="10267950" y="2943225"/>
          <p14:tracePt t="9742" x="10291763" y="2954338"/>
          <p14:tracePt t="9759" x="10302875" y="2954338"/>
          <p14:tracePt t="9767" x="10313988" y="2954338"/>
          <p14:tracePt t="9775" x="10326688" y="2965450"/>
          <p14:tracePt t="9782" x="10337800" y="2976563"/>
          <p14:tracePt t="9897" x="10348913" y="2976563"/>
          <p14:tracePt t="9910" x="10383838" y="2976563"/>
          <p14:tracePt t="9918" x="10407650" y="2976563"/>
          <p14:tracePt t="9927" x="10442575" y="2976563"/>
          <p14:tracePt t="9935" x="10464800" y="2976563"/>
          <p14:tracePt t="9950" x="10499725" y="2976563"/>
          <p14:tracePt t="9958" x="10510838" y="3000375"/>
          <p14:tracePt t="9966" x="10545763" y="3000375"/>
          <p14:tracePt t="9974" x="10558463" y="3000375"/>
          <p14:tracePt t="9984" x="10569575" y="3011488"/>
          <p14:tracePt t="10071" x="10580688" y="3011488"/>
          <p14:tracePt t="10086" x="10593388" y="3024188"/>
          <p14:tracePt t="12857" x="10580688" y="3024188"/>
          <p14:tracePt t="12871" x="10569575" y="3024188"/>
          <p14:tracePt t="12879" x="10545763" y="3024188"/>
          <p14:tracePt t="12895" x="10510838" y="3024188"/>
          <p14:tracePt t="12903" x="10488613" y="3024188"/>
          <p14:tracePt t="12911" x="10464800" y="3024188"/>
          <p14:tracePt t="12919" x="10429875" y="3024188"/>
          <p14:tracePt t="12928" x="10348913" y="3092450"/>
          <p14:tracePt t="12940" x="10302875" y="3140075"/>
          <p14:tracePt t="12945" x="10279063" y="3140075"/>
          <p14:tracePt t="12959" x="10245725" y="3140075"/>
          <p14:tracePt t="12970" x="10233025" y="3151188"/>
          <p14:tracePt t="12976" x="10221913" y="3151188"/>
          <p14:tracePt t="12982" x="10186988" y="3151188"/>
          <p14:tracePt t="12994" x="10175875" y="3151188"/>
          <p14:tracePt t="13007" x="10106025" y="3151188"/>
          <p14:tracePt t="13014" x="10071100" y="3151188"/>
          <p14:tracePt t="13022" x="10013950" y="3151188"/>
          <p14:tracePt t="13031" x="9966325" y="3151188"/>
          <p14:tracePt t="13038" x="9885363" y="3186113"/>
          <p14:tracePt t="13046" x="9863138" y="3186113"/>
          <p14:tracePt t="13061" x="9782175" y="3197225"/>
          <p14:tracePt t="13067" x="9712325" y="3197225"/>
          <p14:tracePt t="13079" x="9561513" y="3232150"/>
          <p14:tracePt t="13086" x="9491663" y="3267075"/>
          <p14:tracePt t="13095" x="9386888" y="3302000"/>
          <p14:tracePt t="13102" x="9305925" y="3324225"/>
          <p14:tracePt t="13110" x="9248775" y="3348038"/>
          <p14:tracePt t="13118" x="9167813" y="3371850"/>
          <p14:tracePt t="13126" x="9074150" y="3417888"/>
          <p14:tracePt t="13134" x="8993188" y="3463925"/>
          <p14:tracePt t="13142" x="8888413" y="3498850"/>
          <p14:tracePt t="13151" x="8842375" y="3509963"/>
          <p14:tracePt t="13158" x="8772525" y="3556000"/>
          <p14:tracePt t="13166" x="8691563" y="3614738"/>
          <p14:tracePt t="13174" x="8634413" y="3636963"/>
          <p14:tracePt t="13182" x="8610600" y="3649663"/>
          <p14:tracePt t="13191" x="8564563" y="3660775"/>
          <p14:tracePt t="13198" x="8540750" y="3684588"/>
          <p14:tracePt t="13207" x="8494713" y="3706813"/>
          <p14:tracePt t="13214" x="8472488" y="3706813"/>
          <p14:tracePt t="13222" x="8459788" y="3730625"/>
          <p14:tracePt t="13231" x="8437563" y="3741738"/>
          <p14:tracePt t="13238" x="8424863" y="3765550"/>
          <p14:tracePt t="13246" x="8413750" y="3765550"/>
          <p14:tracePt t="13255" x="8413750" y="3776663"/>
          <p14:tracePt t="13262" x="8402638" y="3800475"/>
          <p14:tracePt t="13270" x="8389938" y="3811588"/>
          <p14:tracePt t="13287" x="8378825" y="3833813"/>
          <p14:tracePt t="13294" x="8378825" y="3846513"/>
          <p14:tracePt t="13343" x="8378825" y="3857625"/>
          <p14:tracePt t="13361" x="8378825" y="3868738"/>
          <p14:tracePt t="13384" x="8378825" y="3881438"/>
          <p14:tracePt t="13415" x="8378825" y="3892550"/>
          <p14:tracePt t="13423" x="8389938" y="3892550"/>
          <p14:tracePt t="13650" x="8402638" y="3892550"/>
          <p14:tracePt t="13662" x="8424863" y="3892550"/>
          <p14:tracePt t="13703" x="8448675" y="3892550"/>
          <p14:tracePt t="13718" x="8472488" y="3892550"/>
          <p14:tracePt t="13726" x="8483600" y="3892550"/>
          <p14:tracePt t="13734" x="8494713" y="3892550"/>
          <p14:tracePt t="13742" x="8505825" y="3892550"/>
          <p14:tracePt t="13750" x="8529638" y="3892550"/>
          <p14:tracePt t="13758" x="8553450" y="3892550"/>
          <p14:tracePt t="13766" x="8564563" y="3892550"/>
          <p14:tracePt t="13774" x="8588375" y="3903663"/>
          <p14:tracePt t="13782" x="8645525" y="3903663"/>
          <p14:tracePt t="13790" x="8691563" y="3903663"/>
          <p14:tracePt t="13798" x="8750300" y="3903663"/>
          <p14:tracePt t="13806" x="8807450" y="3903663"/>
          <p14:tracePt t="13814" x="8888413" y="3903663"/>
          <p14:tracePt t="13822" x="8969375" y="3903663"/>
          <p14:tracePt t="13831" x="9063038" y="3903663"/>
          <p14:tracePt t="13839" x="9120188" y="3903663"/>
          <p14:tracePt t="13846" x="9213850" y="3903663"/>
          <p14:tracePt t="13855" x="9294813" y="3903663"/>
          <p14:tracePt t="13862" x="9340850" y="3903663"/>
          <p14:tracePt t="13870" x="9386888" y="3868738"/>
          <p14:tracePt t="13878" x="9434513" y="3857625"/>
          <p14:tracePt t="13886" x="9480550" y="3833813"/>
          <p14:tracePt t="13894" x="9502775" y="3822700"/>
          <p14:tracePt t="13903" x="9537700" y="3800475"/>
          <p14:tracePt t="13910" x="9572625" y="3787775"/>
          <p14:tracePt t="13918" x="9596438" y="3765550"/>
          <p14:tracePt t="13927" x="9618663" y="3752850"/>
          <p14:tracePt t="13934" x="9642475" y="3741738"/>
          <p14:tracePt t="13943" x="9677400" y="3706813"/>
          <p14:tracePt t="13951" x="9688513" y="3695700"/>
          <p14:tracePt t="13959" x="9723438" y="3671888"/>
          <p14:tracePt t="13967" x="9758363" y="3660775"/>
          <p14:tracePt t="13975" x="9793288" y="3625850"/>
          <p14:tracePt t="13982" x="9839325" y="3614738"/>
          <p14:tracePt t="13991" x="9850438" y="3602038"/>
          <p14:tracePt t="13999" x="9885363" y="3579813"/>
          <p14:tracePt t="14007" x="9909175" y="3568700"/>
          <p14:tracePt t="14015" x="9955213" y="3533775"/>
          <p14:tracePt t="14022" x="9990138" y="3509963"/>
          <p14:tracePt t="14031" x="10001250" y="3498850"/>
          <p14:tracePt t="14038" x="10013950" y="3486150"/>
          <p14:tracePt t="14048" x="10025063" y="3486150"/>
          <p14:tracePt t="14063" x="10036175" y="3475038"/>
          <p14:tracePt t="14079" x="10047288" y="3452813"/>
          <p14:tracePt t="14095" x="10059988" y="3452813"/>
          <p14:tracePt t="14102" x="10071100" y="3440113"/>
          <p14:tracePt t="14111" x="10071100" y="3429000"/>
          <p14:tracePt t="14126" x="10094913" y="3405188"/>
          <p14:tracePt t="14134" x="10106025" y="3394075"/>
          <p14:tracePt t="14143" x="10117138" y="3359150"/>
          <p14:tracePt t="14158" x="10129838" y="3359150"/>
          <p14:tracePt t="14166" x="10129838" y="3348038"/>
          <p14:tracePt t="14182" x="10140950" y="3336925"/>
          <p14:tracePt t="14198" x="10152063" y="3336925"/>
          <p14:tracePt t="14224" x="10152063" y="3324225"/>
          <p14:tracePt t="14231" x="10152063" y="3313113"/>
          <p14:tracePt t="14555" x="10175875" y="3302000"/>
          <p14:tracePt t="14587" x="10186988" y="3302000"/>
          <p14:tracePt t="14590" x="10198100" y="3302000"/>
          <p14:tracePt t="14606" x="10221913" y="3302000"/>
          <p14:tracePt t="14623" x="10245725" y="3302000"/>
          <p14:tracePt t="14631" x="10256838" y="3302000"/>
          <p14:tracePt t="14639" x="10267950" y="3302000"/>
          <p14:tracePt t="14655" x="10279063" y="3302000"/>
          <p14:tracePt t="14713" x="10291763" y="3302000"/>
          <p14:tracePt t="14719" x="10302875" y="3302000"/>
          <p14:tracePt t="14726" x="10326688" y="3302000"/>
          <p14:tracePt t="14734" x="10361613" y="3302000"/>
          <p14:tracePt t="14743" x="10383838" y="3313113"/>
          <p14:tracePt t="14751" x="10394950" y="3313113"/>
          <p14:tracePt t="14759" x="10407650" y="3313113"/>
          <p14:tracePt t="14766" x="10418763" y="3313113"/>
          <p14:tracePt t="14774" x="10429875" y="3324225"/>
          <p14:tracePt t="15307" x="10407650" y="3324225"/>
          <p14:tracePt t="15313" x="10383838" y="3324225"/>
          <p14:tracePt t="15319" x="10348913" y="3359150"/>
          <p14:tracePt t="15334" x="10337800" y="3359150"/>
          <p14:tracePt t="15339" x="10313988" y="3359150"/>
          <p14:tracePt t="15345" x="10267950" y="3382963"/>
          <p14:tracePt t="15352" x="10221913" y="3394075"/>
          <p14:tracePt t="15358" x="10175875" y="3405188"/>
          <p14:tracePt t="15366" x="10129838" y="3429000"/>
          <p14:tracePt t="15374" x="10059988" y="3440113"/>
          <p14:tracePt t="15383" x="10001250" y="3463925"/>
          <p14:tracePt t="15391" x="9909175" y="3509963"/>
          <p14:tracePt t="15399" x="9815513" y="3533775"/>
          <p14:tracePt t="15406" x="9723438" y="3579813"/>
          <p14:tracePt t="15415" x="9607550" y="3625850"/>
          <p14:tracePt t="15424" x="9502775" y="3636963"/>
          <p14:tracePt t="15431" x="9399588" y="3671888"/>
          <p14:tracePt t="15438" x="9318625" y="3684588"/>
          <p14:tracePt t="15446" x="9236075" y="3730625"/>
          <p14:tracePt t="15455" x="9155113" y="3741738"/>
          <p14:tracePt t="15462" x="9085263" y="3765550"/>
          <p14:tracePt t="15470" x="9028113" y="3787775"/>
          <p14:tracePt t="15479" x="8982075" y="3787775"/>
          <p14:tracePt t="15486" x="8912225" y="3846513"/>
          <p14:tracePt t="15494" x="8866188" y="3881438"/>
          <p14:tracePt t="15502" x="8820150" y="3903663"/>
          <p14:tracePt t="15510" x="8796338" y="3914775"/>
          <p14:tracePt t="15519" x="8750300" y="3949700"/>
          <p14:tracePt t="15526" x="8737600" y="3949700"/>
          <p14:tracePt t="15534" x="8704263" y="3973513"/>
          <p14:tracePt t="15542" x="8691563" y="3973513"/>
          <p14:tracePt t="15550" x="8669338" y="3984625"/>
          <p14:tracePt t="15574" x="8645525" y="4008438"/>
          <p14:tracePt t="15590" x="8634413" y="4019550"/>
          <p14:tracePt t="16199" x="8634413" y="4043363"/>
          <p14:tracePt t="16632" x="8645525" y="4043363"/>
          <p14:tracePt t="16815" x="8669338" y="4030663"/>
          <p14:tracePt t="16822" x="8680450" y="4030663"/>
          <p14:tracePt t="16830" x="8691563" y="4008438"/>
          <p14:tracePt t="16839" x="8715375" y="4008438"/>
          <p14:tracePt t="16847" x="8726488" y="4008438"/>
          <p14:tracePt t="16855" x="8750300" y="4008438"/>
          <p14:tracePt t="16862" x="8772525" y="4008438"/>
          <p14:tracePt t="16870" x="8831263" y="4008438"/>
          <p14:tracePt t="16879" x="8866188" y="4008438"/>
          <p14:tracePt t="16886" x="8912225" y="4008438"/>
          <p14:tracePt t="16894" x="8969375" y="4008438"/>
          <p14:tracePt t="16903" x="9028113" y="4008438"/>
          <p14:tracePt t="16910" x="9074150" y="4008438"/>
          <p14:tracePt t="16919" x="9120188" y="4008438"/>
          <p14:tracePt t="16927" x="9155113" y="4008438"/>
          <p14:tracePt t="16934" x="9190038" y="4008438"/>
          <p14:tracePt t="16943" x="9224963" y="4008438"/>
          <p14:tracePt t="16950" x="9259888" y="4008438"/>
          <p14:tracePt t="16960" x="9294813" y="4008438"/>
          <p14:tracePt t="16966" x="9340850" y="4008438"/>
          <p14:tracePt t="16975" x="9386888" y="4030663"/>
          <p14:tracePt t="16982" x="9421813" y="4030663"/>
          <p14:tracePt t="16991" x="9434513" y="4043363"/>
          <p14:tracePt t="16998" x="9445625" y="4043363"/>
          <p14:tracePt t="17007" x="9467850" y="4043363"/>
          <p14:tracePt t="17014" x="9491663" y="4043363"/>
          <p14:tracePt t="17023" x="9526588" y="4043363"/>
          <p14:tracePt t="17030" x="9537700" y="4043363"/>
          <p14:tracePt t="17039" x="9561513" y="4043363"/>
          <p14:tracePt t="17046" x="9596438" y="4043363"/>
          <p14:tracePt t="17055" x="9607550" y="4043363"/>
          <p14:tracePt t="17063" x="9618663" y="4043363"/>
          <p14:tracePt t="17070" x="9642475" y="4043363"/>
          <p14:tracePt t="17079" x="9666288" y="4043363"/>
          <p14:tracePt t="17087" x="9699625" y="4043363"/>
          <p14:tracePt t="17094" x="9723438" y="4043363"/>
          <p14:tracePt t="17103" x="9747250" y="4043363"/>
          <p14:tracePt t="17110" x="9758363" y="4043363"/>
          <p14:tracePt t="17118" x="9793288" y="4043363"/>
          <p14:tracePt t="17126" x="9815513" y="4043363"/>
          <p14:tracePt t="17142" x="9839325" y="4043363"/>
          <p14:tracePt t="17150" x="9850438" y="4043363"/>
          <p14:tracePt t="17202" x="9863138" y="4043363"/>
          <p14:tracePt t="17207" x="9874250" y="4043363"/>
          <p14:tracePt t="17215" x="9885363" y="4030663"/>
          <p14:tracePt t="17231" x="9898063" y="4019550"/>
          <p14:tracePt t="17238" x="9909175" y="3997325"/>
          <p14:tracePt t="17246" x="9920288" y="3984625"/>
          <p14:tracePt t="17255" x="9920288" y="3973513"/>
          <p14:tracePt t="17262" x="9931400" y="3949700"/>
          <p14:tracePt t="17270" x="9955213" y="3927475"/>
          <p14:tracePt t="17279" x="9966325" y="3914775"/>
          <p14:tracePt t="17286" x="9979025" y="3892550"/>
          <p14:tracePt t="17294" x="9990138" y="3881438"/>
          <p14:tracePt t="17303" x="10013950" y="3857625"/>
          <p14:tracePt t="17310" x="10013950" y="3846513"/>
          <p14:tracePt t="17319" x="10025063" y="3833813"/>
          <p14:tracePt t="17326" x="10047288" y="3800475"/>
          <p14:tracePt t="17334" x="10047288" y="3787775"/>
          <p14:tracePt t="17342" x="10082213" y="3765550"/>
          <p14:tracePt t="17351" x="10094913" y="3752850"/>
          <p14:tracePt t="17358" x="10117138" y="3730625"/>
          <p14:tracePt t="17366" x="10163175" y="3706813"/>
          <p14:tracePt t="17374" x="10175875" y="3684588"/>
          <p14:tracePt t="17382" x="10210800" y="3649663"/>
          <p14:tracePt t="17390" x="10233025" y="3602038"/>
          <p14:tracePt t="17398" x="10245725" y="3568700"/>
          <p14:tracePt t="17406" x="10267950" y="3486150"/>
          <p14:tracePt t="17414" x="10279063" y="3429000"/>
          <p14:tracePt t="17422" x="10326688" y="3324225"/>
          <p14:tracePt t="17430" x="10337800" y="3243263"/>
          <p14:tracePt t="17439" x="10372725" y="3127375"/>
          <p14:tracePt t="17446" x="10372725" y="3011488"/>
          <p14:tracePt t="17455" x="10394950" y="2849563"/>
          <p14:tracePt t="17462" x="10394950" y="2711450"/>
          <p14:tracePt t="17470" x="10394950" y="2479675"/>
          <p14:tracePt t="17479" x="10394950" y="2200275"/>
          <p14:tracePt t="17486" x="10394950" y="1957388"/>
          <p14:tracePt t="17494" x="10394950" y="1679575"/>
          <p14:tracePt t="17502" x="10394950" y="1493838"/>
          <p14:tracePt t="17510" x="10394950" y="1285875"/>
          <p14:tracePt t="17518" x="10394950" y="1089025"/>
          <p14:tracePt t="17526" x="10418763" y="857250"/>
          <p14:tracePt t="17534" x="10453688" y="660400"/>
          <p14:tracePt t="17543" x="10464800" y="452438"/>
          <p14:tracePt t="17550" x="10464800" y="255588"/>
          <p14:tracePt t="17558" x="10464800" y="23813"/>
        </p14:tracePtLst>
      </p14:laserTraceLst>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EE981-8497-F10A-BE04-476EADED1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A4CDB-79CC-DCBB-4B65-00C098BB242B}"/>
              </a:ext>
            </a:extLst>
          </p:cNvPr>
          <p:cNvSpPr>
            <a:spLocks noGrp="1"/>
          </p:cNvSpPr>
          <p:nvPr>
            <p:ph type="title"/>
          </p:nvPr>
        </p:nvSpPr>
        <p:spPr/>
        <p:txBody>
          <a:bodyPr/>
          <a:lstStyle/>
          <a:p>
            <a:r>
              <a:rPr lang="en-US" b="1">
                <a:solidFill>
                  <a:srgbClr val="0A0A0A"/>
                </a:solidFill>
                <a:latin typeface="Aptos"/>
              </a:rPr>
              <a:t>Future direction: Other Spatial Levels and Model Extensions</a:t>
            </a:r>
            <a:endParaRPr lang="en-US"/>
          </a:p>
        </p:txBody>
      </p:sp>
      <p:sp>
        <p:nvSpPr>
          <p:cNvPr id="4" name="Content Placeholder 3">
            <a:extLst>
              <a:ext uri="{FF2B5EF4-FFF2-40B4-BE49-F238E27FC236}">
                <a16:creationId xmlns:a16="http://schemas.microsoft.com/office/drawing/2014/main" id="{BD9C54AC-2EFE-2F03-583A-49D3D5832615}"/>
              </a:ext>
            </a:extLst>
          </p:cNvPr>
          <p:cNvSpPr>
            <a:spLocks noGrp="1"/>
          </p:cNvSpPr>
          <p:nvPr>
            <p:ph sz="half" idx="2"/>
          </p:nvPr>
        </p:nvSpPr>
        <p:spPr/>
        <p:txBody>
          <a:bodyPr>
            <a:normAutofit/>
          </a:bodyPr>
          <a:lstStyle/>
          <a:p>
            <a:pPr algn="ctr"/>
            <a:endParaRPr lang="en-US">
              <a:solidFill>
                <a:srgbClr val="0A0A0A"/>
              </a:solidFill>
            </a:endParaRPr>
          </a:p>
          <a:p>
            <a:endParaRPr lang="en-US"/>
          </a:p>
          <a:p>
            <a:endParaRPr lang="en-US"/>
          </a:p>
          <a:p>
            <a:endParaRPr lang="en-US"/>
          </a:p>
          <a:p>
            <a:endParaRPr lang="en-US"/>
          </a:p>
        </p:txBody>
      </p:sp>
      <p:sp>
        <p:nvSpPr>
          <p:cNvPr id="7" name="Slide Number Placeholder 6">
            <a:extLst>
              <a:ext uri="{FF2B5EF4-FFF2-40B4-BE49-F238E27FC236}">
                <a16:creationId xmlns:a16="http://schemas.microsoft.com/office/drawing/2014/main" id="{B3D29429-21EA-6155-627D-C83C84E8BCE7}"/>
              </a:ext>
            </a:extLst>
          </p:cNvPr>
          <p:cNvSpPr>
            <a:spLocks noGrp="1"/>
          </p:cNvSpPr>
          <p:nvPr>
            <p:ph type="sldNum" sz="quarter" idx="12"/>
          </p:nvPr>
        </p:nvSpPr>
        <p:spPr/>
        <p:txBody>
          <a:bodyPr/>
          <a:lstStyle/>
          <a:p>
            <a:r>
              <a:rPr lang="en-US" b="1"/>
              <a:t>21</a:t>
            </a:r>
          </a:p>
        </p:txBody>
      </p:sp>
      <p:graphicFrame>
        <p:nvGraphicFramePr>
          <p:cNvPr id="10" name="Content Placeholder 2">
            <a:extLst>
              <a:ext uri="{FF2B5EF4-FFF2-40B4-BE49-F238E27FC236}">
                <a16:creationId xmlns:a16="http://schemas.microsoft.com/office/drawing/2014/main" id="{8705C2C4-47FE-86FB-315B-F30467C38C8F}"/>
              </a:ext>
            </a:extLst>
          </p:cNvPr>
          <p:cNvGraphicFramePr>
            <a:graphicFrameLocks/>
          </p:cNvGraphicFramePr>
          <p:nvPr/>
        </p:nvGraphicFramePr>
        <p:xfrm>
          <a:off x="6096000" y="1825624"/>
          <a:ext cx="5606642" cy="367755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16" name="Content Placeholder 9">
            <a:extLst>
              <a:ext uri="{FF2B5EF4-FFF2-40B4-BE49-F238E27FC236}">
                <a16:creationId xmlns:a16="http://schemas.microsoft.com/office/drawing/2014/main" id="{5D726B5B-E481-8F84-FC4A-7F8A2CA8900A}"/>
              </a:ext>
            </a:extLst>
          </p:cNvPr>
          <p:cNvGraphicFramePr>
            <a:graphicFrameLocks noGrp="1"/>
          </p:cNvGraphicFramePr>
          <p:nvPr>
            <p:ph sz="half" idx="1"/>
          </p:nvPr>
        </p:nvGraphicFramePr>
        <p:xfrm>
          <a:off x="838200" y="1825625"/>
          <a:ext cx="4958593" cy="3677553"/>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17" name="Rounded Rectangle 13">
            <a:extLst>
              <a:ext uri="{FF2B5EF4-FFF2-40B4-BE49-F238E27FC236}">
                <a16:creationId xmlns:a16="http://schemas.microsoft.com/office/drawing/2014/main" id="{DB62A864-D94C-C00D-A79C-83983C00F4E9}"/>
              </a:ext>
            </a:extLst>
          </p:cNvPr>
          <p:cNvSpPr/>
          <p:nvPr/>
        </p:nvSpPr>
        <p:spPr>
          <a:xfrm>
            <a:off x="838200" y="5641085"/>
            <a:ext cx="10864442" cy="530352"/>
          </a:xfrm>
          <a:prstGeom prst="roundRect">
            <a:avLst/>
          </a:prstGeom>
          <a:solidFill>
            <a:srgbClr val="DDDDDD"/>
          </a:solidFill>
          <a:ln w="19050">
            <a:solidFill>
              <a:srgbClr val="0A0A0A"/>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sz="1700" b="1">
                <a:solidFill>
                  <a:srgbClr val="0A0A0A"/>
                </a:solidFill>
                <a:latin typeface="Aptos"/>
              </a:rPr>
              <a:t>Key idea: </a:t>
            </a:r>
            <a:r>
              <a:rPr lang="en-US" sz="1700" b="1">
                <a:solidFill>
                  <a:srgbClr val="0A0A0A"/>
                </a:solidFill>
                <a:latin typeface="Aptos"/>
              </a:rPr>
              <a:t>There is still much to explore  and strong opportunities to improve the model(s) further.</a:t>
            </a:r>
            <a:endParaRPr sz="1700" b="1">
              <a:solidFill>
                <a:srgbClr val="0A0A0A"/>
              </a:solidFill>
              <a:latin typeface="Aptos"/>
            </a:endParaRPr>
          </a:p>
        </p:txBody>
      </p:sp>
      <p:pic>
        <p:nvPicPr>
          <p:cNvPr id="13" name="Video 12">
            <a:hlinkClick r:id="" action="ppaction://media"/>
            <a:extLst>
              <a:ext uri="{FF2B5EF4-FFF2-40B4-BE49-F238E27FC236}">
                <a16:creationId xmlns:a16="http://schemas.microsoft.com/office/drawing/2014/main" id="{4CE1BD43-E1C1-23C8-6BA8-DAA0A9932583}"/>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15"/>
          <a:srcRect l="21875" r="21875"/>
          <a:stretch>
            <a:fillRect/>
          </a:stretch>
        </p:blipFill>
        <p:spPr>
          <a:xfrm>
            <a:off x="10405713" y="227217"/>
            <a:ext cx="1367187" cy="1367187"/>
          </a:xfrm>
          <a:prstGeom prst="ellipse">
            <a:avLst/>
          </a:prstGeom>
        </p:spPr>
      </p:pic>
      <p:sp>
        <p:nvSpPr>
          <p:cNvPr id="3" name="TextBox 2">
            <a:extLst>
              <a:ext uri="{FF2B5EF4-FFF2-40B4-BE49-F238E27FC236}">
                <a16:creationId xmlns:a16="http://schemas.microsoft.com/office/drawing/2014/main" id="{BC3B36B3-17E2-C8DE-BD0B-5FDB290CFFCE}"/>
              </a:ext>
            </a:extLst>
          </p:cNvPr>
          <p:cNvSpPr txBox="1"/>
          <p:nvPr/>
        </p:nvSpPr>
        <p:spPr>
          <a:xfrm>
            <a:off x="10746780" y="1594404"/>
            <a:ext cx="1026120" cy="215444"/>
          </a:xfrm>
          <a:prstGeom prst="rect">
            <a:avLst/>
          </a:prstGeom>
          <a:solidFill>
            <a:schemeClr val="accent3">
              <a:lumMod val="40000"/>
              <a:lumOff val="60000"/>
            </a:schemeClr>
          </a:solidFill>
        </p:spPr>
        <p:txBody>
          <a:bodyPr wrap="square" rtlCol="0">
            <a:spAutoFit/>
          </a:bodyPr>
          <a:lstStyle/>
          <a:p>
            <a:r>
              <a:rPr lang="en-US" sz="800"/>
              <a:t>Krishna Aryal</a:t>
            </a:r>
          </a:p>
        </p:txBody>
      </p:sp>
    </p:spTree>
    <p:extLst>
      <p:ext uri="{BB962C8B-B14F-4D97-AF65-F5344CB8AC3E}">
        <p14:creationId xmlns:p14="http://schemas.microsoft.com/office/powerpoint/2010/main" val="1580276961"/>
      </p:ext>
    </p:extLst>
  </p:cSld>
  <p:clrMapOvr>
    <a:masterClrMapping/>
  </p:clrMapOvr>
  <p:transition spd="slow" advTm="24603">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extLst>
    <p:ext uri="{3A86A75C-4F4B-4683-9AE1-C65F6400EC91}">
      <p14:laserTraceLst xmlns:p14="http://schemas.microsoft.com/office/powerpoint/2010/main">
        <p14:tracePtLst>
          <p14:tracePt t="35" x="3048000" y="3302000"/>
          <p14:tracePt t="51" x="3024188" y="3313113"/>
          <p14:tracePt t="58" x="3013075" y="3348038"/>
          <p14:tracePt t="66" x="3013075" y="3359150"/>
          <p14:tracePt t="74" x="3013075" y="3382963"/>
          <p14:tracePt t="90" x="3013075" y="3405188"/>
          <p14:tracePt t="139" x="3013075" y="3429000"/>
          <p14:tracePt t="147" x="3013075" y="3440113"/>
          <p14:tracePt t="154" x="3024188" y="3440113"/>
          <p14:tracePt t="162" x="3071813" y="3440113"/>
          <p14:tracePt t="171" x="3128963" y="3440113"/>
          <p14:tracePt t="181" x="3209925" y="3475038"/>
          <p14:tracePt t="186" x="3314700" y="3475038"/>
          <p14:tracePt t="195" x="3406775" y="3475038"/>
          <p14:tracePt t="202" x="3522663" y="3475038"/>
          <p14:tracePt t="211" x="3662363" y="3475038"/>
          <p14:tracePt t="218" x="3754438" y="3475038"/>
          <p14:tracePt t="227" x="3835400" y="3475038"/>
          <p14:tracePt t="234" x="3883025" y="3475038"/>
          <p14:tracePt t="243" x="3929063" y="3452813"/>
          <p14:tracePt t="250" x="3940175" y="3440113"/>
          <p14:tracePt t="258" x="3975100" y="3405188"/>
          <p14:tracePt t="266" x="4010025" y="3371850"/>
          <p14:tracePt t="274" x="4033838" y="3348038"/>
          <p14:tracePt t="282" x="4044950" y="3348038"/>
          <p14:tracePt t="290" x="4067175" y="3324225"/>
          <p14:tracePt t="298" x="4079875" y="3313113"/>
          <p14:tracePt t="306" x="4090988" y="3289300"/>
          <p14:tracePt t="322" x="4102100" y="3289300"/>
          <p14:tracePt t="2907" x="4125913" y="3313113"/>
          <p14:tracePt t="2923" x="4149725" y="3313113"/>
          <p14:tracePt t="2931" x="4195763" y="3313113"/>
          <p14:tracePt t="2955" x="4252913" y="3313113"/>
          <p14:tracePt t="2963" x="4368800" y="3313113"/>
          <p14:tracePt t="2970" x="4578350" y="3302000"/>
          <p14:tracePt t="2979" x="4786313" y="3302000"/>
          <p14:tracePt t="2986" x="5018088" y="3302000"/>
          <p14:tracePt t="2994" x="5214938" y="3302000"/>
          <p14:tracePt t="3002" x="5389563" y="3302000"/>
          <p14:tracePt t="3010" x="5540375" y="3302000"/>
          <p14:tracePt t="3019" x="5678488" y="3302000"/>
          <p14:tracePt t="3026" x="5794375" y="3302000"/>
          <p14:tracePt t="3034" x="5853113" y="3302000"/>
          <p14:tracePt t="3042" x="5910263" y="3302000"/>
          <p14:tracePt t="3050" x="5945188" y="3302000"/>
          <p14:tracePt t="3058" x="5980113" y="3278188"/>
          <p14:tracePt t="3259" x="5969000" y="3278188"/>
          <p14:tracePt t="3267" x="5956300" y="3278188"/>
          <p14:tracePt t="3274" x="5945188" y="3278188"/>
          <p14:tracePt t="3282" x="5934075" y="3278188"/>
          <p14:tracePt t="3290" x="5899150" y="3278188"/>
          <p14:tracePt t="3298" x="5864225" y="3278188"/>
          <p14:tracePt t="3306" x="5818188" y="3278188"/>
          <p14:tracePt t="3314" x="5783263" y="3278188"/>
          <p14:tracePt t="3322" x="5724525" y="3278188"/>
          <p14:tracePt t="3330" x="5643563" y="3278188"/>
          <p14:tracePt t="3338" x="5540375" y="3278188"/>
          <p14:tracePt t="3346" x="5470525" y="3278188"/>
          <p14:tracePt t="3354" x="5389563" y="3278188"/>
          <p14:tracePt t="3362" x="5308600" y="3278188"/>
          <p14:tracePt t="3371" x="5226050" y="3278188"/>
          <p14:tracePt t="3378" x="5168900" y="3278188"/>
          <p14:tracePt t="3386" x="5122863" y="3278188"/>
          <p14:tracePt t="3394" x="5041900" y="3278188"/>
          <p14:tracePt t="3402" x="4937125" y="3278188"/>
          <p14:tracePt t="3410" x="4845050" y="3278188"/>
          <p14:tracePt t="3418" x="4751388" y="3278188"/>
          <p14:tracePt t="3426" x="4646613" y="3289300"/>
          <p14:tracePt t="3434" x="4530725" y="3289300"/>
          <p14:tracePt t="3442" x="4414838" y="3289300"/>
          <p14:tracePt t="3450" x="4276725" y="3313113"/>
          <p14:tracePt t="3458" x="4137025" y="3336925"/>
          <p14:tracePt t="3466" x="3940175" y="3359150"/>
          <p14:tracePt t="3474" x="3848100" y="3382963"/>
          <p14:tracePt t="3482" x="3778250" y="3405188"/>
          <p14:tracePt t="3491" x="3743325" y="3417888"/>
          <p14:tracePt t="3498" x="3708400" y="3429000"/>
          <p14:tracePt t="3506" x="3697288" y="3440113"/>
          <p14:tracePt t="3514" x="3686175" y="3440113"/>
          <p14:tracePt t="3579" x="3673475" y="3463925"/>
          <p14:tracePt t="3587" x="3662363" y="3475038"/>
          <p14:tracePt t="3594" x="3651250" y="3475038"/>
          <p14:tracePt t="3602" x="3627438" y="3498850"/>
          <p14:tracePt t="3610" x="3627438" y="3521075"/>
          <p14:tracePt t="3626" x="3603625" y="3533775"/>
          <p14:tracePt t="3634" x="3592513" y="3568700"/>
          <p14:tracePt t="3651" x="3592513" y="3579813"/>
          <p14:tracePt t="3659" x="3570288" y="3614738"/>
          <p14:tracePt t="3675" x="3557588" y="3625850"/>
          <p14:tracePt t="3683" x="3546475" y="3649663"/>
          <p14:tracePt t="3706" x="3535363" y="3660775"/>
          <p14:tracePt t="3722" x="3535363" y="3684588"/>
          <p14:tracePt t="3770" x="3522663" y="3706813"/>
          <p14:tracePt t="3786" x="3522663" y="3717925"/>
          <p14:tracePt t="3803" x="3511550" y="3717925"/>
          <p14:tracePt t="3810" x="3511550" y="3730625"/>
          <p14:tracePt t="3876" x="3511550" y="3741738"/>
          <p14:tracePt t="4695" x="3522663" y="3741738"/>
          <p14:tracePt t="4700" x="3535363" y="3741738"/>
          <p14:tracePt t="4708" x="3546475" y="3741738"/>
          <p14:tracePt t="4714" x="3557588" y="3741738"/>
          <p14:tracePt t="4722" x="3581400" y="3741738"/>
          <p14:tracePt t="4731" x="3603625" y="3741738"/>
          <p14:tracePt t="4739" x="3616325" y="3741738"/>
          <p14:tracePt t="4746" x="3627438" y="3741738"/>
          <p14:tracePt t="4756" x="3662363" y="3741738"/>
          <p14:tracePt t="4764" x="3708400" y="3741738"/>
          <p14:tracePt t="4776" x="3767138" y="3741738"/>
          <p14:tracePt t="4782" x="3859213" y="3741738"/>
          <p14:tracePt t="4788" x="3975100" y="3741738"/>
          <p14:tracePt t="4801" x="4114800" y="3741738"/>
          <p14:tracePt t="4807" x="4241800" y="3741738"/>
          <p14:tracePt t="4812" x="4403725" y="3741738"/>
          <p14:tracePt t="4825" x="4751388" y="3741738"/>
          <p14:tracePt t="4832" x="4937125" y="3741738"/>
          <p14:tracePt t="4844" x="5319713" y="3741738"/>
          <p14:tracePt t="4850" x="5457825" y="3741738"/>
          <p14:tracePt t="4858" x="5608638" y="3741738"/>
          <p14:tracePt t="4867" x="5783263" y="3741738"/>
          <p14:tracePt t="4874" x="5899150" y="3741738"/>
          <p14:tracePt t="4882" x="6026150" y="3730625"/>
          <p14:tracePt t="4891" x="6154738" y="3730625"/>
          <p14:tracePt t="4898" x="6270625" y="3730625"/>
          <p14:tracePt t="4909" x="6373813" y="3730625"/>
          <p14:tracePt t="4915" x="6454775" y="3730625"/>
          <p14:tracePt t="4922" x="6548438" y="3730625"/>
          <p14:tracePt t="4934" x="6640513" y="3730625"/>
          <p14:tracePt t="4941" x="6745288" y="3695700"/>
          <p14:tracePt t="4946" x="6861175" y="3684588"/>
          <p14:tracePt t="4958" x="6965950" y="3660775"/>
          <p14:tracePt t="4964" x="7046913" y="3636963"/>
          <p14:tracePt t="4971" x="7115175" y="3602038"/>
          <p14:tracePt t="4978" x="7150100" y="3602038"/>
          <p14:tracePt t="4986" x="7185025" y="3602038"/>
          <p14:tracePt t="4994" x="7243763" y="3556000"/>
          <p14:tracePt t="5002" x="7243763" y="3544888"/>
          <p14:tracePt t="5170" x="7219950" y="3544888"/>
          <p14:tracePt t="5179" x="7173913" y="3544888"/>
          <p14:tracePt t="5186" x="7104063" y="3544888"/>
          <p14:tracePt t="5194" x="7046913" y="3544888"/>
          <p14:tracePt t="5202" x="6953250" y="3544888"/>
          <p14:tracePt t="5210" x="6826250" y="3544888"/>
          <p14:tracePt t="5218" x="6686550" y="3579813"/>
          <p14:tracePt t="5226" x="6535738" y="3579813"/>
          <p14:tracePt t="5234" x="6188075" y="3579813"/>
          <p14:tracePt t="5242" x="5956300" y="3625850"/>
          <p14:tracePt t="5251" x="5759450" y="3625850"/>
          <p14:tracePt t="5258" x="5573713" y="3625850"/>
          <p14:tracePt t="5266" x="5435600" y="3649663"/>
          <p14:tracePt t="5274" x="5295900" y="3671888"/>
          <p14:tracePt t="5282" x="5180013" y="3695700"/>
          <p14:tracePt t="5290" x="5133975" y="3695700"/>
          <p14:tracePt t="5298" x="5053013" y="3706813"/>
          <p14:tracePt t="5306" x="5029200" y="3730625"/>
          <p14:tracePt t="5314" x="5006975" y="3730625"/>
          <p14:tracePt t="5322" x="4960938" y="3730625"/>
          <p14:tracePt t="5331" x="4937125" y="3741738"/>
          <p14:tracePt t="5338" x="4913313" y="3752850"/>
          <p14:tracePt t="5346" x="4867275" y="3765550"/>
          <p14:tracePt t="5354" x="4810125" y="3822700"/>
          <p14:tracePt t="5371" x="4797425" y="3833813"/>
          <p14:tracePt t="5378" x="4775200" y="3846513"/>
          <p14:tracePt t="5523" x="4832350" y="3846513"/>
          <p14:tracePt t="5531" x="4856163" y="3822700"/>
          <p14:tracePt t="5538" x="4937125" y="3811588"/>
          <p14:tracePt t="5546" x="5041900" y="3765550"/>
          <p14:tracePt t="5555" x="5168900" y="3671888"/>
          <p14:tracePt t="5562" x="5308600" y="3602038"/>
          <p14:tracePt t="5570" x="5435600" y="3533775"/>
          <p14:tracePt t="5579" x="5540375" y="3440113"/>
          <p14:tracePt t="5587" x="5702300" y="3359150"/>
          <p14:tracePt t="5595" x="5818188" y="3302000"/>
          <p14:tracePt t="5602" x="5969000" y="3221038"/>
          <p14:tracePt t="5610" x="6084888" y="3162300"/>
          <p14:tracePt t="5619" x="6188075" y="3116263"/>
          <p14:tracePt t="5626" x="6292850" y="3070225"/>
          <p14:tracePt t="5634" x="6419850" y="3024188"/>
          <p14:tracePt t="5642" x="6524625" y="2976563"/>
          <p14:tracePt t="5650" x="6640513" y="2919413"/>
          <p14:tracePt t="5658" x="6767513" y="2873375"/>
          <p14:tracePt t="5666" x="6850063" y="2849563"/>
          <p14:tracePt t="5674" x="6965950" y="2803525"/>
          <p14:tracePt t="5682" x="7058025" y="2757488"/>
          <p14:tracePt t="5692" x="7138988" y="2711450"/>
          <p14:tracePt t="5698" x="7208838" y="2676525"/>
          <p14:tracePt t="5707" x="7254875" y="2641600"/>
          <p14:tracePt t="5714" x="7289800" y="2617788"/>
          <p14:tracePt t="5723" x="7346950" y="2595563"/>
          <p14:tracePt t="5730" x="7381875" y="2560638"/>
          <p14:tracePt t="5738" x="7416800" y="2536825"/>
          <p14:tracePt t="5747" x="7486650" y="2501900"/>
          <p14:tracePt t="5755" x="7510463" y="2466975"/>
          <p14:tracePt t="5762" x="7578725" y="2420938"/>
          <p14:tracePt t="5770" x="7613650" y="2398713"/>
          <p14:tracePt t="5778" x="7637463" y="2398713"/>
          <p14:tracePt t="5786" x="7683500" y="2374900"/>
          <p14:tracePt t="5859" x="7683500" y="2363788"/>
          <p14:tracePt t="5867" x="7707313" y="2363788"/>
          <p14:tracePt t="5874" x="7742238" y="2363788"/>
          <p14:tracePt t="5882" x="7777163" y="2363788"/>
          <p14:tracePt t="5891" x="7823200" y="2363788"/>
          <p14:tracePt t="5899" x="7869238" y="2363788"/>
          <p14:tracePt t="5906" x="7915275" y="2363788"/>
          <p14:tracePt t="5915" x="7926388" y="2363788"/>
          <p14:tracePt t="5924" x="7950200" y="2363788"/>
          <p14:tracePt t="5931" x="7961313" y="2363788"/>
          <p14:tracePt t="6022" x="8008938" y="2363788"/>
          <p14:tracePt t="6029" x="8042275" y="2363788"/>
          <p14:tracePt t="6034" x="8124825" y="2363788"/>
          <p14:tracePt t="6043" x="8216900" y="2374900"/>
          <p14:tracePt t="6051" x="8251825" y="2374900"/>
          <p14:tracePt t="6058" x="8332788" y="2409825"/>
          <p14:tracePt t="6069" x="8389938" y="2420938"/>
          <p14:tracePt t="6074" x="8472488" y="2444750"/>
          <p14:tracePt t="6082" x="8518525" y="2455863"/>
          <p14:tracePt t="6091" x="8599488" y="2479675"/>
          <p14:tracePt t="6099" x="8645525" y="2490788"/>
          <p14:tracePt t="6106" x="8715375" y="2525713"/>
          <p14:tracePt t="6116" x="8750300" y="2536825"/>
          <p14:tracePt t="6122" x="8807450" y="2560638"/>
          <p14:tracePt t="6130" x="8853488" y="2571750"/>
          <p14:tracePt t="6138" x="8888413" y="2595563"/>
          <p14:tracePt t="6146" x="8947150" y="2595563"/>
          <p14:tracePt t="6155" x="8982075" y="2595563"/>
          <p14:tracePt t="6162" x="9017000" y="2617788"/>
          <p14:tracePt t="6178" x="9063038" y="2617788"/>
          <p14:tracePt t="6186" x="9109075" y="2617788"/>
          <p14:tracePt t="6195" x="9132888" y="2617788"/>
          <p14:tracePt t="6202" x="9167813" y="2617788"/>
          <p14:tracePt t="6210" x="9178925" y="2617788"/>
          <p14:tracePt t="6324" x="9155113" y="2617788"/>
          <p14:tracePt t="6331" x="9085263" y="2617788"/>
          <p14:tracePt t="6338" x="9004300" y="2617788"/>
          <p14:tracePt t="6346" x="8923338" y="2617788"/>
          <p14:tracePt t="6354" x="8831263" y="2617788"/>
          <p14:tracePt t="6362" x="8737600" y="2617788"/>
          <p14:tracePt t="6370" x="8599488" y="2617788"/>
          <p14:tracePt t="6379" x="8505825" y="2617788"/>
          <p14:tracePt t="6386" x="8286750" y="2641600"/>
          <p14:tracePt t="6394" x="8112125" y="2687638"/>
          <p14:tracePt t="6403" x="7915275" y="2733675"/>
          <p14:tracePt t="6410" x="7753350" y="2779713"/>
          <p14:tracePt t="6418" x="7567613" y="2827338"/>
          <p14:tracePt t="6426" x="7429500" y="2873375"/>
          <p14:tracePt t="6434" x="7300913" y="2919413"/>
          <p14:tracePt t="6442" x="7219950" y="2965450"/>
          <p14:tracePt t="6451" x="7150100" y="3035300"/>
          <p14:tracePt t="6458" x="7081838" y="3081338"/>
          <p14:tracePt t="6467" x="7046913" y="3116263"/>
          <p14:tracePt t="6474" x="7034213" y="3116263"/>
          <p14:tracePt t="6482" x="7011988" y="3140075"/>
          <p14:tracePt t="6490" x="7011988" y="3173413"/>
          <p14:tracePt t="6498" x="6999288" y="3197225"/>
          <p14:tracePt t="6506" x="6988175" y="3232150"/>
          <p14:tracePt t="6514" x="6988175" y="3255963"/>
          <p14:tracePt t="6522" x="6988175" y="3278188"/>
          <p14:tracePt t="6530" x="6965950" y="3302000"/>
          <p14:tracePt t="6538" x="6965950" y="3313113"/>
          <p14:tracePt t="6546" x="6965950" y="3324225"/>
          <p14:tracePt t="6620" x="6965950" y="3336925"/>
          <p14:tracePt t="6650" x="6965950" y="3348038"/>
          <p14:tracePt t="6676" x="6977063" y="3348038"/>
          <p14:tracePt t="6682" x="6999288" y="3348038"/>
          <p14:tracePt t="6699" x="7023100" y="3348038"/>
          <p14:tracePt t="6706" x="7034213" y="3348038"/>
          <p14:tracePt t="6714" x="7069138" y="3348038"/>
          <p14:tracePt t="6722" x="7092950" y="3348038"/>
          <p14:tracePt t="6731" x="7115175" y="3348038"/>
          <p14:tracePt t="6739" x="7185025" y="3324225"/>
          <p14:tracePt t="6746" x="7208838" y="3324225"/>
          <p14:tracePt t="6754" x="7254875" y="3324225"/>
          <p14:tracePt t="6762" x="7313613" y="3324225"/>
          <p14:tracePt t="6771" x="7359650" y="3324225"/>
          <p14:tracePt t="6778" x="7394575" y="3324225"/>
          <p14:tracePt t="6787" x="7416800" y="3324225"/>
          <p14:tracePt t="6794" x="7451725" y="3313113"/>
          <p14:tracePt t="6802" x="7510463" y="3289300"/>
          <p14:tracePt t="6810" x="7556500" y="3289300"/>
          <p14:tracePt t="6820" x="7626350" y="3278188"/>
          <p14:tracePt t="6826" x="7694613" y="3278188"/>
          <p14:tracePt t="6834" x="7753350" y="3278188"/>
          <p14:tracePt t="6843" x="7834313" y="3243263"/>
          <p14:tracePt t="6850" x="7915275" y="3243263"/>
          <p14:tracePt t="6858" x="8008938" y="3232150"/>
          <p14:tracePt t="6866" x="8054975" y="3232150"/>
          <p14:tracePt t="6874" x="8135938" y="3208338"/>
          <p14:tracePt t="6882" x="8158163" y="3197225"/>
          <p14:tracePt t="6890" x="8193088" y="3197225"/>
          <p14:tracePt t="6898" x="8228013" y="3197225"/>
          <p14:tracePt t="6906" x="8251825" y="3197225"/>
          <p14:tracePt t="6914" x="8274050" y="3197225"/>
          <p14:tracePt t="6922" x="8297863" y="3173413"/>
          <p14:tracePt t="6939" x="8308975" y="3173413"/>
          <p14:tracePt t="6946" x="8343900" y="3162300"/>
          <p14:tracePt t="6955" x="8356600" y="3162300"/>
          <p14:tracePt t="6962" x="8367713" y="3162300"/>
          <p14:tracePt t="6970" x="8378825" y="3151188"/>
          <p14:tracePt t="7179" x="8367713" y="3151188"/>
          <p14:tracePt t="7186" x="8356600" y="3151188"/>
          <p14:tracePt t="7203" x="8321675" y="3151188"/>
          <p14:tracePt t="7210" x="8262938" y="3151188"/>
          <p14:tracePt t="7219" x="8228013" y="3151188"/>
          <p14:tracePt t="7226" x="8101013" y="3151188"/>
          <p14:tracePt t="7234" x="8008938" y="3151188"/>
          <p14:tracePt t="7242" x="7845425" y="3151188"/>
          <p14:tracePt t="7250" x="7718425" y="3151188"/>
          <p14:tracePt t="7258" x="7567613" y="3151188"/>
          <p14:tracePt t="7267" x="7300913" y="3151188"/>
          <p14:tracePt t="7274" x="7197725" y="3173413"/>
          <p14:tracePt t="7282" x="7138988" y="3173413"/>
          <p14:tracePt t="7290" x="7092950" y="3186113"/>
          <p14:tracePt t="7298" x="7069138" y="3186113"/>
          <p14:tracePt t="7306" x="7058025" y="3208338"/>
          <p14:tracePt t="8027" x="7081838" y="3208338"/>
          <p14:tracePt t="8042" x="7115175" y="3208338"/>
          <p14:tracePt t="8051" x="7138988" y="3208338"/>
          <p14:tracePt t="8058" x="7185025" y="3208338"/>
          <p14:tracePt t="8067" x="7243763" y="3208338"/>
          <p14:tracePt t="8074" x="7278688" y="3208338"/>
          <p14:tracePt t="8082" x="7335838" y="3208338"/>
          <p14:tracePt t="8090" x="7416800" y="3208338"/>
          <p14:tracePt t="8098" x="7497763" y="3208338"/>
          <p14:tracePt t="8106" x="7556500" y="3208338"/>
          <p14:tracePt t="8115" x="7672388" y="3162300"/>
          <p14:tracePt t="8122" x="7753350" y="3162300"/>
          <p14:tracePt t="8130" x="7834313" y="3162300"/>
          <p14:tracePt t="8138" x="7915275" y="3162300"/>
          <p14:tracePt t="8149" x="7985125" y="3162300"/>
          <p14:tracePt t="8154" x="8066088" y="3162300"/>
          <p14:tracePt t="8165" x="8124825" y="3162300"/>
          <p14:tracePt t="8171" x="8205788" y="3162300"/>
          <p14:tracePt t="8179" x="8262938" y="3162300"/>
          <p14:tracePt t="8187" x="8321675" y="3162300"/>
          <p14:tracePt t="8194" x="8389938" y="3162300"/>
          <p14:tracePt t="8202" x="8448675" y="3162300"/>
          <p14:tracePt t="8210" x="8483600" y="3162300"/>
          <p14:tracePt t="8219" x="8529638" y="3162300"/>
          <p14:tracePt t="8226" x="8588375" y="3162300"/>
          <p14:tracePt t="8234" x="8621713" y="3162300"/>
          <p14:tracePt t="8243" x="8645525" y="3162300"/>
          <p14:tracePt t="8250" x="8680450" y="3162300"/>
          <p14:tracePt t="8258" x="8715375" y="3162300"/>
          <p14:tracePt t="8266" x="8750300" y="3162300"/>
          <p14:tracePt t="8811" x="8726488" y="3186113"/>
          <p14:tracePt t="8827" x="8715375" y="3197225"/>
          <p14:tracePt t="8835" x="8704263" y="3197225"/>
          <p14:tracePt t="8842" x="8680450" y="3197225"/>
          <p14:tracePt t="8851" x="8656638" y="3221038"/>
          <p14:tracePt t="8858" x="8645525" y="3221038"/>
          <p14:tracePt t="8867" x="8610600" y="3221038"/>
          <p14:tracePt t="8874" x="8553450" y="3232150"/>
          <p14:tracePt t="8884" x="8505825" y="3255963"/>
          <p14:tracePt t="8890" x="8448675" y="3255963"/>
          <p14:tracePt t="8898" x="8389938" y="3255963"/>
          <p14:tracePt t="8906" x="8274050" y="3267075"/>
          <p14:tracePt t="8914" x="8193088" y="3267075"/>
          <p14:tracePt t="8922" x="8054975" y="3267075"/>
          <p14:tracePt t="8931" x="7961313" y="3267075"/>
          <p14:tracePt t="8938" x="7799388" y="3289300"/>
          <p14:tracePt t="8946" x="7648575" y="3302000"/>
          <p14:tracePt t="8954" x="7532688" y="3302000"/>
          <p14:tracePt t="8963" x="7429500" y="3302000"/>
          <p14:tracePt t="8971" x="7370763" y="3302000"/>
          <p14:tracePt t="8979" x="7335838" y="3302000"/>
          <p14:tracePt t="8986" x="7265988" y="3313113"/>
          <p14:tracePt t="8995" x="7243763" y="3313113"/>
          <p14:tracePt t="9002" x="7208838" y="3336925"/>
          <p14:tracePt t="9010" x="7162800" y="3336925"/>
          <p14:tracePt t="9019" x="7150100" y="3336925"/>
          <p14:tracePt t="9026" x="7127875" y="3348038"/>
          <p14:tracePt t="9034" x="7115175" y="3348038"/>
          <p14:tracePt t="9050" x="7081838" y="3359150"/>
          <p14:tracePt t="9058" x="7058025" y="3371850"/>
          <p14:tracePt t="9075" x="7034213" y="3371850"/>
          <p14:tracePt t="9082" x="7023100" y="3382963"/>
          <p14:tracePt t="9090" x="7023100" y="3394075"/>
          <p14:tracePt t="9115" x="7011988" y="3394075"/>
          <p14:tracePt t="9147" x="6999288" y="3405188"/>
          <p14:tracePt t="9307" x="7011988" y="3417888"/>
          <p14:tracePt t="9314" x="7034213" y="3417888"/>
          <p14:tracePt t="9322" x="7058025" y="3394075"/>
          <p14:tracePt t="9331" x="7092950" y="3394075"/>
          <p14:tracePt t="9338" x="7115175" y="3394075"/>
          <p14:tracePt t="9347" x="7138988" y="3382963"/>
          <p14:tracePt t="9354" x="7208838" y="3359150"/>
          <p14:tracePt t="9363" x="7231063" y="3348038"/>
          <p14:tracePt t="9371" x="7265988" y="3348038"/>
          <p14:tracePt t="9378" x="7313613" y="3348038"/>
          <p14:tracePt t="9386" x="7359650" y="3324225"/>
          <p14:tracePt t="9395" x="7416800" y="3324225"/>
          <p14:tracePt t="9402" x="7475538" y="3324225"/>
          <p14:tracePt t="9410" x="7556500" y="3313113"/>
          <p14:tracePt t="9418" x="7637463" y="3313113"/>
          <p14:tracePt t="9426" x="7742238" y="3278188"/>
          <p14:tracePt t="9437" x="7834313" y="3278188"/>
          <p14:tracePt t="9443" x="7950200" y="3278188"/>
          <p14:tracePt t="9450" x="8066088" y="3278188"/>
          <p14:tracePt t="9459" x="8181975" y="3278188"/>
          <p14:tracePt t="9466" x="8321675" y="3278188"/>
          <p14:tracePt t="9474" x="8437563" y="3267075"/>
          <p14:tracePt t="9482" x="8518525" y="3267075"/>
          <p14:tracePt t="9490" x="8599488" y="3267075"/>
          <p14:tracePt t="9498" x="8656638" y="3267075"/>
          <p14:tracePt t="9506" x="8691563" y="3243263"/>
          <p14:tracePt t="9522" x="8715375" y="3243263"/>
          <p14:tracePt t="11702" x="8715375" y="3255963"/>
          <p14:tracePt t="12106" x="8715375" y="3278188"/>
          <p14:tracePt t="12116" x="8715375" y="3289300"/>
          <p14:tracePt t="12300" x="8704263" y="3302000"/>
          <p14:tracePt t="12306" x="8691563" y="3313113"/>
          <p14:tracePt t="12323" x="8680450" y="3324225"/>
          <p14:tracePt t="12339" x="8669338" y="3336925"/>
          <p14:tracePt t="12355" x="8645525" y="3371850"/>
          <p14:tracePt t="12364" x="8634413" y="3394075"/>
          <p14:tracePt t="12371" x="8621713" y="3417888"/>
          <p14:tracePt t="12382" x="8610600" y="3417888"/>
          <p14:tracePt t="12388" x="8575675" y="3452813"/>
          <p14:tracePt t="12395" x="8564563" y="3475038"/>
          <p14:tracePt t="12407" x="8529638" y="3509963"/>
          <p14:tracePt t="12412" x="8494713" y="3533775"/>
          <p14:tracePt t="12419" x="8472488" y="3556000"/>
          <p14:tracePt t="12426" x="8448675" y="3579813"/>
          <p14:tracePt t="12437" x="8413750" y="3602038"/>
          <p14:tracePt t="12445" x="8389938" y="3625850"/>
          <p14:tracePt t="12455" x="8378825" y="3625850"/>
          <p14:tracePt t="12461" x="8356600" y="3636963"/>
          <p14:tracePt t="12473" x="8321675" y="3671888"/>
          <p14:tracePt t="12479" x="8308975" y="3706813"/>
          <p14:tracePt t="12486" x="8274050" y="3741738"/>
          <p14:tracePt t="12497" x="8262938" y="3752850"/>
          <p14:tracePt t="12504" x="8251825" y="3776663"/>
          <p14:tracePt t="12515" x="8228013" y="3822700"/>
          <p14:tracePt t="12522" x="8228013" y="3833813"/>
          <p14:tracePt t="12530" x="8228013" y="3846513"/>
          <p14:tracePt t="12539" x="8216900" y="3868738"/>
          <p14:tracePt t="12546" x="8216900" y="3881438"/>
          <p14:tracePt t="12604" x="8216900" y="3892550"/>
          <p14:tracePt t="12699" x="8228013" y="3892550"/>
          <p14:tracePt t="12715" x="8240713" y="3892550"/>
          <p14:tracePt t="12723" x="8251825" y="3892550"/>
          <p14:tracePt t="12739" x="8286750" y="3892550"/>
          <p14:tracePt t="12755" x="8297863" y="3892550"/>
          <p14:tracePt t="12762" x="8308975" y="3892550"/>
          <p14:tracePt t="12771" x="8321675" y="3892550"/>
          <p14:tracePt t="12779" x="8356600" y="3892550"/>
          <p14:tracePt t="12786" x="8402638" y="3892550"/>
          <p14:tracePt t="12795" x="8459788" y="3892550"/>
          <p14:tracePt t="12802" x="8518525" y="3892550"/>
          <p14:tracePt t="12812" x="8575675" y="3892550"/>
          <p14:tracePt t="12819" x="8656638" y="3892550"/>
          <p14:tracePt t="12826" x="8750300" y="3892550"/>
          <p14:tracePt t="12835" x="8866188" y="3892550"/>
          <p14:tracePt t="12843" x="8982075" y="3892550"/>
          <p14:tracePt t="12851" x="9051925" y="3892550"/>
          <p14:tracePt t="12858" x="9144000" y="3914775"/>
          <p14:tracePt t="12866" x="9213850" y="3938588"/>
          <p14:tracePt t="12874" x="9294813" y="3973513"/>
          <p14:tracePt t="12883" x="9421813" y="3997325"/>
          <p14:tracePt t="12890" x="9480550" y="4030663"/>
          <p14:tracePt t="12898" x="9607550" y="4054475"/>
          <p14:tracePt t="12906" x="9688513" y="4065588"/>
          <p14:tracePt t="12915" x="9769475" y="4100513"/>
          <p14:tracePt t="12922" x="9815513" y="4113213"/>
          <p14:tracePt t="12930" x="9874250" y="4135438"/>
          <p14:tracePt t="12939" x="9909175" y="4146550"/>
          <p14:tracePt t="12946" x="9920288" y="4146550"/>
          <p14:tracePt t="12954" x="9931400" y="4146550"/>
          <p14:tracePt t="12986" x="9944100" y="4159250"/>
          <p14:tracePt t="13147" x="9885363" y="4170363"/>
          <p14:tracePt t="13155" x="9850438" y="4170363"/>
          <p14:tracePt t="13162" x="9793288" y="4170363"/>
          <p14:tracePt t="13170" x="9712325" y="4205288"/>
          <p14:tracePt t="13178" x="9631363" y="4205288"/>
          <p14:tracePt t="13186" x="9572625" y="4216400"/>
          <p14:tracePt t="13194" x="9491663" y="4216400"/>
          <p14:tracePt t="13202" x="9386888" y="4240213"/>
          <p14:tracePt t="13210" x="9271000" y="4251325"/>
          <p14:tracePt t="13218" x="9155113" y="4275138"/>
          <p14:tracePt t="13226" x="9004300" y="4286250"/>
          <p14:tracePt t="13234" x="8750300" y="4343400"/>
          <p14:tracePt t="13242" x="8494713" y="4356100"/>
          <p14:tracePt t="13250" x="8343900" y="4391025"/>
          <p14:tracePt t="13258" x="8205788" y="4402138"/>
          <p14:tracePt t="13267" x="8089900" y="4437063"/>
          <p14:tracePt t="13274" x="8008938" y="4437063"/>
          <p14:tracePt t="13282" x="7926388" y="4448175"/>
          <p14:tracePt t="13290" x="7893050" y="4471988"/>
          <p14:tracePt t="13298" x="7880350" y="4483100"/>
          <p14:tracePt t="13306" x="7869238" y="4483100"/>
          <p14:tracePt t="13340" x="7869238" y="4494213"/>
          <p14:tracePt t="13346" x="7858125" y="4506913"/>
          <p14:tracePt t="13355" x="7845425" y="4518025"/>
          <p14:tracePt t="13362" x="7845425" y="4529138"/>
          <p14:tracePt t="13370" x="7834313" y="4541838"/>
          <p14:tracePt t="13379" x="7834313" y="4552950"/>
          <p14:tracePt t="13386" x="7823200" y="4552950"/>
          <p14:tracePt t="13394" x="7823200" y="4564063"/>
          <p14:tracePt t="13956" x="7845425" y="4552950"/>
          <p14:tracePt t="13963" x="7858125" y="4552950"/>
          <p14:tracePt t="13970" x="7880350" y="4552950"/>
          <p14:tracePt t="13978" x="7915275" y="4552950"/>
          <p14:tracePt t="13987" x="7950200" y="4552950"/>
          <p14:tracePt t="13995" x="7996238" y="4552950"/>
          <p14:tracePt t="14003" x="8066088" y="4552950"/>
          <p14:tracePt t="14010" x="8147050" y="4552950"/>
          <p14:tracePt t="14018" x="8240713" y="4587875"/>
          <p14:tracePt t="14026" x="8321675" y="4598988"/>
          <p14:tracePt t="14034" x="8413750" y="4633913"/>
          <p14:tracePt t="14043" x="8494713" y="4645025"/>
          <p14:tracePt t="14050" x="8599488" y="4668838"/>
          <p14:tracePt t="14058" x="8669338" y="4679950"/>
          <p14:tracePt t="14067" x="8750300" y="4714875"/>
          <p14:tracePt t="14074" x="8785225" y="4714875"/>
          <p14:tracePt t="14083" x="8831263" y="4714875"/>
          <p14:tracePt t="14090" x="8853488" y="4714875"/>
          <p14:tracePt t="14098" x="8877300" y="4725988"/>
          <p14:tracePt t="14234" x="8888413" y="4725988"/>
          <p14:tracePt t="14268" x="8901113" y="4725988"/>
          <p14:tracePt t="14676" x="8912225" y="4725988"/>
          <p14:tracePt t="14692" x="8923338" y="4725988"/>
          <p14:tracePt t="14698" x="8936038" y="4725988"/>
          <p14:tracePt t="14706" x="8947150" y="4725988"/>
          <p14:tracePt t="14714" x="8969375" y="4725988"/>
          <p14:tracePt t="14730" x="8993188" y="4691063"/>
          <p14:tracePt t="14739" x="9004300" y="4668838"/>
          <p14:tracePt t="14746" x="9039225" y="4587875"/>
          <p14:tracePt t="14754" x="9074150" y="4483100"/>
          <p14:tracePt t="14762" x="9097963" y="4343400"/>
          <p14:tracePt t="14770" x="9132888" y="4205288"/>
          <p14:tracePt t="14778" x="9178925" y="4054475"/>
          <p14:tracePt t="14787" x="9224963" y="3636963"/>
          <p14:tracePt t="14794" x="9294813" y="3255963"/>
          <p14:tracePt t="14802" x="9294813" y="2976563"/>
          <p14:tracePt t="14810" x="9294813" y="2698750"/>
          <p14:tracePt t="14818" x="9294813" y="2386013"/>
          <p14:tracePt t="14826" x="9294813" y="1992313"/>
          <p14:tracePt t="14834" x="9294813" y="1714500"/>
          <p14:tracePt t="14842" x="9294813" y="1355725"/>
          <p14:tracePt t="14850" x="9236075" y="1054100"/>
          <p14:tracePt t="14858" x="9224963" y="765175"/>
          <p14:tracePt t="14867" x="9155113" y="452438"/>
          <p14:tracePt t="14874" x="9063038" y="173038"/>
          <p14:tracePt t="17020" x="7950200" y="474663"/>
          <p14:tracePt t="17027" x="8020050" y="822325"/>
          <p14:tracePt t="17043" x="8135938" y="1609725"/>
          <p14:tracePt t="17050" x="8193088" y="1957388"/>
          <p14:tracePt t="17058" x="8251825" y="2224088"/>
          <p14:tracePt t="17066" x="8321675" y="2432050"/>
          <p14:tracePt t="17074" x="8367713" y="2595563"/>
          <p14:tracePt t="17082" x="8402638" y="2768600"/>
          <p14:tracePt t="17091" x="8448675" y="2908300"/>
          <p14:tracePt t="17098" x="8494713" y="3024188"/>
          <p14:tracePt t="17106" x="8505825" y="3127375"/>
          <p14:tracePt t="17114" x="8529638" y="3197225"/>
          <p14:tracePt t="17122" x="8575675" y="3289300"/>
          <p14:tracePt t="17130" x="8575675" y="3371850"/>
          <p14:tracePt t="17138" x="8610600" y="3452813"/>
          <p14:tracePt t="17147" x="8621713" y="3498850"/>
          <p14:tracePt t="17154" x="8634413" y="3568700"/>
          <p14:tracePt t="17162" x="8656638" y="3649663"/>
          <p14:tracePt t="17170" x="8680450" y="3730625"/>
          <p14:tracePt t="17178" x="8715375" y="3811588"/>
          <p14:tracePt t="17186" x="8750300" y="3881438"/>
          <p14:tracePt t="17194" x="8785225" y="3949700"/>
          <p14:tracePt t="17202" x="8820150" y="4019550"/>
          <p14:tracePt t="17210" x="8831263" y="4030663"/>
          <p14:tracePt t="17218" x="8853488" y="4100513"/>
          <p14:tracePt t="17414" x="8785225" y="4100513"/>
          <p14:tracePt t="17419" x="8704263" y="4100513"/>
          <p14:tracePt t="17426" x="8645525" y="4124325"/>
          <p14:tracePt t="17434" x="8610600" y="4124325"/>
          <p14:tracePt t="17443" x="8599488" y="4124325"/>
          <p14:tracePt t="17451" x="8588375" y="4135438"/>
          <p14:tracePt t="17459" x="8564563" y="4146550"/>
          <p14:tracePt t="17475" x="8553450" y="4159250"/>
          <p14:tracePt t="17482" x="8540750" y="4181475"/>
          <p14:tracePt t="17490" x="8518525" y="4205288"/>
          <p14:tracePt t="17498" x="8494713" y="4216400"/>
          <p14:tracePt t="17506" x="8472488" y="4240213"/>
          <p14:tracePt t="17515" x="8448675" y="4275138"/>
          <p14:tracePt t="17523" x="8424863" y="4297363"/>
          <p14:tracePt t="17530" x="8402638" y="4321175"/>
          <p14:tracePt t="17540" x="8378825" y="4332288"/>
          <p14:tracePt t="17546" x="8356600" y="4378325"/>
          <p14:tracePt t="17562" x="8332788" y="4402138"/>
          <p14:tracePt t="17650" x="8332788" y="4413250"/>
          <p14:tracePt t="17658" x="8332788" y="4425950"/>
          <p14:tracePt t="17684" x="8332788" y="4448175"/>
          <p14:tracePt t="17699" x="8356600" y="4483100"/>
          <p14:tracePt t="17715" x="8378825" y="4529138"/>
          <p14:tracePt t="17722" x="8402638" y="4529138"/>
          <p14:tracePt t="17731" x="8448675" y="4552950"/>
          <p14:tracePt t="17738" x="8472488" y="4564063"/>
          <p14:tracePt t="17746" x="8518525" y="4587875"/>
          <p14:tracePt t="17754" x="8564563" y="4598988"/>
          <p14:tracePt t="17762" x="8634413" y="4610100"/>
          <p14:tracePt t="17770" x="8680450" y="4622800"/>
          <p14:tracePt t="17779" x="8715375" y="4622800"/>
          <p14:tracePt t="17786" x="8772525" y="4633913"/>
          <p14:tracePt t="17794" x="8842375" y="4645025"/>
          <p14:tracePt t="17802" x="8901113" y="4657725"/>
          <p14:tracePt t="17811" x="8947150" y="4668838"/>
          <p14:tracePt t="17818" x="9017000" y="4691063"/>
          <p14:tracePt t="17826" x="9039225" y="4691063"/>
          <p14:tracePt t="17834" x="9097963" y="4691063"/>
          <p14:tracePt t="17842" x="9109075" y="4691063"/>
          <p14:tracePt t="17850" x="9132888" y="4691063"/>
          <p14:tracePt t="18763" x="9132888" y="4703763"/>
          <p14:tracePt t="18794" x="9132888" y="4714875"/>
          <p14:tracePt t="18818" x="9120188" y="4714875"/>
          <p14:tracePt t="18826" x="9120188" y="4725988"/>
          <p14:tracePt t="18835" x="9109075" y="4725988"/>
          <p14:tracePt t="18850" x="9097963" y="4725988"/>
          <p14:tracePt t="18858" x="9085263" y="4725988"/>
          <p14:tracePt t="18867" x="9063038" y="4725988"/>
          <p14:tracePt t="18874" x="9051925" y="4725988"/>
          <p14:tracePt t="18906" x="9028113" y="4725988"/>
          <p14:tracePt t="18923" x="9004300" y="4749800"/>
          <p14:tracePt t="18938" x="9004300" y="4760913"/>
          <p14:tracePt t="18947" x="8993188" y="4760913"/>
          <p14:tracePt t="18954" x="8969375" y="4760913"/>
          <p14:tracePt t="18970" x="8936038" y="4760913"/>
          <p14:tracePt t="18978" x="8912225" y="4772025"/>
          <p14:tracePt t="18986" x="8888413" y="4772025"/>
          <p14:tracePt t="18994" x="8866188" y="4772025"/>
          <p14:tracePt t="19002" x="8842375" y="4784725"/>
          <p14:tracePt t="19018" x="8831263" y="4784725"/>
          <p14:tracePt t="19034" x="8820150" y="4784725"/>
          <p14:tracePt t="19043" x="8807450" y="4795838"/>
          <p14:tracePt t="19067" x="8796338" y="4806950"/>
          <p14:tracePt t="22029" x="8785225" y="4806950"/>
          <p14:tracePt t="22035" x="8772525" y="4806950"/>
          <p14:tracePt t="22067" x="8761413" y="4806950"/>
          <p14:tracePt t="22075" x="8737600" y="4819650"/>
          <p14:tracePt t="22091" x="8715375" y="4841875"/>
          <p14:tracePt t="22098" x="8704263" y="4841875"/>
          <p14:tracePt t="22109" x="8669338" y="4876800"/>
          <p14:tracePt t="22115" x="8634413" y="4876800"/>
          <p14:tracePt t="22122" x="8540750" y="4900613"/>
          <p14:tracePt t="22133" x="8402638" y="4911725"/>
          <p14:tracePt t="22139" x="8240713" y="4946650"/>
          <p14:tracePt t="22152" x="8112125" y="4957763"/>
          <p14:tracePt t="22157" x="7777163" y="5003800"/>
          <p14:tracePt t="22170" x="7637463" y="5051425"/>
          <p14:tracePt t="22171" x="7497763" y="5097463"/>
          <p14:tracePt t="22178" x="7416800" y="5119688"/>
          <p14:tracePt t="22186" x="7346950" y="5154613"/>
          <p14:tracePt t="22194" x="7278688" y="5178425"/>
          <p14:tracePt t="22202" x="7265988" y="5200650"/>
          <p14:tracePt t="22211" x="7243763" y="5213350"/>
          <p14:tracePt t="22218" x="7231063" y="5235575"/>
          <p14:tracePt t="22226" x="7231063" y="5259388"/>
          <p14:tracePt t="22234" x="7231063" y="5283200"/>
          <p14:tracePt t="22242" x="7231063" y="5316538"/>
          <p14:tracePt t="22250" x="7231063" y="5329238"/>
          <p14:tracePt t="22260" x="7231063" y="5351463"/>
          <p14:tracePt t="22267" x="7231063" y="5375275"/>
          <p14:tracePt t="22339" x="7231063" y="5386388"/>
          <p14:tracePt t="22372" x="7254875" y="5386388"/>
          <p14:tracePt t="22387" x="7265988" y="5375275"/>
          <p14:tracePt t="22395" x="7289800" y="5351463"/>
          <p14:tracePt t="22403" x="7289800" y="5340350"/>
          <p14:tracePt t="22410" x="7289800" y="5329238"/>
          <p14:tracePt t="22418" x="7313613" y="5316538"/>
          <p14:tracePt t="22426" x="7324725" y="5305425"/>
          <p14:tracePt t="22434" x="7335838" y="5294313"/>
          <p14:tracePt t="22444" x="7346950" y="5283200"/>
          <p14:tracePt t="22450" x="7359650" y="5270500"/>
          <p14:tracePt t="22460" x="7381875" y="5248275"/>
          <p14:tracePt t="22467" x="7429500" y="5248275"/>
          <p14:tracePt t="22474" x="7475538" y="5248275"/>
          <p14:tracePt t="22482" x="7545388" y="5213350"/>
          <p14:tracePt t="22490" x="7661275" y="5213350"/>
          <p14:tracePt t="22498" x="7799388" y="5200650"/>
          <p14:tracePt t="22509" x="7939088" y="5200650"/>
          <p14:tracePt t="22515" x="8205788" y="5200650"/>
          <p14:tracePt t="22527" x="8389938" y="5224463"/>
          <p14:tracePt t="22533" x="8588375" y="5213350"/>
          <p14:tracePt t="22539" x="8796338" y="5213350"/>
          <p14:tracePt t="22547" x="8993188" y="5200650"/>
          <p14:tracePt t="22555" x="9190038" y="5167313"/>
          <p14:tracePt t="22563" x="9364663" y="5154613"/>
          <p14:tracePt t="22570" x="9502775" y="5119688"/>
          <p14:tracePt t="22578" x="9653588" y="5108575"/>
          <p14:tracePt t="22586" x="9769475" y="5073650"/>
          <p14:tracePt t="22594" x="9909175" y="5062538"/>
          <p14:tracePt t="22604" x="10013950" y="4981575"/>
          <p14:tracePt t="22611" x="10140950" y="4970463"/>
          <p14:tracePt t="22619" x="10198100" y="4935538"/>
          <p14:tracePt t="22626" x="10302875" y="4887913"/>
          <p14:tracePt t="22634" x="10394950" y="4841875"/>
          <p14:tracePt t="22643" x="10477500" y="4819650"/>
          <p14:tracePt t="22651" x="10580688" y="4772025"/>
          <p14:tracePt t="22661" x="10696575" y="4725988"/>
          <p14:tracePt t="22667" x="10790238" y="4679950"/>
          <p14:tracePt t="22674" x="10871200" y="4657725"/>
          <p14:tracePt t="22682" x="10952163" y="4610100"/>
          <p14:tracePt t="22692" x="11022013" y="4587875"/>
          <p14:tracePt t="22698" x="11068050" y="4564063"/>
          <p14:tracePt t="22707" x="11114088" y="4529138"/>
          <p14:tracePt t="22715" x="11125200" y="4529138"/>
          <p14:tracePt t="22842" x="11137900" y="4518025"/>
          <p14:tracePt t="23577" x="11137900" y="4483100"/>
          <p14:tracePt t="23581" x="11137900" y="4471988"/>
          <p14:tracePt t="23587" x="11137900" y="4402138"/>
          <p14:tracePt t="23594" x="11137900" y="4321175"/>
          <p14:tracePt t="23603" x="11137900" y="4194175"/>
          <p14:tracePt t="23610" x="11137900" y="3984625"/>
          <p14:tracePt t="23618" x="11102975" y="3765550"/>
          <p14:tracePt t="23626" x="11056938" y="3568700"/>
          <p14:tracePt t="23634" x="10952163" y="3255963"/>
          <p14:tracePt t="23642" x="10847388" y="2895600"/>
          <p14:tracePt t="23651" x="10755313" y="2501900"/>
          <p14:tracePt t="23658" x="10604500" y="1992313"/>
          <p14:tracePt t="23667" x="10442575" y="1447800"/>
          <p14:tracePt t="23674" x="10256838" y="857250"/>
          <p14:tracePt t="23682" x="10094913" y="301625"/>
        </p14:tracePtLst>
      </p14:laserTraceLst>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6C1DC-38FC-8271-5F06-899A83439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94C33-1E41-386E-7D0D-5FCCBAC0E565}"/>
              </a:ext>
            </a:extLst>
          </p:cNvPr>
          <p:cNvSpPr>
            <a:spLocks noGrp="1"/>
          </p:cNvSpPr>
          <p:nvPr>
            <p:ph type="title"/>
          </p:nvPr>
        </p:nvSpPr>
        <p:spPr/>
        <p:txBody>
          <a:bodyPr/>
          <a:lstStyle/>
          <a:p>
            <a:r>
              <a:rPr lang="en-US"/>
              <a:t>References</a:t>
            </a:r>
          </a:p>
        </p:txBody>
      </p:sp>
      <p:graphicFrame>
        <p:nvGraphicFramePr>
          <p:cNvPr id="7" name="Content Placeholder 6">
            <a:extLst>
              <a:ext uri="{FF2B5EF4-FFF2-40B4-BE49-F238E27FC236}">
                <a16:creationId xmlns:a16="http://schemas.microsoft.com/office/drawing/2014/main" id="{6A71AF65-D1BF-2DD3-F0DF-5843308CF6DE}"/>
              </a:ext>
            </a:extLst>
          </p:cNvPr>
          <p:cNvGraphicFramePr>
            <a:graphicFrameLocks noGrp="1"/>
          </p:cNvGraphicFramePr>
          <p:nvPr>
            <p:ph idx="1"/>
          </p:nvPr>
        </p:nvGraphicFramePr>
        <p:xfrm>
          <a:off x="838200" y="1500110"/>
          <a:ext cx="10515600" cy="43513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 name="Slide Number Placeholder 5">
            <a:extLst>
              <a:ext uri="{FF2B5EF4-FFF2-40B4-BE49-F238E27FC236}">
                <a16:creationId xmlns:a16="http://schemas.microsoft.com/office/drawing/2014/main" id="{0C660BCF-9123-6D31-4F13-AC79F3330D60}"/>
              </a:ext>
            </a:extLst>
          </p:cNvPr>
          <p:cNvSpPr>
            <a:spLocks noGrp="1"/>
          </p:cNvSpPr>
          <p:nvPr>
            <p:ph type="sldNum" sz="quarter" idx="12"/>
          </p:nvPr>
        </p:nvSpPr>
        <p:spPr/>
        <p:txBody>
          <a:bodyPr/>
          <a:lstStyle/>
          <a:p>
            <a:pPr algn="r"/>
            <a:r>
              <a:rPr lang="en-US">
                <a:solidFill>
                  <a:schemeClr val="accent1"/>
                </a:solidFill>
              </a:rPr>
              <a:t>22</a:t>
            </a:r>
          </a:p>
        </p:txBody>
      </p:sp>
      <p:pic>
        <p:nvPicPr>
          <p:cNvPr id="11" name="Video 10">
            <a:hlinkClick r:id="" action="ppaction://media"/>
            <a:extLst>
              <a:ext uri="{FF2B5EF4-FFF2-40B4-BE49-F238E27FC236}">
                <a16:creationId xmlns:a16="http://schemas.microsoft.com/office/drawing/2014/main" id="{5852D7E0-24B1-1696-3A88-3E829B336CA3}"/>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10"/>
          <a:srcRect l="21875" r="21875"/>
          <a:stretch>
            <a:fillRect/>
          </a:stretch>
        </p:blipFill>
        <p:spPr>
          <a:xfrm>
            <a:off x="11189055" y="687743"/>
            <a:ext cx="1002945" cy="1002945"/>
          </a:xfrm>
          <a:prstGeom prst="ellipse">
            <a:avLst/>
          </a:prstGeom>
        </p:spPr>
      </p:pic>
    </p:spTree>
    <p:extLst>
      <p:ext uri="{BB962C8B-B14F-4D97-AF65-F5344CB8AC3E}">
        <p14:creationId xmlns:p14="http://schemas.microsoft.com/office/powerpoint/2010/main" val="3406130217"/>
      </p:ext>
    </p:extLst>
  </p:cSld>
  <p:clrMapOvr>
    <a:masterClrMapping/>
  </p:clrMapOvr>
  <p:transition spd="slow" advTm="3065">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extLst>
    <p:ext uri="{3A86A75C-4F4B-4683-9AE1-C65F6400EC91}">
      <p14:laserTraceLst xmlns:p14="http://schemas.microsoft.com/office/powerpoint/2010/main">
        <p14:tracePtLst>
          <p14:tracePt t="27" x="7069138" y="2409825"/>
          <p14:tracePt t="43" x="7069138" y="2444750"/>
          <p14:tracePt t="49" x="7069138" y="2466975"/>
          <p14:tracePt t="55" x="7069138" y="2490788"/>
          <p14:tracePt t="65" x="7092950" y="2514600"/>
          <p14:tracePt t="71" x="7104063" y="2536825"/>
          <p14:tracePt t="81" x="7104063" y="2547938"/>
          <p14:tracePt t="87" x="7115175" y="2571750"/>
          <p14:tracePt t="96" x="7127875" y="2582863"/>
          <p14:tracePt t="103" x="7150100" y="2606675"/>
          <p14:tracePt t="111" x="7162800" y="2617788"/>
          <p14:tracePt t="119" x="7197725" y="2628900"/>
          <p14:tracePt t="128" x="7265988" y="2663825"/>
          <p14:tracePt t="135" x="7300913" y="2663825"/>
          <p14:tracePt t="143" x="7381875" y="2687638"/>
          <p14:tracePt t="151" x="7440613" y="2698750"/>
          <p14:tracePt t="159" x="7510463" y="2698750"/>
          <p14:tracePt t="167" x="7567613" y="2698750"/>
          <p14:tracePt t="175" x="7602538" y="2698750"/>
          <p14:tracePt t="183" x="7672388" y="2687638"/>
          <p14:tracePt t="200" x="7718425" y="2628900"/>
          <p14:tracePt t="207" x="7799388" y="2525713"/>
          <p14:tracePt t="216" x="7834313" y="2479675"/>
          <p14:tracePt t="223" x="7858125" y="2409825"/>
          <p14:tracePt t="232" x="7915275" y="2328863"/>
          <p14:tracePt t="239" x="7950200" y="2247900"/>
          <p14:tracePt t="248" x="7974013" y="2119313"/>
          <p14:tracePt t="255" x="8020050" y="2003425"/>
          <p14:tracePt t="264" x="8054975" y="1876425"/>
          <p14:tracePt t="271" x="8101013" y="1738313"/>
          <p14:tracePt t="280" x="8147050" y="1541463"/>
          <p14:tracePt t="287" x="8193088" y="1366838"/>
          <p14:tracePt t="295" x="8216900" y="1228725"/>
          <p14:tracePt t="303" x="8240713" y="1181100"/>
          <p14:tracePt t="311" x="8240713" y="1123950"/>
          <p14:tracePt t="319" x="8240713" y="1089025"/>
          <p14:tracePt t="327" x="8240713" y="1065213"/>
          <p14:tracePt t="335" x="8240713" y="1030288"/>
          <p14:tracePt t="344" x="8216900" y="996950"/>
          <p14:tracePt t="351" x="8170863" y="984250"/>
          <p14:tracePt t="359" x="8066088" y="938213"/>
          <p14:tracePt t="367" x="7974013" y="938213"/>
          <p14:tracePt t="375" x="7810500" y="914400"/>
          <p14:tracePt t="383" x="7672388" y="914400"/>
          <p14:tracePt t="391" x="7243763" y="914400"/>
          <p14:tracePt t="399" x="7046913" y="914400"/>
          <p14:tracePt t="407" x="6872288" y="949325"/>
          <p14:tracePt t="415" x="6675438" y="996950"/>
          <p14:tracePt t="423" x="6478588" y="1042988"/>
          <p14:tracePt t="431" x="6338888" y="1089025"/>
          <p14:tracePt t="439" x="6176963" y="1169988"/>
          <p14:tracePt t="447" x="6072188" y="1285875"/>
          <p14:tracePt t="456" x="5980113" y="1355725"/>
          <p14:tracePt t="463" x="5945188" y="1401763"/>
          <p14:tracePt t="471" x="5875338" y="1493838"/>
          <p14:tracePt t="479" x="5805488" y="1622425"/>
          <p14:tracePt t="487" x="5783263" y="1703388"/>
          <p14:tracePt t="495" x="5748338" y="1784350"/>
          <p14:tracePt t="503" x="5748338" y="1865313"/>
          <p14:tracePt t="511" x="5748338" y="1957388"/>
          <p14:tracePt t="519" x="5748338" y="2016125"/>
          <p14:tracePt t="527" x="5748338" y="2119313"/>
          <p14:tracePt t="535" x="5748338" y="2200275"/>
          <p14:tracePt t="543" x="5748338" y="2328863"/>
          <p14:tracePt t="551" x="5794375" y="2398713"/>
          <p14:tracePt t="559" x="5864225" y="2466975"/>
          <p14:tracePt t="567" x="5945188" y="2547938"/>
          <p14:tracePt t="575" x="6049963" y="2606675"/>
          <p14:tracePt t="583" x="6188075" y="2663825"/>
          <p14:tracePt t="591" x="6327775" y="2676525"/>
          <p14:tracePt t="599" x="6513513" y="2733675"/>
          <p14:tracePt t="607" x="6664325" y="2779713"/>
          <p14:tracePt t="615" x="6791325" y="2803525"/>
          <p14:tracePt t="623" x="6931025" y="2803525"/>
          <p14:tracePt t="632" x="7069138" y="2849563"/>
          <p14:tracePt t="639" x="7208838" y="2849563"/>
          <p14:tracePt t="647" x="7313613" y="2884488"/>
          <p14:tracePt t="655" x="7394575" y="2884488"/>
          <p14:tracePt t="663" x="7451725" y="2849563"/>
          <p14:tracePt t="671" x="7532688" y="2849563"/>
          <p14:tracePt t="679" x="7613650" y="2814638"/>
          <p14:tracePt t="687" x="7683500" y="2768600"/>
          <p14:tracePt t="695" x="7742238" y="2722563"/>
          <p14:tracePt t="703" x="7810500" y="2652713"/>
          <p14:tracePt t="711" x="7880350" y="2560638"/>
          <p14:tracePt t="719" x="7915275" y="2479675"/>
          <p14:tracePt t="727" x="7961313" y="2351088"/>
          <p14:tracePt t="735" x="7974013" y="2293938"/>
          <p14:tracePt t="743" x="7974013" y="2189163"/>
          <p14:tracePt t="751" x="7974013" y="2154238"/>
          <p14:tracePt t="759" x="7974013" y="2073275"/>
          <p14:tracePt t="767" x="7974013" y="2051050"/>
          <p14:tracePt t="775" x="7974013" y="2016125"/>
          <p14:tracePt t="783" x="7974013" y="1992313"/>
          <p14:tracePt t="807" x="7950200" y="1981200"/>
          <p14:tracePt t="815" x="7915275" y="1981200"/>
          <p14:tracePt t="823" x="7823200" y="1981200"/>
          <p14:tracePt t="831" x="7707313" y="1946275"/>
          <p14:tracePt t="839" x="7591425" y="1946275"/>
          <p14:tracePt t="847" x="7429500" y="1946275"/>
          <p14:tracePt t="855" x="7313613" y="1946275"/>
          <p14:tracePt t="863" x="7162800" y="1946275"/>
          <p14:tracePt t="871" x="7011988" y="1946275"/>
          <p14:tracePt t="879" x="6837363" y="1946275"/>
          <p14:tracePt t="887" x="6699250" y="1981200"/>
          <p14:tracePt t="895" x="6559550" y="2027238"/>
          <p14:tracePt t="903" x="6454775" y="2051050"/>
          <p14:tracePt t="911" x="6373813" y="2085975"/>
          <p14:tracePt t="919" x="6316663" y="2143125"/>
          <p14:tracePt t="927" x="6270625" y="2178050"/>
          <p14:tracePt t="935" x="6211888" y="2235200"/>
          <p14:tracePt t="943" x="6176963" y="2282825"/>
          <p14:tracePt t="951" x="6154738" y="2316163"/>
          <p14:tracePt t="959" x="6107113" y="2374900"/>
          <p14:tracePt t="967" x="6084888" y="2444750"/>
          <p14:tracePt t="975" x="6072188" y="2490788"/>
          <p14:tracePt t="984" x="6037263" y="2571750"/>
          <p14:tracePt t="991" x="6026150" y="2628900"/>
          <p14:tracePt t="1000" x="6026150" y="2676525"/>
          <p14:tracePt t="1007" x="6026150" y="2711450"/>
          <p14:tracePt t="1015" x="6003925" y="2768600"/>
          <p14:tracePt t="1023" x="6003925" y="2792413"/>
          <p14:tracePt t="1032" x="6003925" y="2803525"/>
          <p14:tracePt t="1039" x="6003925" y="2827338"/>
          <p14:tracePt t="1047" x="6003925" y="2884488"/>
          <p14:tracePt t="1055" x="6026150" y="2919413"/>
          <p14:tracePt t="1063" x="6061075" y="2954338"/>
          <p14:tracePt t="1071" x="6107113" y="3000375"/>
          <p14:tracePt t="1080" x="6165850" y="3057525"/>
          <p14:tracePt t="1087" x="6211888" y="3070225"/>
          <p14:tracePt t="1095" x="6292850" y="3092450"/>
          <p14:tracePt t="1103" x="6373813" y="3151188"/>
          <p14:tracePt t="1111" x="6454775" y="3151188"/>
          <p14:tracePt t="1119" x="6548438" y="3197225"/>
          <p14:tracePt t="1127" x="6618288" y="3197225"/>
          <p14:tracePt t="1135" x="6686550" y="3197225"/>
          <p14:tracePt t="1143" x="6745288" y="3208338"/>
          <p14:tracePt t="1151" x="6826250" y="3221038"/>
          <p14:tracePt t="1159" x="6883400" y="3221038"/>
          <p14:tracePt t="1167" x="6965950" y="3221038"/>
          <p14:tracePt t="1175" x="7023100" y="3221038"/>
          <p14:tracePt t="1210" x="7313613" y="3173413"/>
          <p14:tracePt t="1215" x="7381875" y="3140075"/>
          <p14:tracePt t="1223" x="7429500" y="3092450"/>
          <p14:tracePt t="1231" x="7497763" y="3024188"/>
          <p14:tracePt t="1239" x="7567613" y="3000375"/>
          <p14:tracePt t="1247" x="7602538" y="2965450"/>
          <p14:tracePt t="1255" x="7637463" y="2919413"/>
          <p14:tracePt t="1263" x="7672388" y="2849563"/>
          <p14:tracePt t="1271" x="7707313" y="2803525"/>
          <p14:tracePt t="1279" x="7707313" y="2768600"/>
          <p14:tracePt t="1287" x="7707313" y="2733675"/>
          <p14:tracePt t="1295" x="7707313" y="2711450"/>
          <p14:tracePt t="1304" x="7707313" y="2676525"/>
          <p14:tracePt t="1317" x="7707313" y="2641600"/>
          <p14:tracePt t="1319" x="7707313" y="2617788"/>
          <p14:tracePt t="1327" x="7707313" y="2582863"/>
          <p14:tracePt t="1335" x="7707313" y="2560638"/>
          <p14:tracePt t="1352" x="7707313" y="2501900"/>
          <p14:tracePt t="1361" x="7707313" y="2479675"/>
          <p14:tracePt t="1368" x="7637463" y="2409825"/>
          <p14:tracePt t="1375" x="7602538" y="2374900"/>
          <p14:tracePt t="1383" x="7497763" y="2316163"/>
          <p14:tracePt t="1392" x="7429500" y="2293938"/>
          <p14:tracePt t="1399" x="7289800" y="2259013"/>
          <p14:tracePt t="1407" x="7173913" y="2247900"/>
          <p14:tracePt t="1416" x="7023100" y="2212975"/>
          <p14:tracePt t="1423" x="6802438" y="2200275"/>
          <p14:tracePt t="1432" x="6629400" y="2166938"/>
          <p14:tracePt t="1439" x="6478588" y="2166938"/>
          <p14:tracePt t="1447" x="6362700" y="2166938"/>
          <p14:tracePt t="1455" x="6338888" y="2189163"/>
          <p14:tracePt t="1463" x="6281738" y="2224088"/>
          <p14:tracePt t="1471" x="6270625" y="2235200"/>
          <p14:tracePt t="1479" x="6235700" y="2259013"/>
          <p14:tracePt t="1487" x="6223000" y="2305050"/>
          <p14:tracePt t="1495" x="6223000" y="2351088"/>
          <p14:tracePt t="1503" x="6223000" y="2409825"/>
          <p14:tracePt t="1513" x="6223000" y="2444750"/>
          <p14:tracePt t="1519" x="6223000" y="2501900"/>
          <p14:tracePt t="1535" x="6223000" y="2536825"/>
          <p14:tracePt t="1544" x="6223000" y="2547938"/>
          <p14:tracePt t="1551" x="6223000" y="2582863"/>
          <p14:tracePt t="1560" x="6246813" y="2606675"/>
          <p14:tracePt t="1567" x="6281738" y="2617788"/>
          <p14:tracePt t="1576" x="6327775" y="2641600"/>
          <p14:tracePt t="1583" x="6362700" y="2641600"/>
          <p14:tracePt t="1592" x="6419850" y="2641600"/>
          <p14:tracePt t="1599" x="6489700" y="2641600"/>
          <p14:tracePt t="1607" x="6570663" y="2641600"/>
          <p14:tracePt t="1615" x="6629400" y="2641600"/>
          <p14:tracePt t="1623" x="6756400" y="2606675"/>
          <p14:tracePt t="1631" x="6896100" y="2490788"/>
          <p14:tracePt t="1639" x="6999288" y="2305050"/>
          <p14:tracePt t="1647" x="7185025" y="1970088"/>
          <p14:tracePt t="1655" x="7254875" y="1725613"/>
          <p14:tracePt t="1663" x="7324725" y="1343025"/>
          <p14:tracePt t="1672" x="7405688" y="1030288"/>
          <p14:tracePt t="1679" x="7429500" y="741363"/>
          <p14:tracePt t="1687" x="7429500" y="393700"/>
          <p14:tracePt t="1695" x="7429500" y="69850"/>
        </p14:tracePtLst>
      </p14:laserTraceLst>
    </p:ext>
  </p:extLs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C3B66"/>
        </a:solidFill>
        <a:effectLst/>
      </p:bgPr>
    </p:bg>
    <p:spTree>
      <p:nvGrpSpPr>
        <p:cNvPr id="1" name="">
          <a:extLst>
            <a:ext uri="{FF2B5EF4-FFF2-40B4-BE49-F238E27FC236}">
              <a16:creationId xmlns:a16="http://schemas.microsoft.com/office/drawing/2014/main" id="{20795663-7E3F-ADA1-CF35-D6B94170B5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E1A159-A6AC-F320-8C98-91636E8310E1}"/>
              </a:ext>
            </a:extLst>
          </p:cNvPr>
          <p:cNvSpPr txBox="1"/>
          <p:nvPr/>
        </p:nvSpPr>
        <p:spPr>
          <a:xfrm>
            <a:off x="2824224" y="3429865"/>
            <a:ext cx="6820521" cy="707886"/>
          </a:xfrm>
          <a:prstGeom prst="rect">
            <a:avLst/>
          </a:prstGeom>
          <a:noFill/>
        </p:spPr>
        <p:txBody>
          <a:bodyPr wrap="none">
            <a:spAutoFit/>
          </a:bodyPr>
          <a:lstStyle/>
          <a:p>
            <a:pPr defTabSz="457200"/>
            <a:r>
              <a:rPr sz="4000" b="1">
                <a:solidFill>
                  <a:srgbClr val="FFFFFF"/>
                </a:solidFill>
                <a:latin typeface="Aptos" panose="020B0004020202020204" pitchFamily="34" charset="0"/>
              </a:rPr>
              <a:t>Thank you for your attention.</a:t>
            </a:r>
          </a:p>
        </p:txBody>
      </p:sp>
      <p:sp>
        <p:nvSpPr>
          <p:cNvPr id="3" name="TextBox 2">
            <a:extLst>
              <a:ext uri="{FF2B5EF4-FFF2-40B4-BE49-F238E27FC236}">
                <a16:creationId xmlns:a16="http://schemas.microsoft.com/office/drawing/2014/main" id="{B2ADCA99-682D-9429-23B9-2D0808143DA7}"/>
              </a:ext>
            </a:extLst>
          </p:cNvPr>
          <p:cNvSpPr txBox="1"/>
          <p:nvPr/>
        </p:nvSpPr>
        <p:spPr>
          <a:xfrm>
            <a:off x="2438401" y="5029200"/>
            <a:ext cx="7580986" cy="400110"/>
          </a:xfrm>
          <a:prstGeom prst="rect">
            <a:avLst/>
          </a:prstGeom>
          <a:noFill/>
        </p:spPr>
        <p:txBody>
          <a:bodyPr wrap="none">
            <a:spAutoFit/>
          </a:bodyPr>
          <a:lstStyle/>
          <a:p>
            <a:pPr defTabSz="457200"/>
            <a:r>
              <a:rPr sz="2000" b="1">
                <a:solidFill>
                  <a:schemeClr val="bg1"/>
                </a:solidFill>
                <a:latin typeface="Aptos" panose="020B0004020202020204" pitchFamily="34" charset="0"/>
              </a:rPr>
              <a:t>Special thanks to the Erdos Institute and our mentor, Yang </a:t>
            </a:r>
            <a:r>
              <a:rPr sz="2000" b="1" err="1">
                <a:solidFill>
                  <a:schemeClr val="bg1"/>
                </a:solidFill>
                <a:latin typeface="Aptos" panose="020B0004020202020204" pitchFamily="34" charset="0"/>
              </a:rPr>
              <a:t>Yang</a:t>
            </a:r>
            <a:r>
              <a:rPr sz="2000" b="1">
                <a:solidFill>
                  <a:schemeClr val="bg1"/>
                </a:solidFill>
                <a:latin typeface="Aptos" panose="020B0004020202020204" pitchFamily="34" charset="0"/>
              </a:rPr>
              <a:t>.</a:t>
            </a:r>
          </a:p>
        </p:txBody>
      </p:sp>
      <p:pic>
        <p:nvPicPr>
          <p:cNvPr id="4" name="Picture 3" descr="3bd99787-ff01-4ee5-a81e-b429dd31189e.png">
            <a:extLst>
              <a:ext uri="{FF2B5EF4-FFF2-40B4-BE49-F238E27FC236}">
                <a16:creationId xmlns:a16="http://schemas.microsoft.com/office/drawing/2014/main" id="{7B43E75E-3AA3-EDE3-5EBE-79779E33485B}"/>
              </a:ext>
            </a:extLst>
          </p:cNvPr>
          <p:cNvPicPr>
            <a:picLocks noChangeAspect="1"/>
          </p:cNvPicPr>
          <p:nvPr/>
        </p:nvPicPr>
        <p:blipFill>
          <a:blip r:embed="rId2"/>
          <a:stretch>
            <a:fillRect/>
          </a:stretch>
        </p:blipFill>
        <p:spPr>
          <a:xfrm>
            <a:off x="4718613" y="1714983"/>
            <a:ext cx="2743200" cy="1541261"/>
          </a:xfrm>
          <a:prstGeom prst="rect">
            <a:avLst/>
          </a:prstGeom>
        </p:spPr>
      </p:pic>
      <p:sp>
        <p:nvSpPr>
          <p:cNvPr id="7" name="Slide Number Placeholder 6">
            <a:extLst>
              <a:ext uri="{FF2B5EF4-FFF2-40B4-BE49-F238E27FC236}">
                <a16:creationId xmlns:a16="http://schemas.microsoft.com/office/drawing/2014/main" id="{1909622A-72FE-3F40-E9DA-A421D8FD476A}"/>
              </a:ext>
            </a:extLst>
          </p:cNvPr>
          <p:cNvSpPr>
            <a:spLocks noGrp="1"/>
          </p:cNvSpPr>
          <p:nvPr>
            <p:ph type="sldNum" sz="quarter" idx="12"/>
          </p:nvPr>
        </p:nvSpPr>
        <p:spPr/>
        <p:txBody>
          <a:bodyPr/>
          <a:lstStyle/>
          <a:p>
            <a:fld id="{C1FF6DA9-008F-8B48-92A6-B652298478BF}" type="slidenum">
              <a:rPr lang="en-US" smtClean="0"/>
              <a:t>23</a:t>
            </a:fld>
            <a:endParaRPr lang="en-US"/>
          </a:p>
        </p:txBody>
      </p:sp>
    </p:spTree>
    <p:extLst>
      <p:ext uri="{BB962C8B-B14F-4D97-AF65-F5344CB8AC3E}">
        <p14:creationId xmlns:p14="http://schemas.microsoft.com/office/powerpoint/2010/main" val="2080432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37c6ff87-a118-4ec1-abdb-a8ac402ea9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8CB974FE5FD6D498C7A477BB2934321" ma:contentTypeVersion="18" ma:contentTypeDescription="Create a new document." ma:contentTypeScope="" ma:versionID="a258812d2143358c72bf7f98bea57418">
  <xsd:schema xmlns:xsd="http://www.w3.org/2001/XMLSchema" xmlns:xs="http://www.w3.org/2001/XMLSchema" xmlns:p="http://schemas.microsoft.com/office/2006/metadata/properties" xmlns:ns3="37c6ff87-a118-4ec1-abdb-a8ac402ea96b" xmlns:ns4="84cf7d72-0fc6-424d-8d27-eab13d7ef9f0" targetNamespace="http://schemas.microsoft.com/office/2006/metadata/properties" ma:root="true" ma:fieldsID="cf8aa3fa33441df01123fa27bdb40597" ns3:_="" ns4:_="">
    <xsd:import namespace="37c6ff87-a118-4ec1-abdb-a8ac402ea96b"/>
    <xsd:import namespace="84cf7d72-0fc6-424d-8d27-eab13d7ef9f0"/>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ServiceAutoTags" minOccurs="0"/>
                <xsd:element ref="ns3:MediaLengthInSeconds" minOccurs="0"/>
                <xsd:element ref="ns3:MediaServiceOCR" minOccurs="0"/>
                <xsd:element ref="ns3:MediaServiceGenerationTime" minOccurs="0"/>
                <xsd:element ref="ns3:MediaServiceEventHashCode"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c6ff87-a118-4ec1-abdb-a8ac402ea9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descriptio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description="" ma:indexed="true"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4cf7d72-0fc6-424d-8d27-eab13d7ef9f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B6B23CE-21C6-4CA2-B18F-898828756982}">
  <ds:schemaRefs>
    <ds:schemaRef ds:uri="http://schemas.microsoft.com/sharepoint/v3/contenttype/forms"/>
  </ds:schemaRefs>
</ds:datastoreItem>
</file>

<file path=customXml/itemProps2.xml><?xml version="1.0" encoding="utf-8"?>
<ds:datastoreItem xmlns:ds="http://schemas.openxmlformats.org/officeDocument/2006/customXml" ds:itemID="{8F784B73-439B-43C0-A892-B45017F3EA76}">
  <ds:schemaRefs>
    <ds:schemaRef ds:uri="37c6ff87-a118-4ec1-abdb-a8ac402ea96b"/>
    <ds:schemaRef ds:uri="84cf7d72-0fc6-424d-8d27-eab13d7ef9f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A91861B-E8E4-4634-B6E6-69AB59EE5124}">
  <ds:schemaRefs>
    <ds:schemaRef ds:uri="37c6ff87-a118-4ec1-abdb-a8ac402ea96b"/>
    <ds:schemaRef ds:uri="84cf7d72-0fc6-424d-8d27-eab13d7ef9f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23</Slides>
  <Notes>18</Notes>
  <HiddenSlides>4</HiddenSlide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Office Theme</vt:lpstr>
      <vt:lpstr>1_Office Theme</vt:lpstr>
      <vt:lpstr>PowerPoint Presentation</vt:lpstr>
      <vt:lpstr>Why this project matters:</vt:lpstr>
      <vt:lpstr>What we asked and the tools we utilized</vt:lpstr>
      <vt:lpstr>Exploratory Data Analysis</vt:lpstr>
      <vt:lpstr>EDA: The Data has Real Structure </vt:lpstr>
      <vt:lpstr>Exploratory Data Analysis Plots</vt:lpstr>
      <vt:lpstr>PowerPoint Presentation</vt:lpstr>
      <vt:lpstr>Example: Brooklyn - Input</vt:lpstr>
      <vt:lpstr>Example: Brooklyn - Features</vt:lpstr>
      <vt:lpstr>Example: Brooklyn – Validation and Models</vt:lpstr>
      <vt:lpstr>Example: Brooklyn - Tuning</vt:lpstr>
      <vt:lpstr>Example: Brooklyn - Selection</vt:lpstr>
      <vt:lpstr>Results: Citywide</vt:lpstr>
      <vt:lpstr>Results: Brooklyn </vt:lpstr>
      <vt:lpstr>Results: Manhattan</vt:lpstr>
      <vt:lpstr>Results: Bronx /Queens</vt:lpstr>
      <vt:lpstr>Results: Staten Island</vt:lpstr>
      <vt:lpstr>Lessons learned</vt:lpstr>
      <vt:lpstr>Future direction: Better Features, Better Data</vt:lpstr>
      <vt:lpstr>Future direction: Weekly-Level Forecasting</vt:lpstr>
      <vt:lpstr>Future direction: Other Spatial Levels and Model Extensions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Louis, Robert</dc:creator>
  <cp:revision>15</cp:revision>
  <cp:lastPrinted>2018-02-12T16:14:28Z</cp:lastPrinted>
  <dcterms:created xsi:type="dcterms:W3CDTF">2017-12-13T15:54:12Z</dcterms:created>
  <dcterms:modified xsi:type="dcterms:W3CDTF">2026-03-22T02:43:41Z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0x01010038CB974FE5FD6D498C7A477BB2934321</vt:lpwstr>
  </property>
</Properties>
</file>